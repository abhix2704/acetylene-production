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12" saveSubsetFonts="1">
  <p:sldMasterIdLst>
    <p:sldMasterId id="2147483804" r:id="rId4"/>
  </p:sldMasterIdLst>
  <p:notesMasterIdLst>
    <p:notesMasterId r:id="rId6"/>
  </p:notesMasterIdLst>
  <p:sldIdLst>
    <p:sldId id="270" r:id="rId5"/>
  </p:sldIdLst>
  <p:sldSz cx="17373600" cy="73152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26FFF"/>
    <a:srgbClr val="009890"/>
    <a:srgbClr val="E4325C"/>
    <a:srgbClr val="00C862"/>
    <a:srgbClr val="FA9B41"/>
    <a:srgbClr val="333300"/>
    <a:srgbClr val="00FFCC"/>
    <a:srgbClr val="66FFFF"/>
    <a:srgbClr val="6161AA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937D10E-E78F-4517-A7AD-09BAF8D01090}" v="4" dt="2025-01-02T21:40:00.83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51" autoAdjust="0"/>
    <p:restoredTop sz="96247" autoAdjust="0"/>
  </p:normalViewPr>
  <p:slideViewPr>
    <p:cSldViewPr snapToGrid="0">
      <p:cViewPr varScale="1">
        <p:scale>
          <a:sx n="121" d="100"/>
          <a:sy n="121" d="100"/>
        </p:scale>
        <p:origin x="112" y="78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hang, Zihao" userId="26112959-846b-4648-8ed6-22f7e11ddcd4" providerId="ADAL" clId="{6937D10E-E78F-4517-A7AD-09BAF8D01090}"/>
    <pc:docChg chg="undo custSel addSld delSld modSld">
      <pc:chgData name="Zhang, Zihao" userId="26112959-846b-4648-8ed6-22f7e11ddcd4" providerId="ADAL" clId="{6937D10E-E78F-4517-A7AD-09BAF8D01090}" dt="2025-01-04T23:47:11.186" v="147" actId="478"/>
      <pc:docMkLst>
        <pc:docMk/>
      </pc:docMkLst>
      <pc:sldChg chg="del">
        <pc:chgData name="Zhang, Zihao" userId="26112959-846b-4648-8ed6-22f7e11ddcd4" providerId="ADAL" clId="{6937D10E-E78F-4517-A7AD-09BAF8D01090}" dt="2025-01-02T00:03:50.518" v="2" actId="47"/>
        <pc:sldMkLst>
          <pc:docMk/>
          <pc:sldMk cId="2865581521" sldId="260"/>
        </pc:sldMkLst>
      </pc:sldChg>
      <pc:sldChg chg="del">
        <pc:chgData name="Zhang, Zihao" userId="26112959-846b-4648-8ed6-22f7e11ddcd4" providerId="ADAL" clId="{6937D10E-E78F-4517-A7AD-09BAF8D01090}" dt="2025-01-02T00:03:50.683" v="3" actId="47"/>
        <pc:sldMkLst>
          <pc:docMk/>
          <pc:sldMk cId="729349239" sldId="268"/>
        </pc:sldMkLst>
      </pc:sldChg>
      <pc:sldChg chg="addSp delSp modSp mod">
        <pc:chgData name="Zhang, Zihao" userId="26112959-846b-4648-8ed6-22f7e11ddcd4" providerId="ADAL" clId="{6937D10E-E78F-4517-A7AD-09BAF8D01090}" dt="2025-01-04T23:47:11.186" v="147" actId="478"/>
        <pc:sldMkLst>
          <pc:docMk/>
          <pc:sldMk cId="1416019772" sldId="270"/>
        </pc:sldMkLst>
        <pc:spChg chg="add del mod ord">
          <ac:chgData name="Zhang, Zihao" userId="26112959-846b-4648-8ed6-22f7e11ddcd4" providerId="ADAL" clId="{6937D10E-E78F-4517-A7AD-09BAF8D01090}" dt="2025-01-04T23:47:11.186" v="147" actId="478"/>
          <ac:spMkLst>
            <pc:docMk/>
            <pc:sldMk cId="1416019772" sldId="270"/>
            <ac:spMk id="2" creationId="{DAD14E7D-BFBE-5C1D-F5DD-121775B09C80}"/>
          </ac:spMkLst>
        </pc:spChg>
        <pc:spChg chg="mod">
          <ac:chgData name="Zhang, Zihao" userId="26112959-846b-4648-8ed6-22f7e11ddcd4" providerId="ADAL" clId="{6937D10E-E78F-4517-A7AD-09BAF8D01090}" dt="2025-01-02T19:35:19.334" v="106" actId="1035"/>
          <ac:spMkLst>
            <pc:docMk/>
            <pc:sldMk cId="1416019772" sldId="270"/>
            <ac:spMk id="5" creationId="{6B3850DA-30FA-5D34-01AC-90EA51872F2B}"/>
          </ac:spMkLst>
        </pc:spChg>
        <pc:spChg chg="mod">
          <ac:chgData name="Zhang, Zihao" userId="26112959-846b-4648-8ed6-22f7e11ddcd4" providerId="ADAL" clId="{6937D10E-E78F-4517-A7AD-09BAF8D01090}" dt="2025-01-02T19:20:14.538" v="53" actId="554"/>
          <ac:spMkLst>
            <pc:docMk/>
            <pc:sldMk cId="1416019772" sldId="270"/>
            <ac:spMk id="8" creationId="{A952BCD4-6F71-DA50-B347-F3135419179B}"/>
          </ac:spMkLst>
        </pc:spChg>
        <pc:spChg chg="mod">
          <ac:chgData name="Zhang, Zihao" userId="26112959-846b-4648-8ed6-22f7e11ddcd4" providerId="ADAL" clId="{6937D10E-E78F-4517-A7AD-09BAF8D01090}" dt="2025-01-02T19:20:05.422" v="51" actId="12788"/>
          <ac:spMkLst>
            <pc:docMk/>
            <pc:sldMk cId="1416019772" sldId="270"/>
            <ac:spMk id="9" creationId="{7668F574-DD67-9841-B2F4-C93DEC1878A6}"/>
          </ac:spMkLst>
        </pc:spChg>
        <pc:spChg chg="mod">
          <ac:chgData name="Zhang, Zihao" userId="26112959-846b-4648-8ed6-22f7e11ddcd4" providerId="ADAL" clId="{6937D10E-E78F-4517-A7AD-09BAF8D01090}" dt="2025-01-02T19:20:05.422" v="51" actId="12788"/>
          <ac:spMkLst>
            <pc:docMk/>
            <pc:sldMk cId="1416019772" sldId="270"/>
            <ac:spMk id="11" creationId="{1FA3D75C-D1EC-1913-4E47-ABD4C4FB0FEA}"/>
          </ac:spMkLst>
        </pc:spChg>
        <pc:spChg chg="mod">
          <ac:chgData name="Zhang, Zihao" userId="26112959-846b-4648-8ed6-22f7e11ddcd4" providerId="ADAL" clId="{6937D10E-E78F-4517-A7AD-09BAF8D01090}" dt="2025-01-02T19:21:09.831" v="56" actId="12788"/>
          <ac:spMkLst>
            <pc:docMk/>
            <pc:sldMk cId="1416019772" sldId="270"/>
            <ac:spMk id="12" creationId="{852C7EDC-4091-6BD3-1054-02B155906098}"/>
          </ac:spMkLst>
        </pc:spChg>
        <pc:spChg chg="mod">
          <ac:chgData name="Zhang, Zihao" userId="26112959-846b-4648-8ed6-22f7e11ddcd4" providerId="ADAL" clId="{6937D10E-E78F-4517-A7AD-09BAF8D01090}" dt="2025-01-02T19:21:09.831" v="56" actId="12788"/>
          <ac:spMkLst>
            <pc:docMk/>
            <pc:sldMk cId="1416019772" sldId="270"/>
            <ac:spMk id="14" creationId="{F394A4B7-3C36-05B7-49A0-B841F872302D}"/>
          </ac:spMkLst>
        </pc:spChg>
        <pc:spChg chg="mod">
          <ac:chgData name="Zhang, Zihao" userId="26112959-846b-4648-8ed6-22f7e11ddcd4" providerId="ADAL" clId="{6937D10E-E78F-4517-A7AD-09BAF8D01090}" dt="2025-01-02T19:21:27.148" v="57" actId="12788"/>
          <ac:spMkLst>
            <pc:docMk/>
            <pc:sldMk cId="1416019772" sldId="270"/>
            <ac:spMk id="15" creationId="{635ECF92-DFCE-3F15-9CEC-3739DEE5D968}"/>
          </ac:spMkLst>
        </pc:spChg>
        <pc:spChg chg="mod">
          <ac:chgData name="Zhang, Zihao" userId="26112959-846b-4648-8ed6-22f7e11ddcd4" providerId="ADAL" clId="{6937D10E-E78F-4517-A7AD-09BAF8D01090}" dt="2025-01-02T19:21:27.148" v="57" actId="12788"/>
          <ac:spMkLst>
            <pc:docMk/>
            <pc:sldMk cId="1416019772" sldId="270"/>
            <ac:spMk id="17" creationId="{E99FB9E3-3ECB-3BE5-651C-851E29790858}"/>
          </ac:spMkLst>
        </pc:spChg>
        <pc:spChg chg="mod">
          <ac:chgData name="Zhang, Zihao" userId="26112959-846b-4648-8ed6-22f7e11ddcd4" providerId="ADAL" clId="{6937D10E-E78F-4517-A7AD-09BAF8D01090}" dt="2025-01-02T19:21:57.749" v="60" actId="1038"/>
          <ac:spMkLst>
            <pc:docMk/>
            <pc:sldMk cId="1416019772" sldId="270"/>
            <ac:spMk id="19" creationId="{BBA33CD7-96CC-19F2-B38B-CB7A01250210}"/>
          </ac:spMkLst>
        </pc:spChg>
        <pc:spChg chg="mod">
          <ac:chgData name="Zhang, Zihao" userId="26112959-846b-4648-8ed6-22f7e11ddcd4" providerId="ADAL" clId="{6937D10E-E78F-4517-A7AD-09BAF8D01090}" dt="2025-01-02T19:22:10.519" v="61" actId="12788"/>
          <ac:spMkLst>
            <pc:docMk/>
            <pc:sldMk cId="1416019772" sldId="270"/>
            <ac:spMk id="21" creationId="{C23A01C6-E6AA-9802-D0BB-EF784D3CB20D}"/>
          </ac:spMkLst>
        </pc:spChg>
        <pc:spChg chg="mod">
          <ac:chgData name="Zhang, Zihao" userId="26112959-846b-4648-8ed6-22f7e11ddcd4" providerId="ADAL" clId="{6937D10E-E78F-4517-A7AD-09BAF8D01090}" dt="2025-01-02T19:22:10.519" v="61" actId="12788"/>
          <ac:spMkLst>
            <pc:docMk/>
            <pc:sldMk cId="1416019772" sldId="270"/>
            <ac:spMk id="23" creationId="{51369641-00E2-DF10-7400-6E8C45611F19}"/>
          </ac:spMkLst>
        </pc:spChg>
        <pc:spChg chg="mod">
          <ac:chgData name="Zhang, Zihao" userId="26112959-846b-4648-8ed6-22f7e11ddcd4" providerId="ADAL" clId="{6937D10E-E78F-4517-A7AD-09BAF8D01090}" dt="2025-01-02T19:22:29.352" v="62" actId="12788"/>
          <ac:spMkLst>
            <pc:docMk/>
            <pc:sldMk cId="1416019772" sldId="270"/>
            <ac:spMk id="26" creationId="{E52424D3-518C-8628-2953-B65520FC4D12}"/>
          </ac:spMkLst>
        </pc:spChg>
        <pc:spChg chg="mod">
          <ac:chgData name="Zhang, Zihao" userId="26112959-846b-4648-8ed6-22f7e11ddcd4" providerId="ADAL" clId="{6937D10E-E78F-4517-A7AD-09BAF8D01090}" dt="2025-01-02T19:22:57.058" v="76" actId="1037"/>
          <ac:spMkLst>
            <pc:docMk/>
            <pc:sldMk cId="1416019772" sldId="270"/>
            <ac:spMk id="27" creationId="{E66DC320-EB44-9F28-E885-7CFF01B9B8B7}"/>
          </ac:spMkLst>
        </pc:spChg>
        <pc:spChg chg="mod">
          <ac:chgData name="Zhang, Zihao" userId="26112959-846b-4648-8ed6-22f7e11ddcd4" providerId="ADAL" clId="{6937D10E-E78F-4517-A7AD-09BAF8D01090}" dt="2025-01-02T19:22:57.058" v="76" actId="1037"/>
          <ac:spMkLst>
            <pc:docMk/>
            <pc:sldMk cId="1416019772" sldId="270"/>
            <ac:spMk id="29" creationId="{1F966CF5-B4FF-DEF1-1E24-EF84B9FC4B3D}"/>
          </ac:spMkLst>
        </pc:spChg>
        <pc:spChg chg="mod">
          <ac:chgData name="Zhang, Zihao" userId="26112959-846b-4648-8ed6-22f7e11ddcd4" providerId="ADAL" clId="{6937D10E-E78F-4517-A7AD-09BAF8D01090}" dt="2025-01-02T19:36:37.770" v="132" actId="20577"/>
          <ac:spMkLst>
            <pc:docMk/>
            <pc:sldMk cId="1416019772" sldId="270"/>
            <ac:spMk id="30" creationId="{ECD43790-230C-BB74-AB26-164EF1A5D855}"/>
          </ac:spMkLst>
        </pc:spChg>
        <pc:spChg chg="mod">
          <ac:chgData name="Zhang, Zihao" userId="26112959-846b-4648-8ed6-22f7e11ddcd4" providerId="ADAL" clId="{6937D10E-E78F-4517-A7AD-09BAF8D01090}" dt="2025-01-02T19:24:01.361" v="81" actId="12788"/>
          <ac:spMkLst>
            <pc:docMk/>
            <pc:sldMk cId="1416019772" sldId="270"/>
            <ac:spMk id="31" creationId="{04985941-DDBF-4E13-0090-31C218ADA642}"/>
          </ac:spMkLst>
        </pc:spChg>
        <pc:spChg chg="mod">
          <ac:chgData name="Zhang, Zihao" userId="26112959-846b-4648-8ed6-22f7e11ddcd4" providerId="ADAL" clId="{6937D10E-E78F-4517-A7AD-09BAF8D01090}" dt="2025-01-02T19:24:01.361" v="81" actId="12788"/>
          <ac:spMkLst>
            <pc:docMk/>
            <pc:sldMk cId="1416019772" sldId="270"/>
            <ac:spMk id="33" creationId="{94FD1E31-3148-102A-23BE-657375C258B7}"/>
          </ac:spMkLst>
        </pc:spChg>
        <pc:spChg chg="mod">
          <ac:chgData name="Zhang, Zihao" userId="26112959-846b-4648-8ed6-22f7e11ddcd4" providerId="ADAL" clId="{6937D10E-E78F-4517-A7AD-09BAF8D01090}" dt="2025-01-02T19:24:11.157" v="87" actId="1037"/>
          <ac:spMkLst>
            <pc:docMk/>
            <pc:sldMk cId="1416019772" sldId="270"/>
            <ac:spMk id="34" creationId="{67576983-FF15-DD44-D34A-83FC5D200823}"/>
          </ac:spMkLst>
        </pc:spChg>
        <pc:spChg chg="mod">
          <ac:chgData name="Zhang, Zihao" userId="26112959-846b-4648-8ed6-22f7e11ddcd4" providerId="ADAL" clId="{6937D10E-E78F-4517-A7AD-09BAF8D01090}" dt="2025-01-02T19:34:37.169" v="99"/>
          <ac:spMkLst>
            <pc:docMk/>
            <pc:sldMk cId="1416019772" sldId="270"/>
            <ac:spMk id="37" creationId="{34B60015-B114-FDE2-774A-25ACD65C805C}"/>
          </ac:spMkLst>
        </pc:spChg>
        <pc:spChg chg="mod">
          <ac:chgData name="Zhang, Zihao" userId="26112959-846b-4648-8ed6-22f7e11ddcd4" providerId="ADAL" clId="{6937D10E-E78F-4517-A7AD-09BAF8D01090}" dt="2025-01-02T19:24:18.036" v="88" actId="12788"/>
          <ac:spMkLst>
            <pc:docMk/>
            <pc:sldMk cId="1416019772" sldId="270"/>
            <ac:spMk id="38" creationId="{FC2975F7-70B3-C205-DBD3-079CD6D83567}"/>
          </ac:spMkLst>
        </pc:spChg>
        <pc:spChg chg="mod">
          <ac:chgData name="Zhang, Zihao" userId="26112959-846b-4648-8ed6-22f7e11ddcd4" providerId="ADAL" clId="{6937D10E-E78F-4517-A7AD-09BAF8D01090}" dt="2025-01-02T19:36:34.262" v="130" actId="20577"/>
          <ac:spMkLst>
            <pc:docMk/>
            <pc:sldMk cId="1416019772" sldId="270"/>
            <ac:spMk id="40" creationId="{858D4DA6-DB6A-AFAF-3B01-97015E14881A}"/>
          </ac:spMkLst>
        </pc:spChg>
        <pc:spChg chg="mod">
          <ac:chgData name="Zhang, Zihao" userId="26112959-846b-4648-8ed6-22f7e11ddcd4" providerId="ADAL" clId="{6937D10E-E78F-4517-A7AD-09BAF8D01090}" dt="2025-01-02T19:24:25.158" v="89" actId="12788"/>
          <ac:spMkLst>
            <pc:docMk/>
            <pc:sldMk cId="1416019772" sldId="270"/>
            <ac:spMk id="41" creationId="{2BEC22BF-F57A-63B1-5837-DCB3B06B6173}"/>
          </ac:spMkLst>
        </pc:spChg>
        <pc:spChg chg="mod">
          <ac:chgData name="Zhang, Zihao" userId="26112959-846b-4648-8ed6-22f7e11ddcd4" providerId="ADAL" clId="{6937D10E-E78F-4517-A7AD-09BAF8D01090}" dt="2025-01-02T19:24:25.158" v="89" actId="12788"/>
          <ac:spMkLst>
            <pc:docMk/>
            <pc:sldMk cId="1416019772" sldId="270"/>
            <ac:spMk id="43" creationId="{116E55FC-31A8-FF69-E15C-BAE983AA6F20}"/>
          </ac:spMkLst>
        </pc:spChg>
        <pc:spChg chg="mod">
          <ac:chgData name="Zhang, Zihao" userId="26112959-846b-4648-8ed6-22f7e11ddcd4" providerId="ADAL" clId="{6937D10E-E78F-4517-A7AD-09BAF8D01090}" dt="2025-01-02T19:36:10.150" v="111" actId="20577"/>
          <ac:spMkLst>
            <pc:docMk/>
            <pc:sldMk cId="1416019772" sldId="270"/>
            <ac:spMk id="45" creationId="{B100E81C-262F-3E24-7A29-B5835D48DC4A}"/>
          </ac:spMkLst>
        </pc:spChg>
        <pc:spChg chg="mod">
          <ac:chgData name="Zhang, Zihao" userId="26112959-846b-4648-8ed6-22f7e11ddcd4" providerId="ADAL" clId="{6937D10E-E78F-4517-A7AD-09BAF8D01090}" dt="2025-01-02T19:24:35.113" v="91" actId="12788"/>
          <ac:spMkLst>
            <pc:docMk/>
            <pc:sldMk cId="1416019772" sldId="270"/>
            <ac:spMk id="46" creationId="{C078E785-96C5-C200-1842-41E3CB2D0542}"/>
          </ac:spMkLst>
        </pc:spChg>
        <pc:spChg chg="mod">
          <ac:chgData name="Zhang, Zihao" userId="26112959-846b-4648-8ed6-22f7e11ddcd4" providerId="ADAL" clId="{6937D10E-E78F-4517-A7AD-09BAF8D01090}" dt="2025-01-02T19:36:15.608" v="115" actId="20577"/>
          <ac:spMkLst>
            <pc:docMk/>
            <pc:sldMk cId="1416019772" sldId="270"/>
            <ac:spMk id="48" creationId="{D31D085C-31A4-5F06-850F-282792AF6FF3}"/>
          </ac:spMkLst>
        </pc:spChg>
        <pc:spChg chg="mod">
          <ac:chgData name="Zhang, Zihao" userId="26112959-846b-4648-8ed6-22f7e11ddcd4" providerId="ADAL" clId="{6937D10E-E78F-4517-A7AD-09BAF8D01090}" dt="2025-01-02T19:24:25.158" v="89" actId="12788"/>
          <ac:spMkLst>
            <pc:docMk/>
            <pc:sldMk cId="1416019772" sldId="270"/>
            <ac:spMk id="49" creationId="{5B6A3D9E-AFE2-F65A-1E50-15D0BCD082C8}"/>
          </ac:spMkLst>
        </pc:spChg>
        <pc:spChg chg="mod">
          <ac:chgData name="Zhang, Zihao" userId="26112959-846b-4648-8ed6-22f7e11ddcd4" providerId="ADAL" clId="{6937D10E-E78F-4517-A7AD-09BAF8D01090}" dt="2025-01-02T19:24:41.329" v="92" actId="12788"/>
          <ac:spMkLst>
            <pc:docMk/>
            <pc:sldMk cId="1416019772" sldId="270"/>
            <ac:spMk id="50" creationId="{F14C7EE2-BFA1-3D5B-E7E7-2BE5D2E0B236}"/>
          </ac:spMkLst>
        </pc:spChg>
        <pc:spChg chg="mod">
          <ac:chgData name="Zhang, Zihao" userId="26112959-846b-4648-8ed6-22f7e11ddcd4" providerId="ADAL" clId="{6937D10E-E78F-4517-A7AD-09BAF8D01090}" dt="2025-01-02T20:12:21.641" v="134" actId="114"/>
          <ac:spMkLst>
            <pc:docMk/>
            <pc:sldMk cId="1416019772" sldId="270"/>
            <ac:spMk id="52" creationId="{517C023F-44A8-E059-EDB3-5010FC09E036}"/>
          </ac:spMkLst>
        </pc:spChg>
        <pc:spChg chg="mod">
          <ac:chgData name="Zhang, Zihao" userId="26112959-846b-4648-8ed6-22f7e11ddcd4" providerId="ADAL" clId="{6937D10E-E78F-4517-A7AD-09BAF8D01090}" dt="2025-01-02T19:24:47.140" v="93" actId="12788"/>
          <ac:spMkLst>
            <pc:docMk/>
            <pc:sldMk cId="1416019772" sldId="270"/>
            <ac:spMk id="53" creationId="{2A5ECA87-5F07-38F9-0A76-284C09A9EDD7}"/>
          </ac:spMkLst>
        </pc:spChg>
        <pc:spChg chg="mod">
          <ac:chgData name="Zhang, Zihao" userId="26112959-846b-4648-8ed6-22f7e11ddcd4" providerId="ADAL" clId="{6937D10E-E78F-4517-A7AD-09BAF8D01090}" dt="2025-01-02T19:36:21.761" v="122" actId="20577"/>
          <ac:spMkLst>
            <pc:docMk/>
            <pc:sldMk cId="1416019772" sldId="270"/>
            <ac:spMk id="55" creationId="{EE599367-F3FC-5C4A-5436-06B717E56DAA}"/>
          </ac:spMkLst>
        </pc:spChg>
        <pc:spChg chg="mod">
          <ac:chgData name="Zhang, Zihao" userId="26112959-846b-4648-8ed6-22f7e11ddcd4" providerId="ADAL" clId="{6937D10E-E78F-4517-A7AD-09BAF8D01090}" dt="2025-01-02T19:36:26.417" v="126" actId="20577"/>
          <ac:spMkLst>
            <pc:docMk/>
            <pc:sldMk cId="1416019772" sldId="270"/>
            <ac:spMk id="57" creationId="{65A39EB8-F0D2-A956-1FA2-26769CAE26DB}"/>
          </ac:spMkLst>
        </pc:spChg>
        <pc:spChg chg="mod">
          <ac:chgData name="Zhang, Zihao" userId="26112959-846b-4648-8ed6-22f7e11ddcd4" providerId="ADAL" clId="{6937D10E-E78F-4517-A7AD-09BAF8D01090}" dt="2025-01-02T00:05:37.227" v="6" actId="1076"/>
          <ac:spMkLst>
            <pc:docMk/>
            <pc:sldMk cId="1416019772" sldId="270"/>
            <ac:spMk id="58" creationId="{564F0FB6-3078-074C-C782-6E0B2CB188FF}"/>
          </ac:spMkLst>
        </pc:spChg>
        <pc:spChg chg="mod">
          <ac:chgData name="Zhang, Zihao" userId="26112959-846b-4648-8ed6-22f7e11ddcd4" providerId="ADAL" clId="{6937D10E-E78F-4517-A7AD-09BAF8D01090}" dt="2025-01-02T00:05:37.227" v="6" actId="1076"/>
          <ac:spMkLst>
            <pc:docMk/>
            <pc:sldMk cId="1416019772" sldId="270"/>
            <ac:spMk id="59" creationId="{975EF7AE-E092-7624-20C6-7BD66DC23B73}"/>
          </ac:spMkLst>
        </pc:spChg>
        <pc:spChg chg="mod">
          <ac:chgData name="Zhang, Zihao" userId="26112959-846b-4648-8ed6-22f7e11ddcd4" providerId="ADAL" clId="{6937D10E-E78F-4517-A7AD-09BAF8D01090}" dt="2025-01-02T00:05:37.227" v="6" actId="1076"/>
          <ac:spMkLst>
            <pc:docMk/>
            <pc:sldMk cId="1416019772" sldId="270"/>
            <ac:spMk id="60" creationId="{C79B3FFA-78B5-9111-1734-B95A04BE8DD5}"/>
          </ac:spMkLst>
        </pc:spChg>
        <pc:spChg chg="mod">
          <ac:chgData name="Zhang, Zihao" userId="26112959-846b-4648-8ed6-22f7e11ddcd4" providerId="ADAL" clId="{6937D10E-E78F-4517-A7AD-09BAF8D01090}" dt="2025-01-02T19:24:30.644" v="90" actId="12788"/>
          <ac:spMkLst>
            <pc:docMk/>
            <pc:sldMk cId="1416019772" sldId="270"/>
            <ac:spMk id="61" creationId="{717BFF1D-77B7-693E-D613-8D3965356DA5}"/>
          </ac:spMkLst>
        </pc:spChg>
        <pc:spChg chg="mod">
          <ac:chgData name="Zhang, Zihao" userId="26112959-846b-4648-8ed6-22f7e11ddcd4" providerId="ADAL" clId="{6937D10E-E78F-4517-A7AD-09BAF8D01090}" dt="2025-01-02T19:19:54.885" v="50" actId="12789"/>
          <ac:spMkLst>
            <pc:docMk/>
            <pc:sldMk cId="1416019772" sldId="270"/>
            <ac:spMk id="62" creationId="{268196DA-CBB8-6CD0-70D6-0AD4BDC37462}"/>
          </ac:spMkLst>
        </pc:spChg>
        <pc:spChg chg="mod">
          <ac:chgData name="Zhang, Zihao" userId="26112959-846b-4648-8ed6-22f7e11ddcd4" providerId="ADAL" clId="{6937D10E-E78F-4517-A7AD-09BAF8D01090}" dt="2025-01-02T19:21:57.749" v="60" actId="1038"/>
          <ac:spMkLst>
            <pc:docMk/>
            <pc:sldMk cId="1416019772" sldId="270"/>
            <ac:spMk id="63" creationId="{207762DC-410B-4A37-40C0-56055399961A}"/>
          </ac:spMkLst>
        </pc:spChg>
        <pc:spChg chg="mod">
          <ac:chgData name="Zhang, Zihao" userId="26112959-846b-4648-8ed6-22f7e11ddcd4" providerId="ADAL" clId="{6937D10E-E78F-4517-A7AD-09BAF8D01090}" dt="2025-01-02T19:24:51.648" v="94" actId="12788"/>
          <ac:spMkLst>
            <pc:docMk/>
            <pc:sldMk cId="1416019772" sldId="270"/>
            <ac:spMk id="64" creationId="{044470E5-344F-8090-5A62-31194442F5F5}"/>
          </ac:spMkLst>
        </pc:spChg>
        <pc:spChg chg="mod">
          <ac:chgData name="Zhang, Zihao" userId="26112959-846b-4648-8ed6-22f7e11ddcd4" providerId="ADAL" clId="{6937D10E-E78F-4517-A7AD-09BAF8D01090}" dt="2025-01-02T19:22:29.352" v="62" actId="12788"/>
          <ac:spMkLst>
            <pc:docMk/>
            <pc:sldMk cId="1416019772" sldId="270"/>
            <ac:spMk id="88" creationId="{D0471C60-1E15-F183-67A9-C053CE8F5016}"/>
          </ac:spMkLst>
        </pc:spChg>
        <pc:cxnChg chg="mod">
          <ac:chgData name="Zhang, Zihao" userId="26112959-846b-4648-8ed6-22f7e11ddcd4" providerId="ADAL" clId="{6937D10E-E78F-4517-A7AD-09BAF8D01090}" dt="2025-01-02T00:05:37.227" v="6" actId="1076"/>
          <ac:cxnSpMkLst>
            <pc:docMk/>
            <pc:sldMk cId="1416019772" sldId="270"/>
            <ac:cxnSpMk id="4" creationId="{478B24F9-B046-1AAE-2A4A-AD3E29F724D0}"/>
          </ac:cxnSpMkLst>
        </pc:cxnChg>
        <pc:cxnChg chg="mod">
          <ac:chgData name="Zhang, Zihao" userId="26112959-846b-4648-8ed6-22f7e11ddcd4" providerId="ADAL" clId="{6937D10E-E78F-4517-A7AD-09BAF8D01090}" dt="2025-01-02T19:21:57.749" v="60" actId="1038"/>
          <ac:cxnSpMkLst>
            <pc:docMk/>
            <pc:sldMk cId="1416019772" sldId="270"/>
            <ac:cxnSpMk id="6" creationId="{50FD8BB5-2151-558F-83E5-68E5BFE20393}"/>
          </ac:cxnSpMkLst>
        </pc:cxnChg>
        <pc:cxnChg chg="mod">
          <ac:chgData name="Zhang, Zihao" userId="26112959-846b-4648-8ed6-22f7e11ddcd4" providerId="ADAL" clId="{6937D10E-E78F-4517-A7AD-09BAF8D01090}" dt="2025-01-02T19:19:33.633" v="49" actId="12788"/>
          <ac:cxnSpMkLst>
            <pc:docMk/>
            <pc:sldMk cId="1416019772" sldId="270"/>
            <ac:cxnSpMk id="7" creationId="{1E6DF4C8-BF83-FCF8-2EDC-F913CD77F39D}"/>
          </ac:cxnSpMkLst>
        </pc:cxnChg>
        <pc:cxnChg chg="mod">
          <ac:chgData name="Zhang, Zihao" userId="26112959-846b-4648-8ed6-22f7e11ddcd4" providerId="ADAL" clId="{6937D10E-E78F-4517-A7AD-09BAF8D01090}" dt="2025-01-02T19:20:05.422" v="51" actId="12788"/>
          <ac:cxnSpMkLst>
            <pc:docMk/>
            <pc:sldMk cId="1416019772" sldId="270"/>
            <ac:cxnSpMk id="10" creationId="{475F9337-9454-E297-4DF5-16C8ED5AF0A8}"/>
          </ac:cxnSpMkLst>
        </pc:cxnChg>
        <pc:cxnChg chg="mod">
          <ac:chgData name="Zhang, Zihao" userId="26112959-846b-4648-8ed6-22f7e11ddcd4" providerId="ADAL" clId="{6937D10E-E78F-4517-A7AD-09BAF8D01090}" dt="2025-01-02T19:21:27.148" v="57" actId="12788"/>
          <ac:cxnSpMkLst>
            <pc:docMk/>
            <pc:sldMk cId="1416019772" sldId="270"/>
            <ac:cxnSpMk id="16" creationId="{BFF91357-0B8E-010F-088A-725B82191F12}"/>
          </ac:cxnSpMkLst>
        </pc:cxnChg>
        <pc:cxnChg chg="mod">
          <ac:chgData name="Zhang, Zihao" userId="26112959-846b-4648-8ed6-22f7e11ddcd4" providerId="ADAL" clId="{6937D10E-E78F-4517-A7AD-09BAF8D01090}" dt="2025-01-02T19:21:57.749" v="60" actId="1038"/>
          <ac:cxnSpMkLst>
            <pc:docMk/>
            <pc:sldMk cId="1416019772" sldId="270"/>
            <ac:cxnSpMk id="18" creationId="{49F04C7A-9E16-A75A-B352-89ECE112AB31}"/>
          </ac:cxnSpMkLst>
        </pc:cxnChg>
        <pc:cxnChg chg="mod">
          <ac:chgData name="Zhang, Zihao" userId="26112959-846b-4648-8ed6-22f7e11ddcd4" providerId="ADAL" clId="{6937D10E-E78F-4517-A7AD-09BAF8D01090}" dt="2025-01-02T19:24:18.036" v="88" actId="12788"/>
          <ac:cxnSpMkLst>
            <pc:docMk/>
            <pc:sldMk cId="1416019772" sldId="270"/>
            <ac:cxnSpMk id="20" creationId="{8F4E6E12-A61C-2869-5007-478B21AAAB36}"/>
          </ac:cxnSpMkLst>
        </pc:cxnChg>
        <pc:cxnChg chg="mod">
          <ac:chgData name="Zhang, Zihao" userId="26112959-846b-4648-8ed6-22f7e11ddcd4" providerId="ADAL" clId="{6937D10E-E78F-4517-A7AD-09BAF8D01090}" dt="2025-01-02T19:22:10.519" v="61" actId="12788"/>
          <ac:cxnSpMkLst>
            <pc:docMk/>
            <pc:sldMk cId="1416019772" sldId="270"/>
            <ac:cxnSpMk id="22" creationId="{D9A6D921-76F5-FAAC-5290-E517CFDD3C80}"/>
          </ac:cxnSpMkLst>
        </pc:cxnChg>
        <pc:cxnChg chg="mod">
          <ac:chgData name="Zhang, Zihao" userId="26112959-846b-4648-8ed6-22f7e11ddcd4" providerId="ADAL" clId="{6937D10E-E78F-4517-A7AD-09BAF8D01090}" dt="2025-01-02T19:22:57.058" v="76" actId="1037"/>
          <ac:cxnSpMkLst>
            <pc:docMk/>
            <pc:sldMk cId="1416019772" sldId="270"/>
            <ac:cxnSpMk id="28" creationId="{20154A53-3E46-5480-61D1-F82E3C8A62DC}"/>
          </ac:cxnSpMkLst>
        </pc:cxnChg>
        <pc:cxnChg chg="mod">
          <ac:chgData name="Zhang, Zihao" userId="26112959-846b-4648-8ed6-22f7e11ddcd4" providerId="ADAL" clId="{6937D10E-E78F-4517-A7AD-09BAF8D01090}" dt="2025-01-02T19:24:01.361" v="81" actId="12788"/>
          <ac:cxnSpMkLst>
            <pc:docMk/>
            <pc:sldMk cId="1416019772" sldId="270"/>
            <ac:cxnSpMk id="32" creationId="{C5A88C57-22FD-A245-57C4-D4999B45F02B}"/>
          </ac:cxnSpMkLst>
        </pc:cxnChg>
        <pc:cxnChg chg="mod">
          <ac:chgData name="Zhang, Zihao" userId="26112959-846b-4648-8ed6-22f7e11ddcd4" providerId="ADAL" clId="{6937D10E-E78F-4517-A7AD-09BAF8D01090}" dt="2025-01-02T19:24:11.157" v="87" actId="1037"/>
          <ac:cxnSpMkLst>
            <pc:docMk/>
            <pc:sldMk cId="1416019772" sldId="270"/>
            <ac:cxnSpMk id="35" creationId="{F9CE89AA-C5CA-9079-F22B-DDFFCB351081}"/>
          </ac:cxnSpMkLst>
        </pc:cxnChg>
        <pc:cxnChg chg="mod">
          <ac:chgData name="Zhang, Zihao" userId="26112959-846b-4648-8ed6-22f7e11ddcd4" providerId="ADAL" clId="{6937D10E-E78F-4517-A7AD-09BAF8D01090}" dt="2025-01-02T00:05:37.227" v="6" actId="1076"/>
          <ac:cxnSpMkLst>
            <pc:docMk/>
            <pc:sldMk cId="1416019772" sldId="270"/>
            <ac:cxnSpMk id="36" creationId="{D44BDDD9-524E-ECA1-BD47-8743ABBEB1AF}"/>
          </ac:cxnSpMkLst>
        </pc:cxnChg>
        <pc:cxnChg chg="mod">
          <ac:chgData name="Zhang, Zihao" userId="26112959-846b-4648-8ed6-22f7e11ddcd4" providerId="ADAL" clId="{6937D10E-E78F-4517-A7AD-09BAF8D01090}" dt="2025-01-02T19:24:25.158" v="89" actId="12788"/>
          <ac:cxnSpMkLst>
            <pc:docMk/>
            <pc:sldMk cId="1416019772" sldId="270"/>
            <ac:cxnSpMk id="42" creationId="{7ABEFA61-B637-737F-9E1A-8DE8AA843E99}"/>
          </ac:cxnSpMkLst>
        </pc:cxnChg>
        <pc:cxnChg chg="mod">
          <ac:chgData name="Zhang, Zihao" userId="26112959-846b-4648-8ed6-22f7e11ddcd4" providerId="ADAL" clId="{6937D10E-E78F-4517-A7AD-09BAF8D01090}" dt="2025-01-02T19:24:30.644" v="90" actId="12788"/>
          <ac:cxnSpMkLst>
            <pc:docMk/>
            <pc:sldMk cId="1416019772" sldId="270"/>
            <ac:cxnSpMk id="44" creationId="{A3CFFEEB-E181-CFB4-D05A-B61C1B9FA01E}"/>
          </ac:cxnSpMkLst>
        </pc:cxnChg>
        <pc:cxnChg chg="mod">
          <ac:chgData name="Zhang, Zihao" userId="26112959-846b-4648-8ed6-22f7e11ddcd4" providerId="ADAL" clId="{6937D10E-E78F-4517-A7AD-09BAF8D01090}" dt="2025-01-02T19:24:47.140" v="93" actId="12788"/>
          <ac:cxnSpMkLst>
            <pc:docMk/>
            <pc:sldMk cId="1416019772" sldId="270"/>
            <ac:cxnSpMk id="54" creationId="{C481BFCD-9237-66E7-3363-F9380E5E6745}"/>
          </ac:cxnSpMkLst>
        </pc:cxnChg>
        <pc:cxnChg chg="mod">
          <ac:chgData name="Zhang, Zihao" userId="26112959-846b-4648-8ed6-22f7e11ddcd4" providerId="ADAL" clId="{6937D10E-E78F-4517-A7AD-09BAF8D01090}" dt="2025-01-02T19:24:51.648" v="94" actId="12788"/>
          <ac:cxnSpMkLst>
            <pc:docMk/>
            <pc:sldMk cId="1416019772" sldId="270"/>
            <ac:cxnSpMk id="56" creationId="{A7FC8ADB-2304-910D-4938-B77E863115CE}"/>
          </ac:cxnSpMkLst>
        </pc:cxnChg>
        <pc:cxnChg chg="mod">
          <ac:chgData name="Zhang, Zihao" userId="26112959-846b-4648-8ed6-22f7e11ddcd4" providerId="ADAL" clId="{6937D10E-E78F-4517-A7AD-09BAF8D01090}" dt="2025-01-02T19:24:35.113" v="91" actId="12788"/>
          <ac:cxnSpMkLst>
            <pc:docMk/>
            <pc:sldMk cId="1416019772" sldId="270"/>
            <ac:cxnSpMk id="85" creationId="{B41027B7-F23D-3AF5-BDAA-50DDA84018BF}"/>
          </ac:cxnSpMkLst>
        </pc:cxnChg>
        <pc:cxnChg chg="mod">
          <ac:chgData name="Zhang, Zihao" userId="26112959-846b-4648-8ed6-22f7e11ddcd4" providerId="ADAL" clId="{6937D10E-E78F-4517-A7AD-09BAF8D01090}" dt="2025-01-02T19:24:18.036" v="88" actId="12788"/>
          <ac:cxnSpMkLst>
            <pc:docMk/>
            <pc:sldMk cId="1416019772" sldId="270"/>
            <ac:cxnSpMk id="91" creationId="{D32C174C-ACA3-8FFD-6352-F99C3CA2442C}"/>
          </ac:cxnSpMkLst>
        </pc:cxnChg>
        <pc:cxnChg chg="mod">
          <ac:chgData name="Zhang, Zihao" userId="26112959-846b-4648-8ed6-22f7e11ddcd4" providerId="ADAL" clId="{6937D10E-E78F-4517-A7AD-09BAF8D01090}" dt="2025-01-02T19:22:29.352" v="62" actId="12788"/>
          <ac:cxnSpMkLst>
            <pc:docMk/>
            <pc:sldMk cId="1416019772" sldId="270"/>
            <ac:cxnSpMk id="92" creationId="{D7FC5740-F04D-E6F8-CBE1-7A93070611D0}"/>
          </ac:cxnSpMkLst>
        </pc:cxnChg>
        <pc:cxnChg chg="mod">
          <ac:chgData name="Zhang, Zihao" userId="26112959-846b-4648-8ed6-22f7e11ddcd4" providerId="ADAL" clId="{6937D10E-E78F-4517-A7AD-09BAF8D01090}" dt="2025-01-02T19:21:09.831" v="56" actId="12788"/>
          <ac:cxnSpMkLst>
            <pc:docMk/>
            <pc:sldMk cId="1416019772" sldId="270"/>
            <ac:cxnSpMk id="93" creationId="{7696BA18-2191-8F2A-02A4-5F89CB992432}"/>
          </ac:cxnSpMkLst>
        </pc:cxnChg>
        <pc:cxnChg chg="mod">
          <ac:chgData name="Zhang, Zihao" userId="26112959-846b-4648-8ed6-22f7e11ddcd4" providerId="ADAL" clId="{6937D10E-E78F-4517-A7AD-09BAF8D01090}" dt="2025-01-02T19:24:41.329" v="92" actId="12788"/>
          <ac:cxnSpMkLst>
            <pc:docMk/>
            <pc:sldMk cId="1416019772" sldId="270"/>
            <ac:cxnSpMk id="94" creationId="{0986386B-DA02-63E0-E087-616ED1950B05}"/>
          </ac:cxnSpMkLst>
        </pc:cxnChg>
      </pc:sldChg>
      <pc:sldChg chg="addSp delSp modSp new del mod">
        <pc:chgData name="Zhang, Zihao" userId="26112959-846b-4648-8ed6-22f7e11ddcd4" providerId="ADAL" clId="{6937D10E-E78F-4517-A7AD-09BAF8D01090}" dt="2025-01-02T21:40:02.717" v="146" actId="47"/>
        <pc:sldMkLst>
          <pc:docMk/>
          <pc:sldMk cId="2393065738" sldId="271"/>
        </pc:sldMkLst>
      </pc:sldChg>
      <pc:sldChg chg="del">
        <pc:chgData name="Zhang, Zihao" userId="26112959-846b-4648-8ed6-22f7e11ddcd4" providerId="ADAL" clId="{6937D10E-E78F-4517-A7AD-09BAF8D01090}" dt="2025-01-02T00:03:50.077" v="0" actId="47"/>
        <pc:sldMkLst>
          <pc:docMk/>
          <pc:sldMk cId="3822094833" sldId="271"/>
        </pc:sldMkLst>
      </pc:sldChg>
      <pc:sldChg chg="del">
        <pc:chgData name="Zhang, Zihao" userId="26112959-846b-4648-8ed6-22f7e11ddcd4" providerId="ADAL" clId="{6937D10E-E78F-4517-A7AD-09BAF8D01090}" dt="2025-01-02T00:03:51.457" v="4" actId="47"/>
        <pc:sldMkLst>
          <pc:docMk/>
          <pc:sldMk cId="3669502245" sldId="273"/>
        </pc:sldMkLst>
      </pc:sldChg>
      <pc:sldChg chg="del">
        <pc:chgData name="Zhang, Zihao" userId="26112959-846b-4648-8ed6-22f7e11ddcd4" providerId="ADAL" clId="{6937D10E-E78F-4517-A7AD-09BAF8D01090}" dt="2025-01-02T00:03:50.345" v="1" actId="47"/>
        <pc:sldMkLst>
          <pc:docMk/>
          <pc:sldMk cId="3264780388" sldId="275"/>
        </pc:sldMkLst>
      </pc:sldChg>
    </pc:docChg>
  </pc:docChgLst>
  <pc:docChgLst>
    <pc:chgData name="Zhang, Zihao" userId="26112959-846b-4648-8ed6-22f7e11ddcd4" providerId="ADAL" clId="{25D79D08-D0E7-4502-87CF-FD5C747A4D03}"/>
    <pc:docChg chg="delSld">
      <pc:chgData name="Zhang, Zihao" userId="26112959-846b-4648-8ed6-22f7e11ddcd4" providerId="ADAL" clId="{25D79D08-D0E7-4502-87CF-FD5C747A4D03}" dt="2025-01-02T00:03:13.382" v="1" actId="47"/>
      <pc:docMkLst>
        <pc:docMk/>
      </pc:docMkLst>
      <pc:sldChg chg="del">
        <pc:chgData name="Zhang, Zihao" userId="26112959-846b-4648-8ed6-22f7e11ddcd4" providerId="ADAL" clId="{25D79D08-D0E7-4502-87CF-FD5C747A4D03}" dt="2025-01-02T00:03:13.382" v="1" actId="47"/>
        <pc:sldMkLst>
          <pc:docMk/>
          <pc:sldMk cId="1892413208" sldId="272"/>
        </pc:sldMkLst>
      </pc:sldChg>
      <pc:sldChg chg="del">
        <pc:chgData name="Zhang, Zihao" userId="26112959-846b-4648-8ed6-22f7e11ddcd4" providerId="ADAL" clId="{25D79D08-D0E7-4502-87CF-FD5C747A4D03}" dt="2025-01-02T00:03:09.965" v="0" actId="47"/>
        <pc:sldMkLst>
          <pc:docMk/>
          <pc:sldMk cId="3470546515" sldId="274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92CD3C-B33B-43D3-97C7-5595ADBAC9F7}" type="datetimeFigureOut">
              <a:rPr lang="de-CH" smtClean="0"/>
              <a:t>04.01.2025</a:t>
            </a:fld>
            <a:endParaRPr lang="de-C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34950" y="1143000"/>
            <a:ext cx="73279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C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C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1ABF19-8814-492F-B913-F98008D5E4B4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6578181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71700" y="1197187"/>
            <a:ext cx="13030200" cy="2546773"/>
          </a:xfrm>
        </p:spPr>
        <p:txBody>
          <a:bodyPr anchor="b"/>
          <a:lstStyle>
            <a:lvl1pPr algn="ctr">
              <a:defRPr sz="6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171700" y="3842174"/>
            <a:ext cx="13030200" cy="1766146"/>
          </a:xfrm>
        </p:spPr>
        <p:txBody>
          <a:bodyPr/>
          <a:lstStyle>
            <a:lvl1pPr marL="0" indent="0" algn="ctr">
              <a:buNone/>
              <a:defRPr sz="2560"/>
            </a:lvl1pPr>
            <a:lvl2pPr marL="487695" indent="0" algn="ctr">
              <a:buNone/>
              <a:defRPr sz="2133"/>
            </a:lvl2pPr>
            <a:lvl3pPr marL="975390" indent="0" algn="ctr">
              <a:buNone/>
              <a:defRPr sz="1920"/>
            </a:lvl3pPr>
            <a:lvl4pPr marL="1463086" indent="0" algn="ctr">
              <a:buNone/>
              <a:defRPr sz="1707"/>
            </a:lvl4pPr>
            <a:lvl5pPr marL="1950781" indent="0" algn="ctr">
              <a:buNone/>
              <a:defRPr sz="1707"/>
            </a:lvl5pPr>
            <a:lvl6pPr marL="2438476" indent="0" algn="ctr">
              <a:buNone/>
              <a:defRPr sz="1707"/>
            </a:lvl6pPr>
            <a:lvl7pPr marL="2926171" indent="0" algn="ctr">
              <a:buNone/>
              <a:defRPr sz="1707"/>
            </a:lvl7pPr>
            <a:lvl8pPr marL="3413867" indent="0" algn="ctr">
              <a:buNone/>
              <a:defRPr sz="1707"/>
            </a:lvl8pPr>
            <a:lvl9pPr marL="3901562" indent="0" algn="ctr">
              <a:buNone/>
              <a:defRPr sz="1707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663825-4EC8-497F-B8F1-0B4DD83B134A}" type="datetimeFigureOut">
              <a:rPr lang="de-CH" smtClean="0"/>
              <a:t>04.01.2025</a:t>
            </a:fld>
            <a:endParaRPr lang="de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E7B5A-ACEA-482D-9939-D58235B30EE6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6918059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663825-4EC8-497F-B8F1-0B4DD83B134A}" type="datetimeFigureOut">
              <a:rPr lang="de-CH" smtClean="0"/>
              <a:t>04.01.2025</a:t>
            </a:fld>
            <a:endParaRPr lang="de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E7B5A-ACEA-482D-9939-D58235B30EE6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8137430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5386" y="1823721"/>
            <a:ext cx="14984730" cy="3042919"/>
          </a:xfrm>
        </p:spPr>
        <p:txBody>
          <a:bodyPr anchor="b"/>
          <a:lstStyle>
            <a:lvl1pPr>
              <a:defRPr sz="6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85386" y="4895428"/>
            <a:ext cx="14984730" cy="1600199"/>
          </a:xfrm>
        </p:spPr>
        <p:txBody>
          <a:bodyPr/>
          <a:lstStyle>
            <a:lvl1pPr marL="0" indent="0">
              <a:buNone/>
              <a:defRPr sz="2560">
                <a:solidFill>
                  <a:schemeClr val="tx1">
                    <a:tint val="82000"/>
                  </a:schemeClr>
                </a:solidFill>
              </a:defRPr>
            </a:lvl1pPr>
            <a:lvl2pPr marL="487695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2pPr>
            <a:lvl3pPr marL="97539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3pPr>
            <a:lvl4pPr marL="1463086" indent="0">
              <a:buNone/>
              <a:defRPr sz="1707">
                <a:solidFill>
                  <a:schemeClr val="tx1">
                    <a:tint val="82000"/>
                  </a:schemeClr>
                </a:solidFill>
              </a:defRPr>
            </a:lvl4pPr>
            <a:lvl5pPr marL="1950781" indent="0">
              <a:buNone/>
              <a:defRPr sz="1707">
                <a:solidFill>
                  <a:schemeClr val="tx1">
                    <a:tint val="82000"/>
                  </a:schemeClr>
                </a:solidFill>
              </a:defRPr>
            </a:lvl5pPr>
            <a:lvl6pPr marL="2438476" indent="0">
              <a:buNone/>
              <a:defRPr sz="1707">
                <a:solidFill>
                  <a:schemeClr val="tx1">
                    <a:tint val="82000"/>
                  </a:schemeClr>
                </a:solidFill>
              </a:defRPr>
            </a:lvl6pPr>
            <a:lvl7pPr marL="2926171" indent="0">
              <a:buNone/>
              <a:defRPr sz="1707">
                <a:solidFill>
                  <a:schemeClr val="tx1">
                    <a:tint val="82000"/>
                  </a:schemeClr>
                </a:solidFill>
              </a:defRPr>
            </a:lvl7pPr>
            <a:lvl8pPr marL="3413867" indent="0">
              <a:buNone/>
              <a:defRPr sz="1707">
                <a:solidFill>
                  <a:schemeClr val="tx1">
                    <a:tint val="82000"/>
                  </a:schemeClr>
                </a:solidFill>
              </a:defRPr>
            </a:lvl8pPr>
            <a:lvl9pPr marL="3901562" indent="0">
              <a:buNone/>
              <a:defRPr sz="1707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663825-4EC8-497F-B8F1-0B4DD83B134A}" type="datetimeFigureOut">
              <a:rPr lang="de-CH" smtClean="0"/>
              <a:t>04.01.2025</a:t>
            </a:fld>
            <a:endParaRPr lang="de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E7B5A-ACEA-482D-9939-D58235B30EE6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0547531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94435" y="1947333"/>
            <a:ext cx="7383780" cy="464142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795385" y="1947333"/>
            <a:ext cx="7383780" cy="464142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663825-4EC8-497F-B8F1-0B4DD83B134A}" type="datetimeFigureOut">
              <a:rPr lang="de-CH" smtClean="0"/>
              <a:t>04.01.2025</a:t>
            </a:fld>
            <a:endParaRPr lang="de-C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E7B5A-ACEA-482D-9939-D58235B30EE6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0068109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6698" y="389467"/>
            <a:ext cx="14984730" cy="141393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96699" y="1793241"/>
            <a:ext cx="7349846" cy="878839"/>
          </a:xfrm>
        </p:spPr>
        <p:txBody>
          <a:bodyPr anchor="b"/>
          <a:lstStyle>
            <a:lvl1pPr marL="0" indent="0">
              <a:buNone/>
              <a:defRPr sz="2560" b="1"/>
            </a:lvl1pPr>
            <a:lvl2pPr marL="487695" indent="0">
              <a:buNone/>
              <a:defRPr sz="2133" b="1"/>
            </a:lvl2pPr>
            <a:lvl3pPr marL="975390" indent="0">
              <a:buNone/>
              <a:defRPr sz="1920" b="1"/>
            </a:lvl3pPr>
            <a:lvl4pPr marL="1463086" indent="0">
              <a:buNone/>
              <a:defRPr sz="1707" b="1"/>
            </a:lvl4pPr>
            <a:lvl5pPr marL="1950781" indent="0">
              <a:buNone/>
              <a:defRPr sz="1707" b="1"/>
            </a:lvl5pPr>
            <a:lvl6pPr marL="2438476" indent="0">
              <a:buNone/>
              <a:defRPr sz="1707" b="1"/>
            </a:lvl6pPr>
            <a:lvl7pPr marL="2926171" indent="0">
              <a:buNone/>
              <a:defRPr sz="1707" b="1"/>
            </a:lvl7pPr>
            <a:lvl8pPr marL="3413867" indent="0">
              <a:buNone/>
              <a:defRPr sz="1707" b="1"/>
            </a:lvl8pPr>
            <a:lvl9pPr marL="3901562" indent="0">
              <a:buNone/>
              <a:defRPr sz="170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96699" y="2672080"/>
            <a:ext cx="7349846" cy="393022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8795385" y="1793241"/>
            <a:ext cx="7386043" cy="878839"/>
          </a:xfrm>
        </p:spPr>
        <p:txBody>
          <a:bodyPr anchor="b"/>
          <a:lstStyle>
            <a:lvl1pPr marL="0" indent="0">
              <a:buNone/>
              <a:defRPr sz="2560" b="1"/>
            </a:lvl1pPr>
            <a:lvl2pPr marL="487695" indent="0">
              <a:buNone/>
              <a:defRPr sz="2133" b="1"/>
            </a:lvl2pPr>
            <a:lvl3pPr marL="975390" indent="0">
              <a:buNone/>
              <a:defRPr sz="1920" b="1"/>
            </a:lvl3pPr>
            <a:lvl4pPr marL="1463086" indent="0">
              <a:buNone/>
              <a:defRPr sz="1707" b="1"/>
            </a:lvl4pPr>
            <a:lvl5pPr marL="1950781" indent="0">
              <a:buNone/>
              <a:defRPr sz="1707" b="1"/>
            </a:lvl5pPr>
            <a:lvl6pPr marL="2438476" indent="0">
              <a:buNone/>
              <a:defRPr sz="1707" b="1"/>
            </a:lvl6pPr>
            <a:lvl7pPr marL="2926171" indent="0">
              <a:buNone/>
              <a:defRPr sz="1707" b="1"/>
            </a:lvl7pPr>
            <a:lvl8pPr marL="3413867" indent="0">
              <a:buNone/>
              <a:defRPr sz="1707" b="1"/>
            </a:lvl8pPr>
            <a:lvl9pPr marL="3901562" indent="0">
              <a:buNone/>
              <a:defRPr sz="170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8795385" y="2672080"/>
            <a:ext cx="7386043" cy="393022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663825-4EC8-497F-B8F1-0B4DD83B134A}" type="datetimeFigureOut">
              <a:rPr lang="de-CH" smtClean="0"/>
              <a:t>04.01.2025</a:t>
            </a:fld>
            <a:endParaRPr lang="de-CH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E7B5A-ACEA-482D-9939-D58235B30EE6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6687566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663825-4EC8-497F-B8F1-0B4DD83B134A}" type="datetimeFigureOut">
              <a:rPr lang="de-CH" smtClean="0"/>
              <a:t>04.01.2025</a:t>
            </a:fld>
            <a:endParaRPr lang="de-CH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E7B5A-ACEA-482D-9939-D58235B30EE6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4980683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663825-4EC8-497F-B8F1-0B4DD83B134A}" type="datetimeFigureOut">
              <a:rPr lang="de-CH" smtClean="0"/>
              <a:t>04.01.2025</a:t>
            </a:fld>
            <a:endParaRPr lang="de-CH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E7B5A-ACEA-482D-9939-D58235B30EE6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3821052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6698" y="487680"/>
            <a:ext cx="5603438" cy="1706880"/>
          </a:xfrm>
        </p:spPr>
        <p:txBody>
          <a:bodyPr anchor="b"/>
          <a:lstStyle>
            <a:lvl1pPr>
              <a:defRPr sz="341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86043" y="1053254"/>
            <a:ext cx="8795385" cy="5198533"/>
          </a:xfrm>
        </p:spPr>
        <p:txBody>
          <a:bodyPr/>
          <a:lstStyle>
            <a:lvl1pPr>
              <a:defRPr sz="3413"/>
            </a:lvl1pPr>
            <a:lvl2pPr>
              <a:defRPr sz="2987"/>
            </a:lvl2pPr>
            <a:lvl3pPr>
              <a:defRPr sz="256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96698" y="2194560"/>
            <a:ext cx="5603438" cy="4065694"/>
          </a:xfrm>
        </p:spPr>
        <p:txBody>
          <a:bodyPr/>
          <a:lstStyle>
            <a:lvl1pPr marL="0" indent="0">
              <a:buNone/>
              <a:defRPr sz="1707"/>
            </a:lvl1pPr>
            <a:lvl2pPr marL="487695" indent="0">
              <a:buNone/>
              <a:defRPr sz="1493"/>
            </a:lvl2pPr>
            <a:lvl3pPr marL="975390" indent="0">
              <a:buNone/>
              <a:defRPr sz="1280"/>
            </a:lvl3pPr>
            <a:lvl4pPr marL="1463086" indent="0">
              <a:buNone/>
              <a:defRPr sz="1067"/>
            </a:lvl4pPr>
            <a:lvl5pPr marL="1950781" indent="0">
              <a:buNone/>
              <a:defRPr sz="1067"/>
            </a:lvl5pPr>
            <a:lvl6pPr marL="2438476" indent="0">
              <a:buNone/>
              <a:defRPr sz="1067"/>
            </a:lvl6pPr>
            <a:lvl7pPr marL="2926171" indent="0">
              <a:buNone/>
              <a:defRPr sz="1067"/>
            </a:lvl7pPr>
            <a:lvl8pPr marL="3413867" indent="0">
              <a:buNone/>
              <a:defRPr sz="1067"/>
            </a:lvl8pPr>
            <a:lvl9pPr marL="3901562" indent="0">
              <a:buNone/>
              <a:defRPr sz="10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663825-4EC8-497F-B8F1-0B4DD83B134A}" type="datetimeFigureOut">
              <a:rPr lang="de-CH" smtClean="0"/>
              <a:t>04.01.2025</a:t>
            </a:fld>
            <a:endParaRPr lang="de-C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E7B5A-ACEA-482D-9939-D58235B30EE6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7113917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6698" y="487680"/>
            <a:ext cx="5603438" cy="1706880"/>
          </a:xfrm>
        </p:spPr>
        <p:txBody>
          <a:bodyPr anchor="b"/>
          <a:lstStyle>
            <a:lvl1pPr>
              <a:defRPr sz="341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6043" y="1053254"/>
            <a:ext cx="8795385" cy="5198533"/>
          </a:xfrm>
        </p:spPr>
        <p:txBody>
          <a:bodyPr anchor="t"/>
          <a:lstStyle>
            <a:lvl1pPr marL="0" indent="0">
              <a:buNone/>
              <a:defRPr sz="3413"/>
            </a:lvl1pPr>
            <a:lvl2pPr marL="487695" indent="0">
              <a:buNone/>
              <a:defRPr sz="2987"/>
            </a:lvl2pPr>
            <a:lvl3pPr marL="975390" indent="0">
              <a:buNone/>
              <a:defRPr sz="2560"/>
            </a:lvl3pPr>
            <a:lvl4pPr marL="1463086" indent="0">
              <a:buNone/>
              <a:defRPr sz="2133"/>
            </a:lvl4pPr>
            <a:lvl5pPr marL="1950781" indent="0">
              <a:buNone/>
              <a:defRPr sz="2133"/>
            </a:lvl5pPr>
            <a:lvl6pPr marL="2438476" indent="0">
              <a:buNone/>
              <a:defRPr sz="2133"/>
            </a:lvl6pPr>
            <a:lvl7pPr marL="2926171" indent="0">
              <a:buNone/>
              <a:defRPr sz="2133"/>
            </a:lvl7pPr>
            <a:lvl8pPr marL="3413867" indent="0">
              <a:buNone/>
              <a:defRPr sz="2133"/>
            </a:lvl8pPr>
            <a:lvl9pPr marL="3901562" indent="0">
              <a:buNone/>
              <a:defRPr sz="2133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96698" y="2194560"/>
            <a:ext cx="5603438" cy="4065694"/>
          </a:xfrm>
        </p:spPr>
        <p:txBody>
          <a:bodyPr/>
          <a:lstStyle>
            <a:lvl1pPr marL="0" indent="0">
              <a:buNone/>
              <a:defRPr sz="1707"/>
            </a:lvl1pPr>
            <a:lvl2pPr marL="487695" indent="0">
              <a:buNone/>
              <a:defRPr sz="1493"/>
            </a:lvl2pPr>
            <a:lvl3pPr marL="975390" indent="0">
              <a:buNone/>
              <a:defRPr sz="1280"/>
            </a:lvl3pPr>
            <a:lvl4pPr marL="1463086" indent="0">
              <a:buNone/>
              <a:defRPr sz="1067"/>
            </a:lvl4pPr>
            <a:lvl5pPr marL="1950781" indent="0">
              <a:buNone/>
              <a:defRPr sz="1067"/>
            </a:lvl5pPr>
            <a:lvl6pPr marL="2438476" indent="0">
              <a:buNone/>
              <a:defRPr sz="1067"/>
            </a:lvl6pPr>
            <a:lvl7pPr marL="2926171" indent="0">
              <a:buNone/>
              <a:defRPr sz="1067"/>
            </a:lvl7pPr>
            <a:lvl8pPr marL="3413867" indent="0">
              <a:buNone/>
              <a:defRPr sz="1067"/>
            </a:lvl8pPr>
            <a:lvl9pPr marL="3901562" indent="0">
              <a:buNone/>
              <a:defRPr sz="10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663825-4EC8-497F-B8F1-0B4DD83B134A}" type="datetimeFigureOut">
              <a:rPr lang="de-CH" smtClean="0"/>
              <a:t>04.01.2025</a:t>
            </a:fld>
            <a:endParaRPr lang="de-C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E7B5A-ACEA-482D-9939-D58235B30EE6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4947244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663825-4EC8-497F-B8F1-0B4DD83B134A}" type="datetimeFigureOut">
              <a:rPr lang="de-CH" smtClean="0"/>
              <a:t>04.01.2025</a:t>
            </a:fld>
            <a:endParaRPr lang="de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E7B5A-ACEA-482D-9939-D58235B30EE6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357625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2432982" y="389467"/>
            <a:ext cx="3746183" cy="619929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94435" y="389467"/>
            <a:ext cx="11021378" cy="619929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663825-4EC8-497F-B8F1-0B4DD83B134A}" type="datetimeFigureOut">
              <a:rPr lang="de-CH" smtClean="0"/>
              <a:t>04.01.2025</a:t>
            </a:fld>
            <a:endParaRPr lang="de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E7B5A-ACEA-482D-9939-D58235B30EE6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6124462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94435" y="389467"/>
            <a:ext cx="14984730" cy="14139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94435" y="1947333"/>
            <a:ext cx="14984730" cy="46414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94435" y="6780107"/>
            <a:ext cx="3909060" cy="3894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663825-4EC8-497F-B8F1-0B4DD83B134A}" type="datetimeFigureOut">
              <a:rPr lang="de-CH" smtClean="0"/>
              <a:t>04.01.2025</a:t>
            </a:fld>
            <a:endParaRPr lang="de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755005" y="6780107"/>
            <a:ext cx="5863590" cy="3894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270105" y="6780107"/>
            <a:ext cx="3909060" cy="3894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CE7B5A-ACEA-482D-9939-D58235B30EE6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5424164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5" r:id="rId1"/>
    <p:sldLayoutId id="2147483806" r:id="rId2"/>
    <p:sldLayoutId id="2147483807" r:id="rId3"/>
    <p:sldLayoutId id="2147483808" r:id="rId4"/>
    <p:sldLayoutId id="2147483809" r:id="rId5"/>
    <p:sldLayoutId id="2147483810" r:id="rId6"/>
    <p:sldLayoutId id="2147483811" r:id="rId7"/>
    <p:sldLayoutId id="2147483812" r:id="rId8"/>
    <p:sldLayoutId id="2147483813" r:id="rId9"/>
    <p:sldLayoutId id="2147483814" r:id="rId10"/>
    <p:sldLayoutId id="2147483815" r:id="rId11"/>
  </p:sldLayoutIdLst>
  <p:txStyles>
    <p:titleStyle>
      <a:lvl1pPr algn="l" defTabSz="975390" rtl="0" eaLnBrk="1" latinLnBrk="0" hangingPunct="1">
        <a:lnSpc>
          <a:spcPct val="90000"/>
        </a:lnSpc>
        <a:spcBef>
          <a:spcPct val="0"/>
        </a:spcBef>
        <a:buNone/>
        <a:defRPr sz="469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3848" indent="-243848" algn="l" defTabSz="975390" rtl="0" eaLnBrk="1" latinLnBrk="0" hangingPunct="1">
        <a:lnSpc>
          <a:spcPct val="90000"/>
        </a:lnSpc>
        <a:spcBef>
          <a:spcPts val="1067"/>
        </a:spcBef>
        <a:buFont typeface="Arial" panose="020B0604020202020204" pitchFamily="34" charset="0"/>
        <a:buChar char="•"/>
        <a:defRPr sz="2987" kern="1200">
          <a:solidFill>
            <a:schemeClr val="tx1"/>
          </a:solidFill>
          <a:latin typeface="+mn-lt"/>
          <a:ea typeface="+mn-ea"/>
          <a:cs typeface="+mn-cs"/>
        </a:defRPr>
      </a:lvl1pPr>
      <a:lvl2pPr marL="731543" indent="-243848" algn="l" defTabSz="975390" rtl="0" eaLnBrk="1" latinLnBrk="0" hangingPunct="1">
        <a:lnSpc>
          <a:spcPct val="90000"/>
        </a:lnSpc>
        <a:spcBef>
          <a:spcPts val="533"/>
        </a:spcBef>
        <a:buFont typeface="Arial" panose="020B0604020202020204" pitchFamily="34" charset="0"/>
        <a:buChar char="•"/>
        <a:defRPr sz="256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38" indent="-243848" algn="l" defTabSz="975390" rtl="0" eaLnBrk="1" latinLnBrk="0" hangingPunct="1">
        <a:lnSpc>
          <a:spcPct val="90000"/>
        </a:lnSpc>
        <a:spcBef>
          <a:spcPts val="533"/>
        </a:spcBef>
        <a:buFont typeface="Arial" panose="020B0604020202020204" pitchFamily="34" charset="0"/>
        <a:buChar char="•"/>
        <a:defRPr sz="2133" kern="1200">
          <a:solidFill>
            <a:schemeClr val="tx1"/>
          </a:solidFill>
          <a:latin typeface="+mn-lt"/>
          <a:ea typeface="+mn-ea"/>
          <a:cs typeface="+mn-cs"/>
        </a:defRPr>
      </a:lvl3pPr>
      <a:lvl4pPr marL="1706933" indent="-243848" algn="l" defTabSz="975390" rtl="0" eaLnBrk="1" latinLnBrk="0" hangingPunct="1">
        <a:lnSpc>
          <a:spcPct val="90000"/>
        </a:lnSpc>
        <a:spcBef>
          <a:spcPts val="533"/>
        </a:spcBef>
        <a:buFont typeface="Arial" panose="020B0604020202020204" pitchFamily="34" charset="0"/>
        <a:buChar char="•"/>
        <a:defRPr sz="1920" kern="1200">
          <a:solidFill>
            <a:schemeClr val="tx1"/>
          </a:solidFill>
          <a:latin typeface="+mn-lt"/>
          <a:ea typeface="+mn-ea"/>
          <a:cs typeface="+mn-cs"/>
        </a:defRPr>
      </a:lvl4pPr>
      <a:lvl5pPr marL="2194629" indent="-243848" algn="l" defTabSz="975390" rtl="0" eaLnBrk="1" latinLnBrk="0" hangingPunct="1">
        <a:lnSpc>
          <a:spcPct val="90000"/>
        </a:lnSpc>
        <a:spcBef>
          <a:spcPts val="533"/>
        </a:spcBef>
        <a:buFont typeface="Arial" panose="020B0604020202020204" pitchFamily="34" charset="0"/>
        <a:buChar char="•"/>
        <a:defRPr sz="1920" kern="1200">
          <a:solidFill>
            <a:schemeClr val="tx1"/>
          </a:solidFill>
          <a:latin typeface="+mn-lt"/>
          <a:ea typeface="+mn-ea"/>
          <a:cs typeface="+mn-cs"/>
        </a:defRPr>
      </a:lvl5pPr>
      <a:lvl6pPr marL="2682324" indent="-243848" algn="l" defTabSz="975390" rtl="0" eaLnBrk="1" latinLnBrk="0" hangingPunct="1">
        <a:lnSpc>
          <a:spcPct val="90000"/>
        </a:lnSpc>
        <a:spcBef>
          <a:spcPts val="533"/>
        </a:spcBef>
        <a:buFont typeface="Arial" panose="020B0604020202020204" pitchFamily="34" charset="0"/>
        <a:buChar char="•"/>
        <a:defRPr sz="1920" kern="1200">
          <a:solidFill>
            <a:schemeClr val="tx1"/>
          </a:solidFill>
          <a:latin typeface="+mn-lt"/>
          <a:ea typeface="+mn-ea"/>
          <a:cs typeface="+mn-cs"/>
        </a:defRPr>
      </a:lvl6pPr>
      <a:lvl7pPr marL="3170019" indent="-243848" algn="l" defTabSz="975390" rtl="0" eaLnBrk="1" latinLnBrk="0" hangingPunct="1">
        <a:lnSpc>
          <a:spcPct val="90000"/>
        </a:lnSpc>
        <a:spcBef>
          <a:spcPts val="533"/>
        </a:spcBef>
        <a:buFont typeface="Arial" panose="020B0604020202020204" pitchFamily="34" charset="0"/>
        <a:buChar char="•"/>
        <a:defRPr sz="1920" kern="1200">
          <a:solidFill>
            <a:schemeClr val="tx1"/>
          </a:solidFill>
          <a:latin typeface="+mn-lt"/>
          <a:ea typeface="+mn-ea"/>
          <a:cs typeface="+mn-cs"/>
        </a:defRPr>
      </a:lvl7pPr>
      <a:lvl8pPr marL="3657714" indent="-243848" algn="l" defTabSz="975390" rtl="0" eaLnBrk="1" latinLnBrk="0" hangingPunct="1">
        <a:lnSpc>
          <a:spcPct val="90000"/>
        </a:lnSpc>
        <a:spcBef>
          <a:spcPts val="533"/>
        </a:spcBef>
        <a:buFont typeface="Arial" panose="020B0604020202020204" pitchFamily="34" charset="0"/>
        <a:buChar char="•"/>
        <a:defRPr sz="1920" kern="1200">
          <a:solidFill>
            <a:schemeClr val="tx1"/>
          </a:solidFill>
          <a:latin typeface="+mn-lt"/>
          <a:ea typeface="+mn-ea"/>
          <a:cs typeface="+mn-cs"/>
        </a:defRPr>
      </a:lvl8pPr>
      <a:lvl9pPr marL="4145410" indent="-243848" algn="l" defTabSz="975390" rtl="0" eaLnBrk="1" latinLnBrk="0" hangingPunct="1">
        <a:lnSpc>
          <a:spcPct val="90000"/>
        </a:lnSpc>
        <a:spcBef>
          <a:spcPts val="533"/>
        </a:spcBef>
        <a:buFont typeface="Arial" panose="020B0604020202020204" pitchFamily="34" charset="0"/>
        <a:buChar char="•"/>
        <a:defRPr sz="19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1pPr>
      <a:lvl2pPr marL="487695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2pPr>
      <a:lvl3pPr marL="975390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3pPr>
      <a:lvl4pPr marL="1463086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4pPr>
      <a:lvl5pPr marL="1950781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5pPr>
      <a:lvl6pPr marL="2438476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6pPr>
      <a:lvl7pPr marL="2926171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7pPr>
      <a:lvl8pPr marL="3413867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8pPr>
      <a:lvl9pPr marL="3901562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nordicenergy.org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78B24F9-B046-1AAE-2A4A-AD3E29F724D0}"/>
              </a:ext>
            </a:extLst>
          </p:cNvPr>
          <p:cNvCxnSpPr>
            <a:cxnSpLocks/>
          </p:cNvCxnSpPr>
          <p:nvPr/>
        </p:nvCxnSpPr>
        <p:spPr>
          <a:xfrm>
            <a:off x="9973937" y="3895698"/>
            <a:ext cx="809085" cy="0"/>
          </a:xfrm>
          <a:prstGeom prst="line">
            <a:avLst/>
          </a:prstGeom>
          <a:ln w="28575">
            <a:gradFill flip="none" rotWithShape="1">
              <a:gsLst>
                <a:gs pos="0">
                  <a:srgbClr val="00C862"/>
                </a:gs>
                <a:gs pos="100000">
                  <a:srgbClr val="E4325C"/>
                </a:gs>
              </a:gsLst>
              <a:path path="circle">
                <a:fillToRect l="100000" t="100000"/>
              </a:path>
              <a:tileRect r="-100000" b="-10000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6B3850DA-30FA-5D34-01AC-90EA51872F2B}"/>
              </a:ext>
            </a:extLst>
          </p:cNvPr>
          <p:cNvSpPr txBox="1"/>
          <p:nvPr/>
        </p:nvSpPr>
        <p:spPr>
          <a:xfrm>
            <a:off x="12759425" y="4012628"/>
            <a:ext cx="1951454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altLang="zh-CN" sz="1400" dirty="0">
                <a:latin typeface="Roboto" panose="02000000000000000000" pitchFamily="2" charset="0"/>
                <a:ea typeface="Roboto" panose="02000000000000000000" pitchFamily="2" charset="0"/>
              </a:rPr>
              <a:t>Rapid </a:t>
            </a:r>
            <a:r>
              <a:rPr lang="de-DE" altLang="zh-CN" sz="1400" dirty="0" err="1">
                <a:latin typeface="Roboto" panose="02000000000000000000" pitchFamily="2" charset="0"/>
                <a:ea typeface="Roboto" panose="02000000000000000000" pitchFamily="2" charset="0"/>
              </a:rPr>
              <a:t>growth</a:t>
            </a:r>
            <a:r>
              <a:rPr lang="de-DE" altLang="zh-CN" sz="14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de-DE" altLang="zh-CN" sz="1400" dirty="0" err="1">
                <a:latin typeface="Roboto" panose="02000000000000000000" pitchFamily="2" charset="0"/>
                <a:ea typeface="Roboto" panose="02000000000000000000" pitchFamily="2" charset="0"/>
              </a:rPr>
              <a:t>of</a:t>
            </a:r>
            <a:r>
              <a:rPr lang="de-CH" altLang="zh-CN" sz="1400" dirty="0">
                <a:latin typeface="Roboto" panose="02000000000000000000" pitchFamily="2" charset="0"/>
                <a:ea typeface="Roboto" panose="02000000000000000000" pitchFamily="2" charset="0"/>
              </a:rPr>
              <a:t> C</a:t>
            </a:r>
            <a:r>
              <a:rPr lang="de-CH" altLang="zh-CN" sz="1400" baseline="-25000" dirty="0">
                <a:latin typeface="Roboto" panose="02000000000000000000" pitchFamily="2" charset="0"/>
                <a:ea typeface="Roboto" panose="02000000000000000000" pitchFamily="2" charset="0"/>
              </a:rPr>
              <a:t>2</a:t>
            </a:r>
            <a:r>
              <a:rPr lang="de-CH" altLang="zh-CN" sz="1400" dirty="0">
                <a:latin typeface="Roboto" panose="02000000000000000000" pitchFamily="2" charset="0"/>
                <a:ea typeface="Roboto" panose="02000000000000000000" pitchFamily="2" charset="0"/>
              </a:rPr>
              <a:t>H</a:t>
            </a:r>
            <a:r>
              <a:rPr lang="de-CH" altLang="zh-CN" sz="1400" baseline="-25000" dirty="0">
                <a:latin typeface="Roboto" panose="02000000000000000000" pitchFamily="2" charset="0"/>
                <a:ea typeface="Roboto" panose="02000000000000000000" pitchFamily="2" charset="0"/>
              </a:rPr>
              <a:t>2 </a:t>
            </a:r>
            <a:r>
              <a:rPr lang="de-DE" altLang="zh-CN" sz="1400" dirty="0">
                <a:latin typeface="Roboto" panose="02000000000000000000" pitchFamily="2" charset="0"/>
                <a:ea typeface="Roboto" panose="02000000000000000000" pitchFamily="2" charset="0"/>
              </a:rPr>
              <a:t>and PVC </a:t>
            </a:r>
            <a:r>
              <a:rPr lang="de-CH" altLang="zh-CN" sz="1400" dirty="0" err="1">
                <a:latin typeface="Roboto" panose="02000000000000000000" pitchFamily="2" charset="0"/>
                <a:ea typeface="Roboto" panose="02000000000000000000" pitchFamily="2" charset="0"/>
              </a:rPr>
              <a:t>production</a:t>
            </a:r>
            <a:r>
              <a:rPr lang="de-CH" altLang="zh-CN" sz="14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de-CH" altLang="zh-CN" sz="1400" i="1" dirty="0">
                <a:latin typeface="Roboto" panose="02000000000000000000" pitchFamily="2" charset="0"/>
                <a:ea typeface="Roboto" panose="02000000000000000000" pitchFamily="2" charset="0"/>
              </a:rPr>
              <a:t>via</a:t>
            </a:r>
            <a:r>
              <a:rPr lang="de-CH" altLang="zh-CN" sz="14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de-CH" altLang="zh-CN" sz="1400" dirty="0">
                <a:solidFill>
                  <a:srgbClr val="009BD7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CaC</a:t>
            </a:r>
            <a:r>
              <a:rPr lang="de-CH" altLang="zh-CN" sz="1400" baseline="-25000" dirty="0">
                <a:solidFill>
                  <a:srgbClr val="009BD7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2</a:t>
            </a:r>
            <a:r>
              <a:rPr lang="de-CH" altLang="zh-CN" sz="1400" dirty="0">
                <a:latin typeface="Roboto" panose="02000000000000000000" pitchFamily="2" charset="0"/>
                <a:ea typeface="Roboto" panose="02000000000000000000" pitchFamily="2" charset="0"/>
              </a:rPr>
              <a:t> in China</a:t>
            </a:r>
            <a:endParaRPr lang="de-CH" sz="1400" dirty="0">
              <a:latin typeface="Roboto" panose="02000000000000000000" pitchFamily="2" charset="0"/>
              <a:ea typeface="Roboto" panose="02000000000000000000" pitchFamily="2" charset="0"/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0FD8BB5-2151-558F-83E5-68E5BFE20393}"/>
              </a:ext>
            </a:extLst>
          </p:cNvPr>
          <p:cNvCxnSpPr>
            <a:cxnSpLocks/>
            <a:stCxn id="63" idx="2"/>
          </p:cNvCxnSpPr>
          <p:nvPr/>
        </p:nvCxnSpPr>
        <p:spPr>
          <a:xfrm flipH="1">
            <a:off x="1534047" y="3899824"/>
            <a:ext cx="3181016" cy="37"/>
          </a:xfrm>
          <a:prstGeom prst="line">
            <a:avLst/>
          </a:prstGeom>
          <a:ln w="28575">
            <a:solidFill>
              <a:srgbClr val="0098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E6DF4C8-BF83-FCF8-2EDC-F913CD77F39D}"/>
              </a:ext>
            </a:extLst>
          </p:cNvPr>
          <p:cNvCxnSpPr>
            <a:cxnSpLocks/>
          </p:cNvCxnSpPr>
          <p:nvPr/>
        </p:nvCxnSpPr>
        <p:spPr>
          <a:xfrm flipH="1" flipV="1">
            <a:off x="1524374" y="2092699"/>
            <a:ext cx="2" cy="1716321"/>
          </a:xfrm>
          <a:prstGeom prst="line">
            <a:avLst/>
          </a:prstGeom>
          <a:ln>
            <a:solidFill>
              <a:srgbClr val="00989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A952BCD4-6F71-DA50-B347-F3135419179B}"/>
              </a:ext>
            </a:extLst>
          </p:cNvPr>
          <p:cNvSpPr txBox="1"/>
          <p:nvPr/>
        </p:nvSpPr>
        <p:spPr>
          <a:xfrm>
            <a:off x="881232" y="1291731"/>
            <a:ext cx="126461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altLang="zh-CN" sz="1600" dirty="0">
                <a:latin typeface="Roboto Medium" panose="02000000000000000000" pitchFamily="2" charset="0"/>
                <a:ea typeface="Roboto Medium" panose="02000000000000000000" pitchFamily="2" charset="0"/>
              </a:rPr>
              <a:t>1836</a:t>
            </a:r>
          </a:p>
          <a:p>
            <a:pPr algn="ctr"/>
            <a:r>
              <a:rPr lang="de-DE" altLang="zh-CN" sz="1600" dirty="0">
                <a:latin typeface="Roboto" panose="02000000000000000000" pitchFamily="2" charset="0"/>
                <a:ea typeface="Roboto" panose="02000000000000000000" pitchFamily="2" charset="0"/>
              </a:rPr>
              <a:t>Discovery </a:t>
            </a:r>
            <a:r>
              <a:rPr lang="de-DE" altLang="zh-CN" sz="1600" dirty="0" err="1">
                <a:latin typeface="Roboto" panose="02000000000000000000" pitchFamily="2" charset="0"/>
                <a:ea typeface="Roboto" panose="02000000000000000000" pitchFamily="2" charset="0"/>
              </a:rPr>
              <a:t>of</a:t>
            </a:r>
            <a:r>
              <a:rPr lang="de-DE" altLang="zh-CN" sz="1600" dirty="0">
                <a:latin typeface="Roboto" panose="02000000000000000000" pitchFamily="2" charset="0"/>
                <a:ea typeface="Roboto" panose="02000000000000000000" pitchFamily="2" charset="0"/>
              </a:rPr>
              <a:t> C</a:t>
            </a:r>
            <a:r>
              <a:rPr lang="de-DE" altLang="zh-CN" sz="1600" baseline="-25000" dirty="0">
                <a:latin typeface="Roboto" panose="02000000000000000000" pitchFamily="2" charset="0"/>
                <a:ea typeface="Roboto" panose="02000000000000000000" pitchFamily="2" charset="0"/>
              </a:rPr>
              <a:t>2</a:t>
            </a:r>
            <a:r>
              <a:rPr lang="de-DE" altLang="zh-CN" sz="1600" dirty="0">
                <a:latin typeface="Roboto" panose="02000000000000000000" pitchFamily="2" charset="0"/>
                <a:ea typeface="Roboto" panose="02000000000000000000" pitchFamily="2" charset="0"/>
              </a:rPr>
              <a:t>H</a:t>
            </a:r>
            <a:r>
              <a:rPr lang="de-DE" altLang="zh-CN" sz="1600" baseline="-25000" dirty="0">
                <a:latin typeface="Roboto" panose="02000000000000000000" pitchFamily="2" charset="0"/>
                <a:ea typeface="Roboto" panose="02000000000000000000" pitchFamily="2" charset="0"/>
              </a:rPr>
              <a:t>2</a:t>
            </a:r>
            <a:endParaRPr lang="de-CH" sz="1600" u="sng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668F574-DD67-9841-B2F4-C93DEC1878A6}"/>
              </a:ext>
            </a:extLst>
          </p:cNvPr>
          <p:cNvSpPr/>
          <p:nvPr/>
        </p:nvSpPr>
        <p:spPr>
          <a:xfrm>
            <a:off x="2250654" y="3822130"/>
            <a:ext cx="155388" cy="155388"/>
          </a:xfrm>
          <a:prstGeom prst="ellipse">
            <a:avLst/>
          </a:prstGeom>
          <a:solidFill>
            <a:srgbClr val="00989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sz="1600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75F9337-9454-E297-4DF5-16C8ED5AF0A8}"/>
              </a:ext>
            </a:extLst>
          </p:cNvPr>
          <p:cNvCxnSpPr>
            <a:cxnSpLocks/>
          </p:cNvCxnSpPr>
          <p:nvPr/>
        </p:nvCxnSpPr>
        <p:spPr>
          <a:xfrm flipV="1">
            <a:off x="2328348" y="3920131"/>
            <a:ext cx="0" cy="1767880"/>
          </a:xfrm>
          <a:prstGeom prst="line">
            <a:avLst/>
          </a:prstGeom>
          <a:ln>
            <a:solidFill>
              <a:srgbClr val="00989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1FA3D75C-D1EC-1913-4E47-ABD4C4FB0FEA}"/>
              </a:ext>
            </a:extLst>
          </p:cNvPr>
          <p:cNvSpPr txBox="1"/>
          <p:nvPr/>
        </p:nvSpPr>
        <p:spPr>
          <a:xfrm>
            <a:off x="1316885" y="5719334"/>
            <a:ext cx="202292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altLang="zh-CN" sz="1600" dirty="0">
                <a:latin typeface="Roboto Medium" panose="02000000000000000000" pitchFamily="2" charset="0"/>
                <a:ea typeface="Roboto Medium" panose="02000000000000000000" pitchFamily="2" charset="0"/>
              </a:rPr>
              <a:t>1860</a:t>
            </a:r>
          </a:p>
          <a:p>
            <a:pPr algn="ctr"/>
            <a:r>
              <a:rPr lang="de-DE" altLang="zh-CN" sz="1600" dirty="0" err="1">
                <a:latin typeface="Roboto" panose="02000000000000000000" pitchFamily="2" charset="0"/>
                <a:ea typeface="Roboto" panose="02000000000000000000" pitchFamily="2" charset="0"/>
              </a:rPr>
              <a:t>Coined</a:t>
            </a:r>
            <a:r>
              <a:rPr lang="de-DE" altLang="zh-CN" sz="16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de-DE" altLang="zh-CN" sz="1600" dirty="0" err="1">
                <a:latin typeface="Roboto" panose="02000000000000000000" pitchFamily="2" charset="0"/>
                <a:ea typeface="Roboto" panose="02000000000000000000" pitchFamily="2" charset="0"/>
              </a:rPr>
              <a:t>the</a:t>
            </a:r>
            <a:r>
              <a:rPr lang="de-DE" altLang="zh-CN" sz="16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de-DE" altLang="zh-CN" sz="1600" dirty="0" err="1">
                <a:latin typeface="Roboto" panose="02000000000000000000" pitchFamily="2" charset="0"/>
                <a:ea typeface="Roboto" panose="02000000000000000000" pitchFamily="2" charset="0"/>
              </a:rPr>
              <a:t>name</a:t>
            </a:r>
            <a:r>
              <a:rPr lang="de-DE" altLang="zh-CN" sz="1600" dirty="0">
                <a:latin typeface="Roboto" panose="02000000000000000000" pitchFamily="2" charset="0"/>
                <a:ea typeface="Roboto" panose="02000000000000000000" pitchFamily="2" charset="0"/>
              </a:rPr>
              <a:t>  “</a:t>
            </a:r>
            <a:r>
              <a:rPr lang="de-DE" altLang="zh-CN" sz="1600" dirty="0" err="1">
                <a:latin typeface="Roboto" panose="02000000000000000000" pitchFamily="2" charset="0"/>
                <a:ea typeface="Roboto" panose="02000000000000000000" pitchFamily="2" charset="0"/>
              </a:rPr>
              <a:t>acetylene</a:t>
            </a:r>
            <a:r>
              <a:rPr lang="de-DE" altLang="zh-CN" sz="1600" dirty="0">
                <a:latin typeface="Roboto" panose="02000000000000000000" pitchFamily="2" charset="0"/>
                <a:ea typeface="Roboto" panose="02000000000000000000" pitchFamily="2" charset="0"/>
              </a:rPr>
              <a:t>” </a:t>
            </a:r>
            <a:endParaRPr lang="de-CH" sz="1600" u="sng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852C7EDC-4091-6BD3-1054-02B155906098}"/>
              </a:ext>
            </a:extLst>
          </p:cNvPr>
          <p:cNvSpPr/>
          <p:nvPr/>
        </p:nvSpPr>
        <p:spPr>
          <a:xfrm>
            <a:off x="3086316" y="3822130"/>
            <a:ext cx="155388" cy="155388"/>
          </a:xfrm>
          <a:prstGeom prst="ellipse">
            <a:avLst/>
          </a:prstGeom>
          <a:solidFill>
            <a:srgbClr val="00989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sz="16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394A4B7-3C36-05B7-49A0-B841F872302D}"/>
              </a:ext>
            </a:extLst>
          </p:cNvPr>
          <p:cNvSpPr txBox="1"/>
          <p:nvPr/>
        </p:nvSpPr>
        <p:spPr>
          <a:xfrm>
            <a:off x="2231776" y="2080085"/>
            <a:ext cx="186446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altLang="zh-CN" sz="1600" dirty="0">
                <a:latin typeface="Roboto Medium" panose="02000000000000000000" pitchFamily="2" charset="0"/>
                <a:ea typeface="Roboto Medium" panose="02000000000000000000" pitchFamily="2" charset="0"/>
              </a:rPr>
              <a:t>1862</a:t>
            </a:r>
          </a:p>
          <a:p>
            <a:pPr algn="ctr"/>
            <a:r>
              <a:rPr lang="de-DE" altLang="zh-CN" sz="1600" dirty="0">
                <a:solidFill>
                  <a:prstClr val="black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</a:t>
            </a:r>
            <a:r>
              <a:rPr lang="de-DE" altLang="zh-CN" sz="1600" baseline="-25000" dirty="0">
                <a:solidFill>
                  <a:prstClr val="black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2</a:t>
            </a:r>
            <a:r>
              <a:rPr lang="de-DE" altLang="zh-CN" sz="1600" dirty="0">
                <a:solidFill>
                  <a:prstClr val="black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H</a:t>
            </a:r>
            <a:r>
              <a:rPr lang="de-DE" altLang="zh-CN" sz="1600" baseline="-25000" dirty="0">
                <a:solidFill>
                  <a:prstClr val="black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2 </a:t>
            </a:r>
            <a:r>
              <a:rPr lang="de-DE" altLang="zh-CN" sz="1600" dirty="0">
                <a:solidFill>
                  <a:prstClr val="black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s</a:t>
            </a:r>
            <a:r>
              <a:rPr lang="de-DE" altLang="zh-CN" sz="1600" dirty="0" err="1">
                <a:latin typeface="Roboto" panose="02000000000000000000" pitchFamily="2" charset="0"/>
                <a:ea typeface="Roboto" panose="02000000000000000000" pitchFamily="2" charset="0"/>
              </a:rPr>
              <a:t>ynthesis</a:t>
            </a:r>
            <a:r>
              <a:rPr lang="de-DE" altLang="zh-CN" sz="16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de-DE" altLang="zh-CN" sz="1600" i="1" dirty="0">
                <a:latin typeface="Roboto" panose="02000000000000000000" pitchFamily="2" charset="0"/>
                <a:ea typeface="Roboto" panose="02000000000000000000" pitchFamily="2" charset="0"/>
              </a:rPr>
              <a:t>via</a:t>
            </a:r>
            <a:r>
              <a:rPr lang="de-DE" altLang="zh-CN" sz="16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de-DE" altLang="zh-CN" sz="1600" dirty="0" err="1">
                <a:latin typeface="Roboto" panose="02000000000000000000" pitchFamily="2" charset="0"/>
                <a:ea typeface="Roboto" panose="02000000000000000000" pitchFamily="2" charset="0"/>
              </a:rPr>
              <a:t>electric</a:t>
            </a:r>
            <a:r>
              <a:rPr lang="de-DE" altLang="zh-CN" sz="16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de-DE" altLang="zh-CN" sz="1600" dirty="0" err="1">
                <a:latin typeface="Roboto" panose="02000000000000000000" pitchFamily="2" charset="0"/>
                <a:ea typeface="Roboto" panose="02000000000000000000" pitchFamily="2" charset="0"/>
              </a:rPr>
              <a:t>arc</a:t>
            </a:r>
            <a:endParaRPr lang="de-CH" sz="1600" u="sng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635ECF92-DFCE-3F15-9CEC-3739DEE5D968}"/>
              </a:ext>
            </a:extLst>
          </p:cNvPr>
          <p:cNvSpPr/>
          <p:nvPr/>
        </p:nvSpPr>
        <p:spPr>
          <a:xfrm>
            <a:off x="3892269" y="3822130"/>
            <a:ext cx="155388" cy="155388"/>
          </a:xfrm>
          <a:prstGeom prst="ellipse">
            <a:avLst/>
          </a:prstGeom>
          <a:solidFill>
            <a:srgbClr val="009BD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sz="1600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FF91357-0B8E-010F-088A-725B82191F12}"/>
              </a:ext>
            </a:extLst>
          </p:cNvPr>
          <p:cNvCxnSpPr>
            <a:cxnSpLocks/>
          </p:cNvCxnSpPr>
          <p:nvPr/>
        </p:nvCxnSpPr>
        <p:spPr>
          <a:xfrm flipV="1">
            <a:off x="3969963" y="3950993"/>
            <a:ext cx="0" cy="914400"/>
          </a:xfrm>
          <a:prstGeom prst="line">
            <a:avLst/>
          </a:prstGeom>
          <a:ln>
            <a:solidFill>
              <a:srgbClr val="009BD7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E99FB9E3-3ECB-3BE5-651C-851E29790858}"/>
              </a:ext>
            </a:extLst>
          </p:cNvPr>
          <p:cNvSpPr txBox="1"/>
          <p:nvPr/>
        </p:nvSpPr>
        <p:spPr>
          <a:xfrm>
            <a:off x="3042591" y="4856912"/>
            <a:ext cx="185474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altLang="zh-CN" sz="1600" dirty="0">
                <a:solidFill>
                  <a:srgbClr val="009BD7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1894</a:t>
            </a:r>
          </a:p>
          <a:p>
            <a:pPr algn="ctr"/>
            <a:r>
              <a:rPr lang="de-DE" altLang="zh-CN" sz="1600" dirty="0">
                <a:solidFill>
                  <a:srgbClr val="009BD7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</a:t>
            </a:r>
            <a:r>
              <a:rPr lang="de-DE" altLang="zh-CN" sz="1600" baseline="-25000" dirty="0">
                <a:solidFill>
                  <a:srgbClr val="009BD7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2</a:t>
            </a:r>
            <a:r>
              <a:rPr lang="de-DE" altLang="zh-CN" sz="1600" dirty="0">
                <a:solidFill>
                  <a:srgbClr val="009BD7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H</a:t>
            </a:r>
            <a:r>
              <a:rPr lang="de-DE" altLang="zh-CN" sz="1600" baseline="-25000" dirty="0">
                <a:solidFill>
                  <a:srgbClr val="009BD7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2</a:t>
            </a:r>
            <a:r>
              <a:rPr lang="de-DE" altLang="zh-CN" sz="1600" dirty="0">
                <a:solidFill>
                  <a:srgbClr val="009BD7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de-DE" altLang="zh-CN" sz="1600" dirty="0" err="1">
                <a:solidFill>
                  <a:srgbClr val="009BD7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production</a:t>
            </a:r>
            <a:r>
              <a:rPr lang="de-DE" altLang="zh-CN" sz="1600" dirty="0">
                <a:solidFill>
                  <a:srgbClr val="009BD7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de-DE" altLang="zh-CN" sz="1600" i="1" dirty="0">
                <a:solidFill>
                  <a:srgbClr val="009BD7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via</a:t>
            </a:r>
            <a:r>
              <a:rPr lang="de-DE" altLang="zh-CN" sz="1600" dirty="0">
                <a:solidFill>
                  <a:srgbClr val="009BD7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CaC</a:t>
            </a:r>
            <a:r>
              <a:rPr lang="de-DE" altLang="zh-CN" sz="1600" baseline="-25000" dirty="0">
                <a:solidFill>
                  <a:srgbClr val="009BD7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2</a:t>
            </a:r>
            <a:r>
              <a:rPr lang="de-DE" altLang="zh-CN" sz="1600" dirty="0">
                <a:solidFill>
                  <a:srgbClr val="009BD7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route</a:t>
            </a:r>
            <a:endParaRPr lang="de-CH" sz="1600" u="sng" dirty="0">
              <a:solidFill>
                <a:srgbClr val="009BD7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9F04C7A-9E16-A75A-B352-89ECE112AB31}"/>
              </a:ext>
            </a:extLst>
          </p:cNvPr>
          <p:cNvCxnSpPr>
            <a:cxnSpLocks/>
          </p:cNvCxnSpPr>
          <p:nvPr/>
        </p:nvCxnSpPr>
        <p:spPr>
          <a:xfrm flipH="1" flipV="1">
            <a:off x="4792756" y="2092699"/>
            <a:ext cx="2" cy="1716321"/>
          </a:xfrm>
          <a:prstGeom prst="line">
            <a:avLst/>
          </a:prstGeom>
          <a:ln>
            <a:solidFill>
              <a:srgbClr val="00989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BBA33CD7-96CC-19F2-B38B-CB7A01250210}"/>
              </a:ext>
            </a:extLst>
          </p:cNvPr>
          <p:cNvSpPr txBox="1"/>
          <p:nvPr/>
        </p:nvSpPr>
        <p:spPr>
          <a:xfrm>
            <a:off x="3717488" y="1291731"/>
            <a:ext cx="215053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altLang="zh-CN" sz="1600" dirty="0">
                <a:latin typeface="Roboto Medium" panose="02000000000000000000" pitchFamily="2" charset="0"/>
                <a:ea typeface="Roboto Medium" panose="02000000000000000000" pitchFamily="2" charset="0"/>
              </a:rPr>
              <a:t>1916</a:t>
            </a:r>
          </a:p>
          <a:p>
            <a:pPr algn="ctr"/>
            <a:r>
              <a:rPr lang="de-DE" altLang="zh-CN" sz="1600" dirty="0" err="1">
                <a:latin typeface="Roboto" panose="02000000000000000000" pitchFamily="2" charset="0"/>
                <a:ea typeface="Roboto" panose="02000000000000000000" pitchFamily="2" charset="0"/>
              </a:rPr>
              <a:t>Acetaldehyde</a:t>
            </a:r>
            <a:r>
              <a:rPr lang="de-DE" altLang="zh-CN" sz="16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de-DE" altLang="zh-CN" sz="1600" dirty="0" err="1">
                <a:latin typeface="Roboto" panose="02000000000000000000" pitchFamily="2" charset="0"/>
                <a:ea typeface="Roboto" panose="02000000000000000000" pitchFamily="2" charset="0"/>
              </a:rPr>
              <a:t>production</a:t>
            </a:r>
            <a:endParaRPr lang="de-CH" sz="1600" u="sng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8F4E6E12-A61C-2869-5007-478B21AAAB36}"/>
              </a:ext>
            </a:extLst>
          </p:cNvPr>
          <p:cNvCxnSpPr>
            <a:cxnSpLocks/>
            <a:stCxn id="38" idx="6"/>
          </p:cNvCxnSpPr>
          <p:nvPr/>
        </p:nvCxnSpPr>
        <p:spPr>
          <a:xfrm flipH="1">
            <a:off x="4852988" y="3899824"/>
            <a:ext cx="5130950" cy="928"/>
          </a:xfrm>
          <a:prstGeom prst="line">
            <a:avLst/>
          </a:prstGeom>
          <a:ln w="28575">
            <a:solidFill>
              <a:srgbClr val="E432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>
            <a:extLst>
              <a:ext uri="{FF2B5EF4-FFF2-40B4-BE49-F238E27FC236}">
                <a16:creationId xmlns:a16="http://schemas.microsoft.com/office/drawing/2014/main" id="{C23A01C6-E6AA-9802-D0BB-EF784D3CB20D}"/>
              </a:ext>
            </a:extLst>
          </p:cNvPr>
          <p:cNvSpPr/>
          <p:nvPr/>
        </p:nvSpPr>
        <p:spPr>
          <a:xfrm>
            <a:off x="5562624" y="3822130"/>
            <a:ext cx="155388" cy="155388"/>
          </a:xfrm>
          <a:prstGeom prst="ellipse">
            <a:avLst/>
          </a:prstGeom>
          <a:solidFill>
            <a:srgbClr val="00989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sz="1600" dirty="0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D9A6D921-76F5-FAAC-5290-E517CFDD3C80}"/>
              </a:ext>
            </a:extLst>
          </p:cNvPr>
          <p:cNvCxnSpPr>
            <a:cxnSpLocks/>
          </p:cNvCxnSpPr>
          <p:nvPr/>
        </p:nvCxnSpPr>
        <p:spPr>
          <a:xfrm flipV="1">
            <a:off x="5640318" y="3991576"/>
            <a:ext cx="0" cy="1510699"/>
          </a:xfrm>
          <a:prstGeom prst="line">
            <a:avLst/>
          </a:prstGeom>
          <a:ln>
            <a:solidFill>
              <a:srgbClr val="00989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51369641-00E2-DF10-7400-6E8C45611F19}"/>
              </a:ext>
            </a:extLst>
          </p:cNvPr>
          <p:cNvSpPr txBox="1"/>
          <p:nvPr/>
        </p:nvSpPr>
        <p:spPr>
          <a:xfrm>
            <a:off x="4559088" y="5473113"/>
            <a:ext cx="216246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altLang="zh-CN" sz="1600" dirty="0">
                <a:latin typeface="Roboto Medium" panose="02000000000000000000" pitchFamily="2" charset="0"/>
                <a:ea typeface="Roboto Medium" panose="02000000000000000000" pitchFamily="2" charset="0"/>
              </a:rPr>
              <a:t>1928</a:t>
            </a:r>
          </a:p>
          <a:p>
            <a:pPr algn="ctr"/>
            <a:r>
              <a:rPr lang="de-CH" sz="1600" dirty="0">
                <a:latin typeface="Roboto" panose="02000000000000000000" pitchFamily="2" charset="0"/>
                <a:ea typeface="Roboto" panose="02000000000000000000" pitchFamily="2" charset="0"/>
              </a:rPr>
              <a:t>Walter Reppe </a:t>
            </a:r>
            <a:r>
              <a:rPr lang="de-CH" sz="1600" dirty="0" err="1">
                <a:latin typeface="Roboto" panose="02000000000000000000" pitchFamily="2" charset="0"/>
                <a:ea typeface="Roboto" panose="02000000000000000000" pitchFamily="2" charset="0"/>
              </a:rPr>
              <a:t>pioneered</a:t>
            </a:r>
            <a:r>
              <a:rPr lang="de-CH" sz="16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de-DE" altLang="zh-CN" sz="1600" dirty="0">
                <a:latin typeface="Roboto" panose="02000000000000000000" pitchFamily="2" charset="0"/>
                <a:ea typeface="Roboto" panose="02000000000000000000" pitchFamily="2" charset="0"/>
              </a:rPr>
              <a:t>C</a:t>
            </a:r>
            <a:r>
              <a:rPr lang="de-DE" altLang="zh-CN" sz="1600" baseline="-25000" dirty="0">
                <a:latin typeface="Roboto" panose="02000000000000000000" pitchFamily="2" charset="0"/>
                <a:ea typeface="Roboto" panose="02000000000000000000" pitchFamily="2" charset="0"/>
              </a:rPr>
              <a:t>2</a:t>
            </a:r>
            <a:r>
              <a:rPr lang="de-DE" altLang="zh-CN" sz="1600" dirty="0">
                <a:latin typeface="Roboto" panose="02000000000000000000" pitchFamily="2" charset="0"/>
                <a:ea typeface="Roboto" panose="02000000000000000000" pitchFamily="2" charset="0"/>
              </a:rPr>
              <a:t>H</a:t>
            </a:r>
            <a:r>
              <a:rPr lang="de-DE" altLang="zh-CN" sz="1600" baseline="-25000" dirty="0">
                <a:latin typeface="Roboto" panose="02000000000000000000" pitchFamily="2" charset="0"/>
                <a:ea typeface="Roboto" panose="02000000000000000000" pitchFamily="2" charset="0"/>
              </a:rPr>
              <a:t>2</a:t>
            </a:r>
            <a:r>
              <a:rPr lang="de-CH" sz="16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de-CH" sz="1600" dirty="0" err="1">
                <a:latin typeface="Roboto" panose="02000000000000000000" pitchFamily="2" charset="0"/>
                <a:ea typeface="Roboto" panose="02000000000000000000" pitchFamily="2" charset="0"/>
              </a:rPr>
              <a:t>chemistry</a:t>
            </a:r>
            <a:endParaRPr lang="de-CH" sz="1600" u="sng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52424D3-518C-8628-2953-B65520FC4D12}"/>
              </a:ext>
            </a:extLst>
          </p:cNvPr>
          <p:cNvSpPr txBox="1"/>
          <p:nvPr/>
        </p:nvSpPr>
        <p:spPr>
          <a:xfrm>
            <a:off x="5018308" y="2080085"/>
            <a:ext cx="293213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altLang="zh-CN" sz="1600" dirty="0">
                <a:latin typeface="Roboto Medium" panose="02000000000000000000" pitchFamily="2" charset="0"/>
                <a:ea typeface="Roboto Medium" panose="02000000000000000000" pitchFamily="2" charset="0"/>
              </a:rPr>
              <a:t>1930</a:t>
            </a:r>
          </a:p>
          <a:p>
            <a:pPr algn="ctr"/>
            <a:r>
              <a:rPr lang="de-DE" altLang="zh-CN" sz="1600" dirty="0">
                <a:latin typeface="Roboto" panose="02000000000000000000" pitchFamily="2" charset="0"/>
                <a:ea typeface="Roboto" panose="02000000000000000000" pitchFamily="2" charset="0"/>
              </a:rPr>
              <a:t>Vinyl </a:t>
            </a:r>
            <a:r>
              <a:rPr lang="de-DE" altLang="zh-CN" sz="1600" dirty="0" err="1">
                <a:latin typeface="Roboto" panose="02000000000000000000" pitchFamily="2" charset="0"/>
                <a:ea typeface="Roboto" panose="02000000000000000000" pitchFamily="2" charset="0"/>
              </a:rPr>
              <a:t>acetate</a:t>
            </a:r>
            <a:r>
              <a:rPr lang="de-DE" altLang="zh-CN" sz="1600" dirty="0">
                <a:latin typeface="Roboto" panose="02000000000000000000" pitchFamily="2" charset="0"/>
                <a:ea typeface="Roboto" panose="02000000000000000000" pitchFamily="2" charset="0"/>
              </a:rPr>
              <a:t>, 1,4-butanediol &amp; </a:t>
            </a:r>
            <a:r>
              <a:rPr lang="de-DE" altLang="zh-CN" sz="1600" dirty="0" err="1">
                <a:latin typeface="Roboto" panose="02000000000000000000" pitchFamily="2" charset="0"/>
                <a:ea typeface="Roboto" panose="02000000000000000000" pitchFamily="2" charset="0"/>
              </a:rPr>
              <a:t>vinyl</a:t>
            </a:r>
            <a:r>
              <a:rPr lang="de-DE" altLang="zh-CN" sz="16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de-DE" altLang="zh-CN" sz="1600" dirty="0" err="1">
                <a:latin typeface="Roboto" panose="02000000000000000000" pitchFamily="2" charset="0"/>
                <a:ea typeface="Roboto" panose="02000000000000000000" pitchFamily="2" charset="0"/>
              </a:rPr>
              <a:t>chloride</a:t>
            </a:r>
            <a:r>
              <a:rPr lang="de-DE" altLang="zh-CN" sz="16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de-DE" altLang="zh-CN" sz="1600" dirty="0" err="1">
                <a:latin typeface="Roboto" panose="02000000000000000000" pitchFamily="2" charset="0"/>
                <a:ea typeface="Roboto" panose="02000000000000000000" pitchFamily="2" charset="0"/>
              </a:rPr>
              <a:t>production</a:t>
            </a:r>
            <a:endParaRPr lang="de-CH" sz="1600" u="sng" dirty="0">
              <a:latin typeface="Roboto" panose="02000000000000000000" pitchFamily="2" charset="0"/>
              <a:ea typeface="Roboto" panose="02000000000000000000" pitchFamily="2" charset="0"/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E66DC320-EB44-9F28-E885-7CFF01B9B8B7}"/>
              </a:ext>
            </a:extLst>
          </p:cNvPr>
          <p:cNvSpPr/>
          <p:nvPr/>
        </p:nvSpPr>
        <p:spPr>
          <a:xfrm>
            <a:off x="7246076" y="3822130"/>
            <a:ext cx="155388" cy="155388"/>
          </a:xfrm>
          <a:prstGeom prst="ellipse">
            <a:avLst/>
          </a:prstGeom>
          <a:solidFill>
            <a:srgbClr val="009BD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sz="1600" dirty="0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20154A53-3E46-5480-61D1-F82E3C8A62DC}"/>
              </a:ext>
            </a:extLst>
          </p:cNvPr>
          <p:cNvCxnSpPr>
            <a:cxnSpLocks/>
          </p:cNvCxnSpPr>
          <p:nvPr/>
        </p:nvCxnSpPr>
        <p:spPr>
          <a:xfrm flipV="1">
            <a:off x="7323770" y="3950993"/>
            <a:ext cx="0" cy="914400"/>
          </a:xfrm>
          <a:prstGeom prst="line">
            <a:avLst/>
          </a:prstGeom>
          <a:ln>
            <a:solidFill>
              <a:srgbClr val="009BD7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1F966CF5-B4FF-DEF1-1E24-EF84B9FC4B3D}"/>
              </a:ext>
            </a:extLst>
          </p:cNvPr>
          <p:cNvSpPr txBox="1"/>
          <p:nvPr/>
        </p:nvSpPr>
        <p:spPr>
          <a:xfrm>
            <a:off x="6323472" y="4856912"/>
            <a:ext cx="200059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altLang="zh-CN" sz="1600" dirty="0">
                <a:solidFill>
                  <a:srgbClr val="009BD7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1940</a:t>
            </a:r>
          </a:p>
          <a:p>
            <a:pPr algn="ctr"/>
            <a:r>
              <a:rPr lang="de-DE" altLang="zh-CN" sz="1600" dirty="0">
                <a:solidFill>
                  <a:srgbClr val="009BD7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</a:t>
            </a:r>
            <a:r>
              <a:rPr lang="de-DE" altLang="zh-CN" sz="1600" baseline="-25000" dirty="0">
                <a:solidFill>
                  <a:srgbClr val="009BD7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2</a:t>
            </a:r>
            <a:r>
              <a:rPr lang="de-DE" altLang="zh-CN" sz="1600" dirty="0">
                <a:solidFill>
                  <a:srgbClr val="009BD7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H</a:t>
            </a:r>
            <a:r>
              <a:rPr lang="de-DE" altLang="zh-CN" sz="1600" baseline="-25000" dirty="0">
                <a:solidFill>
                  <a:srgbClr val="009BD7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2 </a:t>
            </a:r>
            <a:r>
              <a:rPr lang="de-DE" altLang="zh-CN" sz="1600" dirty="0" err="1">
                <a:solidFill>
                  <a:srgbClr val="009BD7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production</a:t>
            </a:r>
            <a:r>
              <a:rPr lang="de-DE" altLang="zh-CN" sz="1600" dirty="0">
                <a:solidFill>
                  <a:srgbClr val="009BD7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de-DE" altLang="zh-CN" sz="1600" i="1" dirty="0">
                <a:solidFill>
                  <a:srgbClr val="009BD7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via</a:t>
            </a:r>
            <a:r>
              <a:rPr lang="de-DE" altLang="zh-CN" sz="1600" dirty="0">
                <a:solidFill>
                  <a:srgbClr val="009BD7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600" dirty="0">
                <a:solidFill>
                  <a:srgbClr val="009BD7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electric arc</a:t>
            </a:r>
            <a:endParaRPr lang="de-CH" sz="1600" u="sng" dirty="0">
              <a:solidFill>
                <a:srgbClr val="009BD7"/>
              </a:solidFill>
              <a:latin typeface="Roboto" panose="02000000000000000000" pitchFamily="2" charset="0"/>
              <a:ea typeface="Roboto" panose="02000000000000000000" pitchFamily="2" charset="0"/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CD43790-230C-BB74-AB26-164EF1A5D855}"/>
              </a:ext>
            </a:extLst>
          </p:cNvPr>
          <p:cNvSpPr txBox="1"/>
          <p:nvPr/>
        </p:nvSpPr>
        <p:spPr>
          <a:xfrm>
            <a:off x="6242540" y="5587044"/>
            <a:ext cx="21624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altLang="zh-CN" sz="1600" dirty="0">
                <a:latin typeface="Roboto" panose="02000000000000000000" pitchFamily="2" charset="0"/>
                <a:ea typeface="Roboto" panose="02000000000000000000" pitchFamily="2" charset="0"/>
              </a:rPr>
              <a:t>C</a:t>
            </a:r>
            <a:r>
              <a:rPr lang="de-DE" altLang="zh-CN" sz="1600" baseline="-25000" dirty="0">
                <a:latin typeface="Roboto" panose="02000000000000000000" pitchFamily="2" charset="0"/>
                <a:ea typeface="Roboto" panose="02000000000000000000" pitchFamily="2" charset="0"/>
              </a:rPr>
              <a:t>2</a:t>
            </a:r>
            <a:r>
              <a:rPr lang="de-DE" altLang="zh-CN" sz="1600" dirty="0">
                <a:latin typeface="Roboto" panose="02000000000000000000" pitchFamily="2" charset="0"/>
                <a:ea typeface="Roboto" panose="02000000000000000000" pitchFamily="2" charset="0"/>
              </a:rPr>
              <a:t>H</a:t>
            </a:r>
            <a:r>
              <a:rPr lang="de-DE" altLang="zh-CN" sz="1600" baseline="-25000" dirty="0">
                <a:latin typeface="Roboto" panose="02000000000000000000" pitchFamily="2" charset="0"/>
                <a:ea typeface="Roboto" panose="02000000000000000000" pitchFamily="2" charset="0"/>
              </a:rPr>
              <a:t>2</a:t>
            </a:r>
            <a:r>
              <a:rPr lang="de-CH" altLang="zh-CN" sz="1600" dirty="0">
                <a:latin typeface="Roboto" panose="02000000000000000000" pitchFamily="2" charset="0"/>
                <a:ea typeface="Roboto" panose="02000000000000000000" pitchFamily="2" charset="0"/>
              </a:rPr>
              <a:t>: 0.4–1.0 Mt yr</a:t>
            </a:r>
            <a:r>
              <a:rPr lang="en-US" sz="1600" baseline="30000" dirty="0">
                <a:latin typeface="Roboto" panose="02000000000000000000" pitchFamily="2" charset="0"/>
                <a:ea typeface="Roboto" panose="02000000000000000000" pitchFamily="2" charset="0"/>
              </a:rPr>
              <a:t>–1</a:t>
            </a:r>
            <a:endParaRPr lang="de-DE" altLang="zh-CN" sz="16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04985941-DDBF-4E13-0090-31C218ADA642}"/>
              </a:ext>
            </a:extLst>
          </p:cNvPr>
          <p:cNvSpPr/>
          <p:nvPr/>
        </p:nvSpPr>
        <p:spPr>
          <a:xfrm>
            <a:off x="8078257" y="3822130"/>
            <a:ext cx="155388" cy="155388"/>
          </a:xfrm>
          <a:prstGeom prst="ellipse">
            <a:avLst/>
          </a:prstGeom>
          <a:solidFill>
            <a:srgbClr val="009BD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sz="1600" dirty="0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C5A88C57-22FD-A245-57C4-D4999B45F02B}"/>
              </a:ext>
            </a:extLst>
          </p:cNvPr>
          <p:cNvCxnSpPr>
            <a:cxnSpLocks/>
          </p:cNvCxnSpPr>
          <p:nvPr/>
        </p:nvCxnSpPr>
        <p:spPr>
          <a:xfrm flipH="1" flipV="1">
            <a:off x="8155950" y="2092699"/>
            <a:ext cx="2" cy="1716321"/>
          </a:xfrm>
          <a:prstGeom prst="line">
            <a:avLst/>
          </a:prstGeom>
          <a:ln>
            <a:solidFill>
              <a:srgbClr val="009BD7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94FD1E31-3148-102A-23BE-657375C258B7}"/>
              </a:ext>
            </a:extLst>
          </p:cNvPr>
          <p:cNvSpPr txBox="1"/>
          <p:nvPr/>
        </p:nvSpPr>
        <p:spPr>
          <a:xfrm>
            <a:off x="7170587" y="1291731"/>
            <a:ext cx="197072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altLang="zh-CN" sz="1600" dirty="0">
                <a:solidFill>
                  <a:srgbClr val="009BD7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1950</a:t>
            </a:r>
          </a:p>
          <a:p>
            <a:pPr algn="ctr"/>
            <a:r>
              <a:rPr lang="de-DE" altLang="zh-CN" sz="1600" dirty="0">
                <a:solidFill>
                  <a:srgbClr val="009BD7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</a:t>
            </a:r>
            <a:r>
              <a:rPr lang="de-DE" altLang="zh-CN" sz="1600" baseline="-25000" dirty="0">
                <a:solidFill>
                  <a:srgbClr val="009BD7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2</a:t>
            </a:r>
            <a:r>
              <a:rPr lang="de-DE" altLang="zh-CN" sz="1600" dirty="0">
                <a:solidFill>
                  <a:srgbClr val="009BD7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H</a:t>
            </a:r>
            <a:r>
              <a:rPr lang="de-DE" altLang="zh-CN" sz="1600" baseline="-25000" dirty="0">
                <a:solidFill>
                  <a:srgbClr val="009BD7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2 </a:t>
            </a:r>
            <a:r>
              <a:rPr lang="de-DE" altLang="zh-CN" sz="1600" dirty="0" err="1">
                <a:solidFill>
                  <a:srgbClr val="009BD7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production</a:t>
            </a:r>
            <a:r>
              <a:rPr lang="de-DE" altLang="zh-CN" sz="1600" dirty="0">
                <a:solidFill>
                  <a:srgbClr val="009BD7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de-DE" altLang="zh-CN" sz="1600" i="1" dirty="0">
                <a:solidFill>
                  <a:srgbClr val="009BD7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via</a:t>
            </a:r>
            <a:r>
              <a:rPr lang="de-DE" altLang="zh-CN" sz="1600" dirty="0">
                <a:solidFill>
                  <a:srgbClr val="009BD7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600" dirty="0">
                <a:solidFill>
                  <a:srgbClr val="009BD7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PC &amp; Wulff TP</a:t>
            </a:r>
            <a:endParaRPr lang="de-CH" sz="1600" dirty="0">
              <a:solidFill>
                <a:srgbClr val="009BD7"/>
              </a:solidFill>
              <a:latin typeface="Roboto" panose="02000000000000000000" pitchFamily="2" charset="0"/>
              <a:ea typeface="Roboto" panose="02000000000000000000" pitchFamily="2" charset="0"/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67576983-FF15-DD44-D34A-83FC5D200823}"/>
              </a:ext>
            </a:extLst>
          </p:cNvPr>
          <p:cNvSpPr/>
          <p:nvPr/>
        </p:nvSpPr>
        <p:spPr>
          <a:xfrm>
            <a:off x="8954128" y="3822130"/>
            <a:ext cx="155388" cy="155388"/>
          </a:xfrm>
          <a:prstGeom prst="ellipse">
            <a:avLst/>
          </a:prstGeom>
          <a:solidFill>
            <a:srgbClr val="00989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sz="1600" dirty="0"/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F9CE89AA-C5CA-9079-F22B-DDFFCB351081}"/>
              </a:ext>
            </a:extLst>
          </p:cNvPr>
          <p:cNvCxnSpPr>
            <a:cxnSpLocks/>
          </p:cNvCxnSpPr>
          <p:nvPr/>
        </p:nvCxnSpPr>
        <p:spPr>
          <a:xfrm flipV="1">
            <a:off x="9031822" y="3958233"/>
            <a:ext cx="0" cy="1719072"/>
          </a:xfrm>
          <a:prstGeom prst="line">
            <a:avLst/>
          </a:prstGeom>
          <a:ln>
            <a:solidFill>
              <a:srgbClr val="00989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D44BDDD9-524E-ECA1-BD47-8743ABBEB1AF}"/>
              </a:ext>
            </a:extLst>
          </p:cNvPr>
          <p:cNvCxnSpPr>
            <a:cxnSpLocks/>
          </p:cNvCxnSpPr>
          <p:nvPr/>
        </p:nvCxnSpPr>
        <p:spPr>
          <a:xfrm flipH="1">
            <a:off x="10780519" y="3895698"/>
            <a:ext cx="4810005" cy="0"/>
          </a:xfrm>
          <a:prstGeom prst="line">
            <a:avLst/>
          </a:prstGeom>
          <a:ln w="28575">
            <a:solidFill>
              <a:srgbClr val="00C8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34B60015-B114-FDE2-774A-25ACD65C805C}"/>
              </a:ext>
            </a:extLst>
          </p:cNvPr>
          <p:cNvSpPr txBox="1"/>
          <p:nvPr/>
        </p:nvSpPr>
        <p:spPr>
          <a:xfrm>
            <a:off x="8032639" y="5719334"/>
            <a:ext cx="199836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altLang="zh-CN" sz="1600" dirty="0">
                <a:latin typeface="Roboto Medium" panose="02000000000000000000" pitchFamily="2" charset="0"/>
                <a:ea typeface="Roboto Medium" panose="02000000000000000000" pitchFamily="2" charset="0"/>
              </a:rPr>
              <a:t>1940s–1950s</a:t>
            </a:r>
          </a:p>
          <a:p>
            <a:pPr algn="ctr"/>
            <a:r>
              <a:rPr lang="de-DE" altLang="zh-CN" sz="1600" dirty="0">
                <a:latin typeface="Roboto" panose="02000000000000000000" pitchFamily="2" charset="0"/>
                <a:ea typeface="Roboto" panose="02000000000000000000" pitchFamily="2" charset="0"/>
              </a:rPr>
              <a:t>Olefin</a:t>
            </a:r>
            <a:r>
              <a:rPr lang="de-DE" altLang="zh-CN" sz="1600" baseline="-250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de-DE" altLang="zh-CN" sz="1600" dirty="0" err="1">
                <a:latin typeface="Roboto" panose="02000000000000000000" pitchFamily="2" charset="0"/>
                <a:ea typeface="Roboto" panose="02000000000000000000" pitchFamily="2" charset="0"/>
              </a:rPr>
              <a:t>production</a:t>
            </a:r>
            <a:r>
              <a:rPr lang="de-DE" altLang="zh-CN" sz="16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de-DE" altLang="zh-CN" sz="1600" i="1" dirty="0">
                <a:latin typeface="Roboto" panose="02000000000000000000" pitchFamily="2" charset="0"/>
                <a:ea typeface="Roboto" panose="02000000000000000000" pitchFamily="2" charset="0"/>
              </a:rPr>
              <a:t>via</a:t>
            </a:r>
            <a:r>
              <a:rPr lang="de-DE" altLang="zh-CN" sz="16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de-DE" altLang="zh-CN" sz="1600" dirty="0" err="1">
                <a:latin typeface="Roboto" panose="02000000000000000000" pitchFamily="2" charset="0"/>
                <a:ea typeface="Roboto" panose="02000000000000000000" pitchFamily="2" charset="0"/>
              </a:rPr>
              <a:t>steam</a:t>
            </a:r>
            <a:r>
              <a:rPr lang="de-DE" altLang="zh-CN" sz="16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de-DE" altLang="zh-CN" sz="1600" dirty="0" err="1">
                <a:latin typeface="Roboto" panose="02000000000000000000" pitchFamily="2" charset="0"/>
                <a:ea typeface="Roboto" panose="02000000000000000000" pitchFamily="2" charset="0"/>
              </a:rPr>
              <a:t>cracking</a:t>
            </a:r>
            <a:r>
              <a:rPr lang="de-DE" altLang="zh-CN" sz="16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endParaRPr lang="de-CH" sz="1600" u="sng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FC2975F7-70B3-C205-DBD3-079CD6D83567}"/>
              </a:ext>
            </a:extLst>
          </p:cNvPr>
          <p:cNvSpPr/>
          <p:nvPr/>
        </p:nvSpPr>
        <p:spPr>
          <a:xfrm>
            <a:off x="9828550" y="3822130"/>
            <a:ext cx="155388" cy="155388"/>
          </a:xfrm>
          <a:prstGeom prst="ellipse">
            <a:avLst/>
          </a:prstGeom>
          <a:solidFill>
            <a:srgbClr val="00989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sz="1600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58D4DA6-DB6A-AFAF-3B01-97015E14881A}"/>
              </a:ext>
            </a:extLst>
          </p:cNvPr>
          <p:cNvSpPr txBox="1"/>
          <p:nvPr/>
        </p:nvSpPr>
        <p:spPr>
          <a:xfrm>
            <a:off x="9042864" y="2080085"/>
            <a:ext cx="172676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altLang="zh-CN" sz="1600" dirty="0">
                <a:latin typeface="Roboto Medium" panose="02000000000000000000" pitchFamily="2" charset="0"/>
                <a:ea typeface="Roboto Medium" panose="02000000000000000000" pitchFamily="2" charset="0"/>
              </a:rPr>
              <a:t>1960</a:t>
            </a:r>
          </a:p>
          <a:p>
            <a:pPr algn="ctr"/>
            <a:r>
              <a:rPr lang="de-DE" altLang="zh-CN" sz="1600" dirty="0">
                <a:latin typeface="Roboto" panose="02000000000000000000" pitchFamily="2" charset="0"/>
                <a:ea typeface="Roboto" panose="02000000000000000000" pitchFamily="2" charset="0"/>
              </a:rPr>
              <a:t>C</a:t>
            </a:r>
            <a:r>
              <a:rPr lang="de-DE" altLang="zh-CN" sz="1600" baseline="-25000" dirty="0">
                <a:latin typeface="Roboto" panose="02000000000000000000" pitchFamily="2" charset="0"/>
                <a:ea typeface="Roboto" panose="02000000000000000000" pitchFamily="2" charset="0"/>
              </a:rPr>
              <a:t>2</a:t>
            </a:r>
            <a:r>
              <a:rPr lang="de-DE" altLang="zh-CN" sz="1600" dirty="0">
                <a:latin typeface="Roboto" panose="02000000000000000000" pitchFamily="2" charset="0"/>
                <a:ea typeface="Roboto" panose="02000000000000000000" pitchFamily="2" charset="0"/>
              </a:rPr>
              <a:t>H</a:t>
            </a:r>
            <a:r>
              <a:rPr lang="de-DE" altLang="zh-CN" sz="1600" baseline="-25000" dirty="0">
                <a:latin typeface="Roboto" panose="02000000000000000000" pitchFamily="2" charset="0"/>
                <a:ea typeface="Roboto" panose="02000000000000000000" pitchFamily="2" charset="0"/>
              </a:rPr>
              <a:t>2</a:t>
            </a:r>
            <a:r>
              <a:rPr lang="de-CH" altLang="zh-CN" sz="1600" dirty="0">
                <a:latin typeface="Roboto" panose="02000000000000000000" pitchFamily="2" charset="0"/>
                <a:ea typeface="Roboto" panose="02000000000000000000" pitchFamily="2" charset="0"/>
              </a:rPr>
              <a:t>: 3.0 Mt yr</a:t>
            </a:r>
            <a:r>
              <a:rPr lang="en-US" sz="1600" baseline="30000" dirty="0">
                <a:latin typeface="Roboto" panose="02000000000000000000" pitchFamily="2" charset="0"/>
                <a:ea typeface="Roboto" panose="02000000000000000000" pitchFamily="2" charset="0"/>
              </a:rPr>
              <a:t>–1</a:t>
            </a:r>
            <a:endParaRPr lang="de-DE" altLang="zh-CN" sz="1600" dirty="0"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algn="ctr"/>
            <a:r>
              <a:rPr lang="de-DE" altLang="zh-CN" sz="1600" dirty="0">
                <a:latin typeface="Roboto" panose="02000000000000000000" pitchFamily="2" charset="0"/>
                <a:ea typeface="Roboto" panose="02000000000000000000" pitchFamily="2" charset="0"/>
              </a:rPr>
              <a:t>C</a:t>
            </a:r>
            <a:r>
              <a:rPr lang="de-DE" altLang="zh-CN" sz="1600" baseline="-25000" dirty="0">
                <a:latin typeface="Roboto" panose="02000000000000000000" pitchFamily="2" charset="0"/>
                <a:ea typeface="Roboto" panose="02000000000000000000" pitchFamily="2" charset="0"/>
              </a:rPr>
              <a:t>2</a:t>
            </a:r>
            <a:r>
              <a:rPr lang="de-DE" altLang="zh-CN" sz="1600" dirty="0">
                <a:latin typeface="Roboto" panose="02000000000000000000" pitchFamily="2" charset="0"/>
                <a:ea typeface="Roboto" panose="02000000000000000000" pitchFamily="2" charset="0"/>
              </a:rPr>
              <a:t>H</a:t>
            </a:r>
            <a:r>
              <a:rPr lang="de-DE" altLang="zh-CN" sz="1600" baseline="-25000" dirty="0">
                <a:latin typeface="Roboto" panose="02000000000000000000" pitchFamily="2" charset="0"/>
                <a:ea typeface="Roboto" panose="02000000000000000000" pitchFamily="2" charset="0"/>
              </a:rPr>
              <a:t>4</a:t>
            </a:r>
            <a:r>
              <a:rPr lang="de-CH" altLang="zh-CN" sz="1600" dirty="0">
                <a:latin typeface="Roboto" panose="02000000000000000000" pitchFamily="2" charset="0"/>
                <a:ea typeface="Roboto" panose="02000000000000000000" pitchFamily="2" charset="0"/>
              </a:rPr>
              <a:t>: 3.5 Mt yr</a:t>
            </a:r>
            <a:r>
              <a:rPr lang="en-US" sz="1600" baseline="30000" dirty="0">
                <a:latin typeface="Roboto" panose="02000000000000000000" pitchFamily="2" charset="0"/>
                <a:ea typeface="Roboto" panose="02000000000000000000" pitchFamily="2" charset="0"/>
              </a:rPr>
              <a:t>–1</a:t>
            </a:r>
            <a:endParaRPr lang="de-CH" sz="1600" u="sng" dirty="0">
              <a:latin typeface="Roboto" panose="02000000000000000000" pitchFamily="2" charset="0"/>
              <a:ea typeface="Roboto" panose="02000000000000000000" pitchFamily="2" charset="0"/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2BEC22BF-F57A-63B1-5837-DCB3B06B6173}"/>
              </a:ext>
            </a:extLst>
          </p:cNvPr>
          <p:cNvSpPr/>
          <p:nvPr/>
        </p:nvSpPr>
        <p:spPr>
          <a:xfrm>
            <a:off x="10751107" y="3822130"/>
            <a:ext cx="155388" cy="155388"/>
          </a:xfrm>
          <a:prstGeom prst="ellipse">
            <a:avLst/>
          </a:prstGeom>
          <a:solidFill>
            <a:srgbClr val="00989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sz="1600" dirty="0"/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7ABEFA61-B637-737F-9E1A-8DE8AA843E99}"/>
              </a:ext>
            </a:extLst>
          </p:cNvPr>
          <p:cNvCxnSpPr>
            <a:cxnSpLocks/>
          </p:cNvCxnSpPr>
          <p:nvPr/>
        </p:nvCxnSpPr>
        <p:spPr>
          <a:xfrm flipV="1">
            <a:off x="10828801" y="3997325"/>
            <a:ext cx="0" cy="868068"/>
          </a:xfrm>
          <a:prstGeom prst="line">
            <a:avLst/>
          </a:prstGeom>
          <a:ln>
            <a:solidFill>
              <a:srgbClr val="00989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116E55FC-31A8-FF69-E15C-BAE983AA6F20}"/>
              </a:ext>
            </a:extLst>
          </p:cNvPr>
          <p:cNvSpPr txBox="1"/>
          <p:nvPr/>
        </p:nvSpPr>
        <p:spPr>
          <a:xfrm>
            <a:off x="9828502" y="4856912"/>
            <a:ext cx="200059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altLang="zh-CN" sz="1600" dirty="0">
                <a:latin typeface="Roboto Medium" panose="02000000000000000000" pitchFamily="2" charset="0"/>
                <a:ea typeface="Roboto Medium" panose="02000000000000000000" pitchFamily="2" charset="0"/>
              </a:rPr>
              <a:t>1973</a:t>
            </a:r>
          </a:p>
          <a:p>
            <a:pPr algn="ctr"/>
            <a:r>
              <a:rPr lang="de-DE" altLang="zh-CN" sz="1600" dirty="0">
                <a:latin typeface="Roboto" panose="02000000000000000000" pitchFamily="2" charset="0"/>
                <a:ea typeface="Roboto" panose="02000000000000000000" pitchFamily="2" charset="0"/>
              </a:rPr>
              <a:t>Oil </a:t>
            </a:r>
            <a:r>
              <a:rPr lang="de-DE" altLang="zh-CN" sz="1600" dirty="0" err="1">
                <a:latin typeface="Roboto" panose="02000000000000000000" pitchFamily="2" charset="0"/>
                <a:ea typeface="Roboto" panose="02000000000000000000" pitchFamily="2" charset="0"/>
              </a:rPr>
              <a:t>price</a:t>
            </a:r>
            <a:r>
              <a:rPr lang="de-DE" altLang="zh-CN" sz="16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de-DE" altLang="zh-CN" sz="1600" dirty="0" err="1">
                <a:latin typeface="Roboto" panose="02000000000000000000" pitchFamily="2" charset="0"/>
                <a:ea typeface="Roboto" panose="02000000000000000000" pitchFamily="2" charset="0"/>
              </a:rPr>
              <a:t>increased</a:t>
            </a:r>
            <a:endParaRPr lang="de-CH" sz="1600" dirty="0">
              <a:latin typeface="Roboto" panose="02000000000000000000" pitchFamily="2" charset="0"/>
              <a:ea typeface="Roboto" panose="02000000000000000000" pitchFamily="2" charset="0"/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A3CFFEEB-E181-CFB4-D05A-B61C1B9FA01E}"/>
              </a:ext>
            </a:extLst>
          </p:cNvPr>
          <p:cNvCxnSpPr>
            <a:cxnSpLocks/>
          </p:cNvCxnSpPr>
          <p:nvPr/>
        </p:nvCxnSpPr>
        <p:spPr>
          <a:xfrm flipH="1" flipV="1">
            <a:off x="11808695" y="2092699"/>
            <a:ext cx="2" cy="1716321"/>
          </a:xfrm>
          <a:prstGeom prst="line">
            <a:avLst/>
          </a:prstGeom>
          <a:ln>
            <a:solidFill>
              <a:srgbClr val="00989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B100E81C-262F-3E24-7A29-B5835D48DC4A}"/>
              </a:ext>
            </a:extLst>
          </p:cNvPr>
          <p:cNvSpPr txBox="1"/>
          <p:nvPr/>
        </p:nvSpPr>
        <p:spPr>
          <a:xfrm>
            <a:off x="10531803" y="1291731"/>
            <a:ext cx="255378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altLang="zh-CN" sz="1600" dirty="0">
                <a:latin typeface="Roboto Medium" panose="02000000000000000000" pitchFamily="2" charset="0"/>
                <a:ea typeface="Roboto Medium" panose="02000000000000000000" pitchFamily="2" charset="0"/>
              </a:rPr>
              <a:t>1983</a:t>
            </a:r>
          </a:p>
          <a:p>
            <a:pPr algn="ctr"/>
            <a:r>
              <a:rPr lang="de-DE" altLang="zh-CN" sz="1600" dirty="0">
                <a:latin typeface="Roboto" panose="02000000000000000000" pitchFamily="2" charset="0"/>
                <a:ea typeface="Roboto" panose="02000000000000000000" pitchFamily="2" charset="0"/>
              </a:rPr>
              <a:t>C</a:t>
            </a:r>
            <a:r>
              <a:rPr lang="de-DE" altLang="zh-CN" sz="1600" baseline="-25000" dirty="0">
                <a:latin typeface="Roboto" panose="02000000000000000000" pitchFamily="2" charset="0"/>
                <a:ea typeface="Roboto" panose="02000000000000000000" pitchFamily="2" charset="0"/>
              </a:rPr>
              <a:t>2</a:t>
            </a:r>
            <a:r>
              <a:rPr lang="de-DE" altLang="zh-CN" sz="1600" dirty="0">
                <a:latin typeface="Roboto" panose="02000000000000000000" pitchFamily="2" charset="0"/>
                <a:ea typeface="Roboto" panose="02000000000000000000" pitchFamily="2" charset="0"/>
              </a:rPr>
              <a:t>H</a:t>
            </a:r>
            <a:r>
              <a:rPr lang="de-DE" altLang="zh-CN" sz="1600" baseline="-25000" dirty="0">
                <a:latin typeface="Roboto" panose="02000000000000000000" pitchFamily="2" charset="0"/>
                <a:ea typeface="Roboto" panose="02000000000000000000" pitchFamily="2" charset="0"/>
              </a:rPr>
              <a:t>2</a:t>
            </a:r>
            <a:r>
              <a:rPr lang="de-CH" altLang="zh-CN" sz="1600" dirty="0">
                <a:latin typeface="Roboto" panose="02000000000000000000" pitchFamily="2" charset="0"/>
                <a:ea typeface="Roboto" panose="02000000000000000000" pitchFamily="2" charset="0"/>
              </a:rPr>
              <a:t>: 0.4 Mt yr</a:t>
            </a:r>
            <a:r>
              <a:rPr lang="en-US" sz="1600" baseline="30000" dirty="0">
                <a:latin typeface="Roboto" panose="02000000000000000000" pitchFamily="2" charset="0"/>
                <a:ea typeface="Roboto" panose="02000000000000000000" pitchFamily="2" charset="0"/>
              </a:rPr>
              <a:t>–1 </a:t>
            </a:r>
            <a:r>
              <a:rPr lang="de-CH" altLang="zh-CN" sz="1600" dirty="0">
                <a:latin typeface="Roboto" panose="02000000000000000000" pitchFamily="2" charset="0"/>
                <a:ea typeface="Roboto" panose="02000000000000000000" pitchFamily="2" charset="0"/>
              </a:rPr>
              <a:t>(</a:t>
            </a:r>
            <a:r>
              <a:rPr lang="de-CH" altLang="zh-CN" sz="1600" i="1" dirty="0">
                <a:latin typeface="Roboto" panose="02000000000000000000" pitchFamily="2" charset="0"/>
                <a:ea typeface="Roboto" panose="02000000000000000000" pitchFamily="2" charset="0"/>
              </a:rPr>
              <a:t>via</a:t>
            </a:r>
            <a:r>
              <a:rPr lang="de-CH" altLang="zh-CN" sz="16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de-DE" altLang="zh-CN" sz="1600" dirty="0">
                <a:latin typeface="Roboto" panose="02000000000000000000" pitchFamily="2" charset="0"/>
                <a:ea typeface="Roboto" panose="02000000000000000000" pitchFamily="2" charset="0"/>
              </a:rPr>
              <a:t>PC</a:t>
            </a:r>
            <a:r>
              <a:rPr lang="de-CH" altLang="zh-CN" sz="1600" dirty="0">
                <a:latin typeface="Roboto" panose="02000000000000000000" pitchFamily="2" charset="0"/>
                <a:ea typeface="Roboto" panose="02000000000000000000" pitchFamily="2" charset="0"/>
              </a:rPr>
              <a:t>)</a:t>
            </a:r>
          </a:p>
          <a:p>
            <a:pPr algn="ctr"/>
            <a:r>
              <a:rPr lang="de-DE" altLang="zh-CN" sz="1600" dirty="0">
                <a:latin typeface="Roboto" panose="02000000000000000000" pitchFamily="2" charset="0"/>
                <a:ea typeface="Roboto" panose="02000000000000000000" pitchFamily="2" charset="0"/>
              </a:rPr>
              <a:t>C</a:t>
            </a:r>
            <a:r>
              <a:rPr lang="de-DE" altLang="zh-CN" sz="1600" baseline="-25000" dirty="0">
                <a:latin typeface="Roboto" panose="02000000000000000000" pitchFamily="2" charset="0"/>
                <a:ea typeface="Roboto" panose="02000000000000000000" pitchFamily="2" charset="0"/>
              </a:rPr>
              <a:t>2</a:t>
            </a:r>
            <a:r>
              <a:rPr lang="de-DE" altLang="zh-CN" sz="1600" dirty="0">
                <a:latin typeface="Roboto" panose="02000000000000000000" pitchFamily="2" charset="0"/>
                <a:ea typeface="Roboto" panose="02000000000000000000" pitchFamily="2" charset="0"/>
              </a:rPr>
              <a:t>H</a:t>
            </a:r>
            <a:r>
              <a:rPr lang="de-DE" altLang="zh-CN" sz="1600" baseline="-25000" dirty="0">
                <a:latin typeface="Roboto" panose="02000000000000000000" pitchFamily="2" charset="0"/>
                <a:ea typeface="Roboto" panose="02000000000000000000" pitchFamily="2" charset="0"/>
              </a:rPr>
              <a:t>4</a:t>
            </a:r>
            <a:r>
              <a:rPr lang="de-CH" altLang="zh-CN" sz="1600" dirty="0">
                <a:latin typeface="Roboto" panose="02000000000000000000" pitchFamily="2" charset="0"/>
                <a:ea typeface="Roboto" panose="02000000000000000000" pitchFamily="2" charset="0"/>
              </a:rPr>
              <a:t>: &gt;50 Mt yr</a:t>
            </a:r>
            <a:r>
              <a:rPr lang="en-US" sz="1600" baseline="30000" dirty="0">
                <a:latin typeface="Roboto" panose="02000000000000000000" pitchFamily="2" charset="0"/>
                <a:ea typeface="Roboto" panose="02000000000000000000" pitchFamily="2" charset="0"/>
              </a:rPr>
              <a:t>–1</a:t>
            </a:r>
            <a:endParaRPr lang="de-CH" sz="1600" u="sng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C078E785-96C5-C200-1842-41E3CB2D0542}"/>
              </a:ext>
            </a:extLst>
          </p:cNvPr>
          <p:cNvSpPr/>
          <p:nvPr/>
        </p:nvSpPr>
        <p:spPr>
          <a:xfrm>
            <a:off x="12685009" y="3822130"/>
            <a:ext cx="155388" cy="155388"/>
          </a:xfrm>
          <a:prstGeom prst="ellipse">
            <a:avLst/>
          </a:prstGeom>
          <a:solidFill>
            <a:srgbClr val="00989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sz="1600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31D085C-31A4-5F06-850F-282792AF6FF3}"/>
              </a:ext>
            </a:extLst>
          </p:cNvPr>
          <p:cNvSpPr txBox="1"/>
          <p:nvPr/>
        </p:nvSpPr>
        <p:spPr>
          <a:xfrm>
            <a:off x="11352575" y="5473113"/>
            <a:ext cx="2820257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altLang="zh-CN" sz="1600" dirty="0">
                <a:latin typeface="Roboto Medium" panose="02000000000000000000" pitchFamily="2" charset="0"/>
                <a:ea typeface="Roboto Medium" panose="02000000000000000000" pitchFamily="2" charset="0"/>
              </a:rPr>
              <a:t>1998</a:t>
            </a:r>
          </a:p>
          <a:p>
            <a:pPr algn="ctr"/>
            <a:r>
              <a:rPr lang="de-DE" altLang="zh-CN" sz="1600" dirty="0">
                <a:latin typeface="Roboto" panose="02000000000000000000" pitchFamily="2" charset="0"/>
                <a:ea typeface="Roboto" panose="02000000000000000000" pitchFamily="2" charset="0"/>
              </a:rPr>
              <a:t>CaC</a:t>
            </a:r>
            <a:r>
              <a:rPr lang="de-DE" altLang="zh-CN" sz="1600" baseline="-25000" dirty="0">
                <a:latin typeface="Roboto" panose="02000000000000000000" pitchFamily="2" charset="0"/>
                <a:ea typeface="Roboto" panose="02000000000000000000" pitchFamily="2" charset="0"/>
              </a:rPr>
              <a:t>2</a:t>
            </a:r>
            <a:r>
              <a:rPr lang="de-CH" altLang="zh-CN" sz="1600" dirty="0">
                <a:latin typeface="Roboto" panose="02000000000000000000" pitchFamily="2" charset="0"/>
                <a:ea typeface="Roboto" panose="02000000000000000000" pitchFamily="2" charset="0"/>
              </a:rPr>
              <a:t>: ~3.0 Mt yr</a:t>
            </a:r>
            <a:r>
              <a:rPr lang="en-US" sz="1600" baseline="30000" dirty="0">
                <a:latin typeface="Roboto" panose="02000000000000000000" pitchFamily="2" charset="0"/>
                <a:ea typeface="Roboto" panose="02000000000000000000" pitchFamily="2" charset="0"/>
              </a:rPr>
              <a:t>–1</a:t>
            </a:r>
            <a:r>
              <a:rPr lang="de-CH" altLang="zh-CN" sz="16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</a:p>
          <a:p>
            <a:pPr algn="ctr"/>
            <a:r>
              <a:rPr lang="de-DE" altLang="zh-CN" sz="1600" dirty="0">
                <a:latin typeface="Roboto" panose="02000000000000000000" pitchFamily="2" charset="0"/>
                <a:ea typeface="Roboto" panose="02000000000000000000" pitchFamily="2" charset="0"/>
              </a:rPr>
              <a:t>PVC</a:t>
            </a:r>
            <a:r>
              <a:rPr lang="de-CH" altLang="zh-CN" sz="1600" dirty="0">
                <a:latin typeface="Roboto" panose="02000000000000000000" pitchFamily="2" charset="0"/>
                <a:ea typeface="Roboto" panose="02000000000000000000" pitchFamily="2" charset="0"/>
              </a:rPr>
              <a:t>: </a:t>
            </a:r>
            <a:r>
              <a:rPr lang="de-DE" altLang="zh-CN" sz="1600" dirty="0">
                <a:latin typeface="Roboto" panose="02000000000000000000" pitchFamily="2" charset="0"/>
                <a:ea typeface="Roboto" panose="02000000000000000000" pitchFamily="2" charset="0"/>
              </a:rPr>
              <a:t>&lt;</a:t>
            </a:r>
            <a:r>
              <a:rPr lang="de-CH" altLang="zh-CN" sz="1600" dirty="0">
                <a:latin typeface="Roboto" panose="02000000000000000000" pitchFamily="2" charset="0"/>
                <a:ea typeface="Roboto" panose="02000000000000000000" pitchFamily="2" charset="0"/>
              </a:rPr>
              <a:t>1.6 Mt yr</a:t>
            </a:r>
            <a:r>
              <a:rPr lang="en-US" sz="1600" baseline="30000" dirty="0">
                <a:latin typeface="Roboto" panose="02000000000000000000" pitchFamily="2" charset="0"/>
                <a:ea typeface="Roboto" panose="02000000000000000000" pitchFamily="2" charset="0"/>
              </a:rPr>
              <a:t>–1</a:t>
            </a:r>
            <a:r>
              <a:rPr lang="en-US" sz="16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</a:p>
          <a:p>
            <a:pPr algn="ctr"/>
            <a:r>
              <a:rPr lang="de-CH" sz="1600" dirty="0">
                <a:latin typeface="Roboto" panose="02000000000000000000" pitchFamily="2" charset="0"/>
                <a:ea typeface="Roboto" panose="02000000000000000000" pitchFamily="2" charset="0"/>
              </a:rPr>
              <a:t>(in China</a:t>
            </a:r>
            <a:r>
              <a:rPr lang="de-DE" altLang="zh-CN" sz="1600" dirty="0">
                <a:latin typeface="Roboto" panose="02000000000000000000" pitchFamily="2" charset="0"/>
                <a:ea typeface="Roboto" panose="02000000000000000000" pitchFamily="2" charset="0"/>
              </a:rPr>
              <a:t>)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5B6A3D9E-AFE2-F65A-1E50-15D0BCD082C8}"/>
              </a:ext>
            </a:extLst>
          </p:cNvPr>
          <p:cNvSpPr txBox="1"/>
          <p:nvPr/>
        </p:nvSpPr>
        <p:spPr>
          <a:xfrm>
            <a:off x="9917365" y="3054485"/>
            <a:ext cx="1822873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>
                <a:solidFill>
                  <a:srgbClr val="009BD7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PC</a:t>
            </a:r>
            <a:r>
              <a:rPr lang="en-US" altLang="zh-CN" sz="14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de-DE" altLang="zh-CN" sz="1400" dirty="0" err="1">
                <a:latin typeface="Roboto" panose="02000000000000000000" pitchFamily="2" charset="0"/>
                <a:ea typeface="Roboto" panose="02000000000000000000" pitchFamily="2" charset="0"/>
              </a:rPr>
              <a:t>gradually</a:t>
            </a:r>
            <a:r>
              <a:rPr lang="de-DE" altLang="zh-CN" sz="14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zh-CN" sz="1400" dirty="0">
                <a:latin typeface="Roboto" panose="02000000000000000000" pitchFamily="2" charset="0"/>
                <a:ea typeface="Roboto" panose="02000000000000000000" pitchFamily="2" charset="0"/>
              </a:rPr>
              <a:t>dominates </a:t>
            </a:r>
            <a:r>
              <a:rPr lang="de-DE" altLang="zh-CN" sz="1400" dirty="0">
                <a:latin typeface="Roboto" panose="02000000000000000000" pitchFamily="2" charset="0"/>
                <a:ea typeface="Roboto" panose="02000000000000000000" pitchFamily="2" charset="0"/>
              </a:rPr>
              <a:t>C</a:t>
            </a:r>
            <a:r>
              <a:rPr lang="de-DE" altLang="zh-CN" sz="1400" baseline="-25000" dirty="0">
                <a:latin typeface="Roboto" panose="02000000000000000000" pitchFamily="2" charset="0"/>
                <a:ea typeface="Roboto" panose="02000000000000000000" pitchFamily="2" charset="0"/>
              </a:rPr>
              <a:t>2</a:t>
            </a:r>
            <a:r>
              <a:rPr lang="de-DE" altLang="zh-CN" sz="1400" dirty="0">
                <a:latin typeface="Roboto" panose="02000000000000000000" pitchFamily="2" charset="0"/>
                <a:ea typeface="Roboto" panose="02000000000000000000" pitchFamily="2" charset="0"/>
              </a:rPr>
              <a:t>H</a:t>
            </a:r>
            <a:r>
              <a:rPr lang="de-DE" altLang="zh-CN" sz="1400" baseline="-25000" dirty="0">
                <a:latin typeface="Roboto" panose="02000000000000000000" pitchFamily="2" charset="0"/>
                <a:ea typeface="Roboto" panose="02000000000000000000" pitchFamily="2" charset="0"/>
              </a:rPr>
              <a:t>2 </a:t>
            </a:r>
            <a:r>
              <a:rPr lang="en-US" altLang="zh-CN" sz="1400" dirty="0">
                <a:latin typeface="Roboto" panose="02000000000000000000" pitchFamily="2" charset="0"/>
                <a:ea typeface="Roboto" panose="02000000000000000000" pitchFamily="2" charset="0"/>
              </a:rPr>
              <a:t>production </a:t>
            </a: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F14C7EE2-BFA1-3D5B-E7E7-2BE5D2E0B236}"/>
              </a:ext>
            </a:extLst>
          </p:cNvPr>
          <p:cNvSpPr/>
          <p:nvPr/>
        </p:nvSpPr>
        <p:spPr>
          <a:xfrm>
            <a:off x="13657458" y="3822130"/>
            <a:ext cx="155388" cy="155388"/>
          </a:xfrm>
          <a:prstGeom prst="ellipse">
            <a:avLst/>
          </a:prstGeom>
          <a:solidFill>
            <a:srgbClr val="00989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sz="1600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17C023F-44A8-E059-EDB3-5010FC09E036}"/>
              </a:ext>
            </a:extLst>
          </p:cNvPr>
          <p:cNvSpPr txBox="1"/>
          <p:nvPr/>
        </p:nvSpPr>
        <p:spPr>
          <a:xfrm>
            <a:off x="12333779" y="2080085"/>
            <a:ext cx="280274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altLang="zh-CN" sz="1600" dirty="0">
                <a:latin typeface="Roboto Medium" panose="02000000000000000000" pitchFamily="2" charset="0"/>
                <a:ea typeface="Roboto Medium" panose="02000000000000000000" pitchFamily="2" charset="0"/>
              </a:rPr>
              <a:t>2000</a:t>
            </a:r>
          </a:p>
          <a:p>
            <a:pPr algn="ctr"/>
            <a:r>
              <a:rPr lang="en-US" altLang="zh-CN" sz="1600" dirty="0">
                <a:latin typeface="Roboto" panose="02000000000000000000" pitchFamily="2" charset="0"/>
                <a:ea typeface="Roboto" panose="02000000000000000000" pitchFamily="2" charset="0"/>
              </a:rPr>
              <a:t>Nobel Prize in Chemistry related to “polyacetylene”</a:t>
            </a: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2A5ECA87-5F07-38F9-0A76-284C09A9EDD7}"/>
              </a:ext>
            </a:extLst>
          </p:cNvPr>
          <p:cNvSpPr/>
          <p:nvPr/>
        </p:nvSpPr>
        <p:spPr>
          <a:xfrm>
            <a:off x="14648625" y="3822130"/>
            <a:ext cx="155388" cy="155388"/>
          </a:xfrm>
          <a:prstGeom prst="ellipse">
            <a:avLst/>
          </a:prstGeom>
          <a:solidFill>
            <a:srgbClr val="00989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sz="1600" dirty="0"/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C481BFCD-9237-66E7-3363-F9380E5E6745}"/>
              </a:ext>
            </a:extLst>
          </p:cNvPr>
          <p:cNvCxnSpPr>
            <a:cxnSpLocks/>
          </p:cNvCxnSpPr>
          <p:nvPr/>
        </p:nvCxnSpPr>
        <p:spPr>
          <a:xfrm flipV="1">
            <a:off x="14726319" y="3950993"/>
            <a:ext cx="0" cy="914400"/>
          </a:xfrm>
          <a:prstGeom prst="line">
            <a:avLst/>
          </a:prstGeom>
          <a:ln>
            <a:solidFill>
              <a:srgbClr val="00989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EE599367-F3FC-5C4A-5436-06B717E56DAA}"/>
              </a:ext>
            </a:extLst>
          </p:cNvPr>
          <p:cNvSpPr txBox="1"/>
          <p:nvPr/>
        </p:nvSpPr>
        <p:spPr>
          <a:xfrm>
            <a:off x="13827680" y="4856912"/>
            <a:ext cx="1797278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altLang="zh-CN" sz="1600" dirty="0">
                <a:latin typeface="Roboto Medium" panose="02000000000000000000" pitchFamily="2" charset="0"/>
                <a:ea typeface="Roboto Medium" panose="02000000000000000000" pitchFamily="2" charset="0"/>
              </a:rPr>
              <a:t>2020</a:t>
            </a:r>
          </a:p>
          <a:p>
            <a:pPr algn="ctr"/>
            <a:r>
              <a:rPr lang="de-DE" altLang="zh-CN" sz="1600" dirty="0">
                <a:latin typeface="Roboto" panose="02000000000000000000" pitchFamily="2" charset="0"/>
                <a:ea typeface="Roboto" panose="02000000000000000000" pitchFamily="2" charset="0"/>
              </a:rPr>
              <a:t>CaC</a:t>
            </a:r>
            <a:r>
              <a:rPr lang="de-DE" altLang="zh-CN" sz="1600" baseline="-25000" dirty="0">
                <a:latin typeface="Roboto" panose="02000000000000000000" pitchFamily="2" charset="0"/>
                <a:ea typeface="Roboto" panose="02000000000000000000" pitchFamily="2" charset="0"/>
              </a:rPr>
              <a:t>2</a:t>
            </a:r>
            <a:r>
              <a:rPr lang="de-CH" altLang="zh-CN" sz="1600" dirty="0">
                <a:latin typeface="Roboto" panose="02000000000000000000" pitchFamily="2" charset="0"/>
                <a:ea typeface="Roboto" panose="02000000000000000000" pitchFamily="2" charset="0"/>
              </a:rPr>
              <a:t>: 28 Mt yr</a:t>
            </a:r>
            <a:r>
              <a:rPr lang="en-US" sz="1600" baseline="30000" dirty="0">
                <a:latin typeface="Roboto" panose="02000000000000000000" pitchFamily="2" charset="0"/>
                <a:ea typeface="Roboto" panose="02000000000000000000" pitchFamily="2" charset="0"/>
              </a:rPr>
              <a:t>–1</a:t>
            </a:r>
          </a:p>
          <a:p>
            <a:pPr algn="ctr"/>
            <a:r>
              <a:rPr lang="de-DE" altLang="zh-CN" sz="1600" dirty="0">
                <a:latin typeface="Roboto" panose="02000000000000000000" pitchFamily="2" charset="0"/>
                <a:ea typeface="Roboto" panose="02000000000000000000" pitchFamily="2" charset="0"/>
              </a:rPr>
              <a:t>PVC</a:t>
            </a:r>
            <a:r>
              <a:rPr lang="de-CH" altLang="zh-CN" sz="1600" dirty="0">
                <a:latin typeface="Roboto" panose="02000000000000000000" pitchFamily="2" charset="0"/>
                <a:ea typeface="Roboto" panose="02000000000000000000" pitchFamily="2" charset="0"/>
              </a:rPr>
              <a:t>: &gt;20 Mt yr</a:t>
            </a:r>
            <a:r>
              <a:rPr lang="en-US" sz="1600" baseline="30000" dirty="0">
                <a:latin typeface="Roboto" panose="02000000000000000000" pitchFamily="2" charset="0"/>
                <a:ea typeface="Roboto" panose="02000000000000000000" pitchFamily="2" charset="0"/>
              </a:rPr>
              <a:t>–1</a:t>
            </a:r>
            <a:r>
              <a:rPr lang="en-US" sz="16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</a:p>
          <a:p>
            <a:pPr algn="ctr"/>
            <a:r>
              <a:rPr lang="de-CH" sz="1600" dirty="0">
                <a:latin typeface="Roboto" panose="02000000000000000000" pitchFamily="2" charset="0"/>
                <a:ea typeface="Roboto" panose="02000000000000000000" pitchFamily="2" charset="0"/>
              </a:rPr>
              <a:t>(in China</a:t>
            </a:r>
            <a:r>
              <a:rPr lang="de-DE" altLang="zh-CN" sz="1600" dirty="0">
                <a:latin typeface="Roboto" panose="02000000000000000000" pitchFamily="2" charset="0"/>
                <a:ea typeface="Roboto" panose="02000000000000000000" pitchFamily="2" charset="0"/>
              </a:rPr>
              <a:t>)</a:t>
            </a:r>
          </a:p>
        </p:txBody>
      </p: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A7FC8ADB-2304-910D-4938-B77E863115CE}"/>
              </a:ext>
            </a:extLst>
          </p:cNvPr>
          <p:cNvCxnSpPr>
            <a:cxnSpLocks/>
          </p:cNvCxnSpPr>
          <p:nvPr/>
        </p:nvCxnSpPr>
        <p:spPr>
          <a:xfrm flipH="1" flipV="1">
            <a:off x="15666470" y="2092699"/>
            <a:ext cx="2" cy="1716321"/>
          </a:xfrm>
          <a:prstGeom prst="line">
            <a:avLst/>
          </a:prstGeom>
          <a:ln>
            <a:solidFill>
              <a:srgbClr val="00989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65A39EB8-F0D2-A956-1FA2-26769CAE26DB}"/>
              </a:ext>
            </a:extLst>
          </p:cNvPr>
          <p:cNvSpPr txBox="1"/>
          <p:nvPr/>
        </p:nvSpPr>
        <p:spPr>
          <a:xfrm>
            <a:off x="14602616" y="1291731"/>
            <a:ext cx="212771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altLang="zh-CN" sz="1600" dirty="0">
                <a:latin typeface="Roboto Medium" panose="02000000000000000000" pitchFamily="2" charset="0"/>
                <a:ea typeface="Roboto Medium" panose="02000000000000000000" pitchFamily="2" charset="0"/>
              </a:rPr>
              <a:t>2021</a:t>
            </a:r>
          </a:p>
          <a:p>
            <a:pPr algn="ctr"/>
            <a:r>
              <a:rPr lang="de-DE" altLang="zh-CN" sz="1600" dirty="0">
                <a:latin typeface="Roboto" panose="02000000000000000000" pitchFamily="2" charset="0"/>
                <a:ea typeface="Roboto" panose="02000000000000000000" pitchFamily="2" charset="0"/>
              </a:rPr>
              <a:t>C</a:t>
            </a:r>
            <a:r>
              <a:rPr lang="de-DE" altLang="zh-CN" sz="1600" baseline="-25000" dirty="0">
                <a:latin typeface="Roboto" panose="02000000000000000000" pitchFamily="2" charset="0"/>
                <a:ea typeface="Roboto" panose="02000000000000000000" pitchFamily="2" charset="0"/>
              </a:rPr>
              <a:t>2</a:t>
            </a:r>
            <a:r>
              <a:rPr lang="de-DE" altLang="zh-CN" sz="1600" dirty="0">
                <a:latin typeface="Roboto" panose="02000000000000000000" pitchFamily="2" charset="0"/>
                <a:ea typeface="Roboto" panose="02000000000000000000" pitchFamily="2" charset="0"/>
              </a:rPr>
              <a:t>H</a:t>
            </a:r>
            <a:r>
              <a:rPr lang="de-DE" altLang="zh-CN" sz="1600" baseline="-25000" dirty="0">
                <a:latin typeface="Roboto" panose="02000000000000000000" pitchFamily="2" charset="0"/>
                <a:ea typeface="Roboto" panose="02000000000000000000" pitchFamily="2" charset="0"/>
              </a:rPr>
              <a:t>2</a:t>
            </a:r>
            <a:r>
              <a:rPr lang="de-CH" altLang="zh-CN" sz="1600" dirty="0">
                <a:latin typeface="Roboto" panose="02000000000000000000" pitchFamily="2" charset="0"/>
                <a:ea typeface="Roboto" panose="02000000000000000000" pitchFamily="2" charset="0"/>
              </a:rPr>
              <a:t>: 11 Mt yr</a:t>
            </a:r>
            <a:r>
              <a:rPr lang="en-US" sz="1600" baseline="30000" dirty="0">
                <a:latin typeface="Roboto" panose="02000000000000000000" pitchFamily="2" charset="0"/>
                <a:ea typeface="Roboto" panose="02000000000000000000" pitchFamily="2" charset="0"/>
              </a:rPr>
              <a:t>–1</a:t>
            </a:r>
            <a:endParaRPr lang="de-CH" altLang="zh-CN" sz="1600" dirty="0"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algn="ctr"/>
            <a:r>
              <a:rPr lang="de-DE" altLang="zh-CN" sz="1600" dirty="0">
                <a:latin typeface="Roboto" panose="02000000000000000000" pitchFamily="2" charset="0"/>
                <a:ea typeface="Roboto" panose="02000000000000000000" pitchFamily="2" charset="0"/>
              </a:rPr>
              <a:t>C</a:t>
            </a:r>
            <a:r>
              <a:rPr lang="de-DE" altLang="zh-CN" sz="1600" baseline="-25000" dirty="0">
                <a:latin typeface="Roboto" panose="02000000000000000000" pitchFamily="2" charset="0"/>
                <a:ea typeface="Roboto" panose="02000000000000000000" pitchFamily="2" charset="0"/>
              </a:rPr>
              <a:t>2</a:t>
            </a:r>
            <a:r>
              <a:rPr lang="de-DE" altLang="zh-CN" sz="1600" dirty="0">
                <a:latin typeface="Roboto" panose="02000000000000000000" pitchFamily="2" charset="0"/>
                <a:ea typeface="Roboto" panose="02000000000000000000" pitchFamily="2" charset="0"/>
              </a:rPr>
              <a:t>H</a:t>
            </a:r>
            <a:r>
              <a:rPr lang="de-DE" altLang="zh-CN" sz="1600" baseline="-25000" dirty="0">
                <a:latin typeface="Roboto" panose="02000000000000000000" pitchFamily="2" charset="0"/>
                <a:ea typeface="Roboto" panose="02000000000000000000" pitchFamily="2" charset="0"/>
              </a:rPr>
              <a:t>4</a:t>
            </a:r>
            <a:r>
              <a:rPr lang="de-CH" altLang="zh-CN" sz="1600" dirty="0">
                <a:latin typeface="Roboto" panose="02000000000000000000" pitchFamily="2" charset="0"/>
                <a:ea typeface="Roboto" panose="02000000000000000000" pitchFamily="2" charset="0"/>
              </a:rPr>
              <a:t>: 225 Mt yr</a:t>
            </a:r>
            <a:r>
              <a:rPr lang="en-US" sz="1600" baseline="30000" dirty="0">
                <a:latin typeface="Roboto" panose="02000000000000000000" pitchFamily="2" charset="0"/>
                <a:ea typeface="Roboto" panose="02000000000000000000" pitchFamily="2" charset="0"/>
              </a:rPr>
              <a:t>–1</a:t>
            </a:r>
            <a:endParaRPr lang="de-DE" altLang="zh-CN" sz="16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564F0FB6-3078-074C-C782-6E0B2CB188FF}"/>
              </a:ext>
            </a:extLst>
          </p:cNvPr>
          <p:cNvSpPr/>
          <p:nvPr/>
        </p:nvSpPr>
        <p:spPr>
          <a:xfrm>
            <a:off x="1523882" y="624458"/>
            <a:ext cx="3279096" cy="442445"/>
          </a:xfrm>
          <a:prstGeom prst="rect">
            <a:avLst/>
          </a:prstGeom>
          <a:solidFill>
            <a:srgbClr val="00989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dirty="0"/>
              <a:t>Discovery &amp; </a:t>
            </a:r>
            <a:r>
              <a:rPr lang="de-CH" dirty="0" err="1"/>
              <a:t>production</a:t>
            </a:r>
            <a:r>
              <a:rPr lang="de-CH" dirty="0"/>
              <a:t> </a:t>
            </a:r>
            <a:r>
              <a:rPr lang="de-CH" dirty="0" err="1"/>
              <a:t>of</a:t>
            </a:r>
            <a:r>
              <a:rPr lang="de-CH" dirty="0"/>
              <a:t> </a:t>
            </a:r>
            <a:r>
              <a:rPr lang="de-DE" altLang="zh-CN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</a:t>
            </a:r>
            <a:r>
              <a:rPr lang="de-DE" altLang="zh-CN" baseline="-250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2</a:t>
            </a:r>
            <a:r>
              <a:rPr lang="de-DE" altLang="zh-CN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H</a:t>
            </a:r>
            <a:r>
              <a:rPr lang="de-DE" altLang="zh-CN" baseline="-250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2</a:t>
            </a:r>
            <a:r>
              <a:rPr lang="de-CH" dirty="0"/>
              <a:t> 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975EF7AE-E092-7624-20C6-7BD66DC23B73}"/>
              </a:ext>
            </a:extLst>
          </p:cNvPr>
          <p:cNvSpPr/>
          <p:nvPr/>
        </p:nvSpPr>
        <p:spPr>
          <a:xfrm>
            <a:off x="4843655" y="624458"/>
            <a:ext cx="5494149" cy="442445"/>
          </a:xfrm>
          <a:prstGeom prst="rect">
            <a:avLst/>
          </a:prstGeom>
          <a:solidFill>
            <a:srgbClr val="E4325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altLang="zh-CN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</a:t>
            </a:r>
            <a:r>
              <a:rPr lang="de-DE" altLang="zh-CN" baseline="-250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2</a:t>
            </a:r>
            <a:r>
              <a:rPr lang="de-DE" altLang="zh-CN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H</a:t>
            </a:r>
            <a:r>
              <a:rPr lang="de-DE" altLang="zh-CN" baseline="-250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2</a:t>
            </a:r>
            <a:r>
              <a:rPr lang="de-DE" altLang="zh-CN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de-DE" altLang="zh-CN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as</a:t>
            </a:r>
            <a:r>
              <a:rPr lang="de-DE" altLang="zh-CN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a </a:t>
            </a:r>
            <a:r>
              <a:rPr lang="de-DE" altLang="zh-CN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pillar</a:t>
            </a:r>
            <a:r>
              <a:rPr lang="de-DE" altLang="zh-CN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in </a:t>
            </a:r>
            <a:r>
              <a:rPr lang="de-DE" altLang="zh-CN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chemical</a:t>
            </a:r>
            <a:r>
              <a:rPr lang="de-DE" altLang="zh-CN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de-DE" altLang="zh-CN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industry</a:t>
            </a:r>
            <a:r>
              <a:rPr lang="de-DE" altLang="zh-CN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endParaRPr lang="de-CH" u="sng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C79B3FFA-78B5-9111-1734-B95A04BE8DD5}"/>
              </a:ext>
            </a:extLst>
          </p:cNvPr>
          <p:cNvSpPr/>
          <p:nvPr/>
        </p:nvSpPr>
        <p:spPr>
          <a:xfrm>
            <a:off x="10378476" y="624458"/>
            <a:ext cx="5272757" cy="442445"/>
          </a:xfrm>
          <a:prstGeom prst="rect">
            <a:avLst/>
          </a:prstGeom>
          <a:solidFill>
            <a:srgbClr val="00C86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altLang="zh-CN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</a:t>
            </a:r>
            <a:r>
              <a:rPr lang="de-DE" altLang="zh-CN" baseline="-250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2</a:t>
            </a:r>
            <a:r>
              <a:rPr lang="de-DE" altLang="zh-CN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H</a:t>
            </a:r>
            <a:r>
              <a:rPr lang="de-DE" altLang="zh-CN" baseline="-250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4</a:t>
            </a:r>
            <a:r>
              <a:rPr lang="de-DE" altLang="zh-CN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de-DE" altLang="zh-CN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replaced</a:t>
            </a:r>
            <a:r>
              <a:rPr lang="de-DE" altLang="zh-CN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C</a:t>
            </a:r>
            <a:r>
              <a:rPr lang="de-DE" altLang="zh-CN" baseline="-250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2</a:t>
            </a:r>
            <a:r>
              <a:rPr lang="de-DE" altLang="zh-CN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H</a:t>
            </a:r>
            <a:r>
              <a:rPr lang="de-DE" altLang="zh-CN" baseline="-250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2</a:t>
            </a:r>
            <a:r>
              <a:rPr lang="de-DE" altLang="zh-CN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de-DE" altLang="zh-CN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as</a:t>
            </a:r>
            <a:r>
              <a:rPr lang="de-DE" altLang="zh-CN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a </a:t>
            </a:r>
            <a:r>
              <a:rPr lang="de-DE" altLang="zh-CN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pillar</a:t>
            </a:r>
            <a:r>
              <a:rPr lang="de-DE" altLang="zh-CN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in </a:t>
            </a:r>
            <a:r>
              <a:rPr lang="de-DE" altLang="zh-CN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chemical</a:t>
            </a:r>
            <a:r>
              <a:rPr lang="de-DE" altLang="zh-CN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de-DE" altLang="zh-CN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industry</a:t>
            </a:r>
            <a:r>
              <a:rPr lang="de-DE" altLang="zh-CN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endParaRPr lang="de-CH" u="sng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717BFF1D-77B7-693E-D613-8D3965356DA5}"/>
              </a:ext>
            </a:extLst>
          </p:cNvPr>
          <p:cNvSpPr/>
          <p:nvPr/>
        </p:nvSpPr>
        <p:spPr>
          <a:xfrm>
            <a:off x="11731002" y="3822130"/>
            <a:ext cx="155388" cy="155388"/>
          </a:xfrm>
          <a:prstGeom prst="ellipse">
            <a:avLst/>
          </a:prstGeom>
          <a:solidFill>
            <a:srgbClr val="00989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sz="1600" dirty="0"/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268196DA-CBB8-6CD0-70D6-0AD4BDC37462}"/>
              </a:ext>
            </a:extLst>
          </p:cNvPr>
          <p:cNvSpPr/>
          <p:nvPr/>
        </p:nvSpPr>
        <p:spPr>
          <a:xfrm>
            <a:off x="1446681" y="3822130"/>
            <a:ext cx="155388" cy="155388"/>
          </a:xfrm>
          <a:prstGeom prst="ellipse">
            <a:avLst/>
          </a:prstGeom>
          <a:solidFill>
            <a:srgbClr val="00989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sz="1600" dirty="0"/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207762DC-410B-4A37-40C0-56055399961A}"/>
              </a:ext>
            </a:extLst>
          </p:cNvPr>
          <p:cNvSpPr/>
          <p:nvPr/>
        </p:nvSpPr>
        <p:spPr>
          <a:xfrm>
            <a:off x="4715063" y="3822130"/>
            <a:ext cx="155388" cy="155388"/>
          </a:xfrm>
          <a:prstGeom prst="ellipse">
            <a:avLst/>
          </a:prstGeom>
          <a:solidFill>
            <a:srgbClr val="00989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sz="1600" dirty="0"/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044470E5-344F-8090-5A62-31194442F5F5}"/>
              </a:ext>
            </a:extLst>
          </p:cNvPr>
          <p:cNvSpPr/>
          <p:nvPr/>
        </p:nvSpPr>
        <p:spPr>
          <a:xfrm>
            <a:off x="15588777" y="3822130"/>
            <a:ext cx="155388" cy="155388"/>
          </a:xfrm>
          <a:prstGeom prst="ellipse">
            <a:avLst/>
          </a:prstGeom>
          <a:solidFill>
            <a:srgbClr val="00989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sz="1600" dirty="0"/>
          </a:p>
        </p:txBody>
      </p: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B41027B7-F23D-3AF5-BDAA-50DDA84018BF}"/>
              </a:ext>
            </a:extLst>
          </p:cNvPr>
          <p:cNvCxnSpPr>
            <a:cxnSpLocks/>
          </p:cNvCxnSpPr>
          <p:nvPr/>
        </p:nvCxnSpPr>
        <p:spPr>
          <a:xfrm flipH="1" flipV="1">
            <a:off x="12762597" y="3985636"/>
            <a:ext cx="212" cy="1496225"/>
          </a:xfrm>
          <a:prstGeom prst="line">
            <a:avLst/>
          </a:prstGeom>
          <a:ln>
            <a:solidFill>
              <a:srgbClr val="00989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Oval 87">
            <a:extLst>
              <a:ext uri="{FF2B5EF4-FFF2-40B4-BE49-F238E27FC236}">
                <a16:creationId xmlns:a16="http://schemas.microsoft.com/office/drawing/2014/main" id="{D0471C60-1E15-F183-67A9-C053CE8F5016}"/>
              </a:ext>
            </a:extLst>
          </p:cNvPr>
          <p:cNvSpPr/>
          <p:nvPr/>
        </p:nvSpPr>
        <p:spPr>
          <a:xfrm>
            <a:off x="6406682" y="3822130"/>
            <a:ext cx="155388" cy="155388"/>
          </a:xfrm>
          <a:prstGeom prst="ellipse">
            <a:avLst/>
          </a:prstGeom>
          <a:solidFill>
            <a:srgbClr val="00989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sz="1600" dirty="0"/>
          </a:p>
        </p:txBody>
      </p: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D32C174C-ACA3-8FFD-6352-F99C3CA2442C}"/>
              </a:ext>
            </a:extLst>
          </p:cNvPr>
          <p:cNvCxnSpPr>
            <a:cxnSpLocks/>
          </p:cNvCxnSpPr>
          <p:nvPr/>
        </p:nvCxnSpPr>
        <p:spPr>
          <a:xfrm flipV="1">
            <a:off x="9906244" y="2893327"/>
            <a:ext cx="0" cy="914400"/>
          </a:xfrm>
          <a:prstGeom prst="line">
            <a:avLst/>
          </a:prstGeom>
          <a:ln>
            <a:solidFill>
              <a:srgbClr val="00989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D7FC5740-F04D-E6F8-CBE1-7A93070611D0}"/>
              </a:ext>
            </a:extLst>
          </p:cNvPr>
          <p:cNvCxnSpPr>
            <a:cxnSpLocks/>
          </p:cNvCxnSpPr>
          <p:nvPr/>
        </p:nvCxnSpPr>
        <p:spPr>
          <a:xfrm flipV="1">
            <a:off x="6484376" y="2893327"/>
            <a:ext cx="0" cy="914400"/>
          </a:xfrm>
          <a:prstGeom prst="line">
            <a:avLst/>
          </a:prstGeom>
          <a:ln>
            <a:solidFill>
              <a:srgbClr val="00989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7696BA18-2191-8F2A-02A4-5F89CB992432}"/>
              </a:ext>
            </a:extLst>
          </p:cNvPr>
          <p:cNvCxnSpPr>
            <a:cxnSpLocks/>
          </p:cNvCxnSpPr>
          <p:nvPr/>
        </p:nvCxnSpPr>
        <p:spPr>
          <a:xfrm flipV="1">
            <a:off x="3164010" y="2893327"/>
            <a:ext cx="0" cy="914400"/>
          </a:xfrm>
          <a:prstGeom prst="line">
            <a:avLst/>
          </a:prstGeom>
          <a:ln>
            <a:solidFill>
              <a:srgbClr val="00989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0986386B-DA02-63E0-E087-616ED1950B05}"/>
              </a:ext>
            </a:extLst>
          </p:cNvPr>
          <p:cNvCxnSpPr>
            <a:cxnSpLocks/>
          </p:cNvCxnSpPr>
          <p:nvPr/>
        </p:nvCxnSpPr>
        <p:spPr>
          <a:xfrm flipV="1">
            <a:off x="13735152" y="2893327"/>
            <a:ext cx="0" cy="914400"/>
          </a:xfrm>
          <a:prstGeom prst="line">
            <a:avLst/>
          </a:prstGeom>
          <a:ln>
            <a:solidFill>
              <a:srgbClr val="00989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160197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fb2c3d82-2c28-4afd-a961-ac8563f93fe6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55D8D02FCBFE4A45BE4A6066F3F20788" ma:contentTypeVersion="6" ma:contentTypeDescription="Ein neues Dokument erstellen." ma:contentTypeScope="" ma:versionID="69dc4bf7c9f0c5dd5390daa3ad860cd5">
  <xsd:schema xmlns:xsd="http://www.w3.org/2001/XMLSchema" xmlns:xs="http://www.w3.org/2001/XMLSchema" xmlns:p="http://schemas.microsoft.com/office/2006/metadata/properties" xmlns:ns3="fb2c3d82-2c28-4afd-a961-ac8563f93fe6" targetNamespace="http://schemas.microsoft.com/office/2006/metadata/properties" ma:root="true" ma:fieldsID="1c8d453700636c18605530afedd7f6cc" ns3:_="">
    <xsd:import namespace="fb2c3d82-2c28-4afd-a961-ac8563f93fe6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_activity" minOccurs="0"/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b2c3d82-2c28-4afd-a961-ac8563f93fe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CCB7CA0-AB87-42FF-9508-6695CE11E7D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B141B9D-D0FE-4207-8721-5E8DDAA8F67C}">
  <ds:schemaRefs>
    <ds:schemaRef ds:uri="http://purl.org/dc/elements/1.1/"/>
    <ds:schemaRef ds:uri="http://purl.org/dc/dcmitype/"/>
    <ds:schemaRef ds:uri="http://schemas.microsoft.com/office/2006/documentManagement/types"/>
    <ds:schemaRef ds:uri="http://schemas.microsoft.com/office/infopath/2007/PartnerControls"/>
    <ds:schemaRef ds:uri="http://purl.org/dc/terms/"/>
    <ds:schemaRef ds:uri="http://schemas.openxmlformats.org/package/2006/metadata/core-properties"/>
    <ds:schemaRef ds:uri="http://schemas.microsoft.com/office/2006/metadata/properties"/>
    <ds:schemaRef ds:uri="fb2c3d82-2c28-4afd-a961-ac8563f93fe6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DEB8DA1D-AC09-4518-85FC-5E14E3EF869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b2c3d82-2c28-4afd-a961-ac8563f93fe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99</TotalTime>
  <Words>212</Words>
  <Application>Microsoft Office PowerPoint</Application>
  <PresentationFormat>Custom</PresentationFormat>
  <Paragraphs>47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Roboto</vt:lpstr>
      <vt:lpstr>Roboto Medium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Zhang  Zihao</dc:creator>
  <cp:lastModifiedBy>Zhang, Zihao</cp:lastModifiedBy>
  <cp:revision>581</cp:revision>
  <dcterms:created xsi:type="dcterms:W3CDTF">2024-06-05T14:30:51Z</dcterms:created>
  <dcterms:modified xsi:type="dcterms:W3CDTF">2025-01-04T23:47:14Z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0x01010055D8D02FCBFE4A45BE4A6066F3F20788</vt:lpwstr>
  </property>
</Properties>
</file>