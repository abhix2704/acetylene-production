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2" saveSubsetFonts="1">
  <p:sldMasterIdLst>
    <p:sldMasterId id="2147483804" r:id="rId4"/>
  </p:sldMasterIdLst>
  <p:notesMasterIdLst>
    <p:notesMasterId r:id="rId6"/>
  </p:notesMasterIdLst>
  <p:sldIdLst>
    <p:sldId id="275" r:id="rId5"/>
  </p:sldIdLst>
  <p:sldSz cx="13716000" cy="8229600"/>
  <p:notesSz cx="6858000" cy="9144000"/>
  <p:defaultTextStyle>
    <a:defPPr>
      <a:defRPr lang="en-US"/>
    </a:defPPr>
    <a:lvl1pPr marL="0" algn="l" defTabSz="45710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02" algn="l" defTabSz="45710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04" algn="l" defTabSz="45710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06" algn="l" defTabSz="45710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08" algn="l" defTabSz="45710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10" algn="l" defTabSz="45710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12" algn="l" defTabSz="45710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14" algn="l" defTabSz="45710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16" algn="l" defTabSz="45710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6FFF"/>
    <a:srgbClr val="009890"/>
    <a:srgbClr val="E4325C"/>
    <a:srgbClr val="00C862"/>
    <a:srgbClr val="FA9B41"/>
    <a:srgbClr val="333300"/>
    <a:srgbClr val="00FFCC"/>
    <a:srgbClr val="66FFFF"/>
    <a:srgbClr val="6161AA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51" autoAdjust="0"/>
    <p:restoredTop sz="96247" autoAdjust="0"/>
  </p:normalViewPr>
  <p:slideViewPr>
    <p:cSldViewPr snapToGrid="0">
      <p:cViewPr>
        <p:scale>
          <a:sx n="75" d="100"/>
          <a:sy n="75" d="100"/>
        </p:scale>
        <p:origin x="3484" y="162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ang, Zihao" userId="26112959-846b-4648-8ed6-22f7e11ddcd4" providerId="ADAL" clId="{509BDD5B-FE75-4C62-BB8E-5C07FDB1B39E}"/>
    <pc:docChg chg="custSel modSld">
      <pc:chgData name="Zhang, Zihao" userId="26112959-846b-4648-8ed6-22f7e11ddcd4" providerId="ADAL" clId="{509BDD5B-FE75-4C62-BB8E-5C07FDB1B39E}" dt="2025-01-06T23:42:27.684" v="8" actId="478"/>
      <pc:docMkLst>
        <pc:docMk/>
      </pc:docMkLst>
      <pc:sldChg chg="addSp delSp modSp mod">
        <pc:chgData name="Zhang, Zihao" userId="26112959-846b-4648-8ed6-22f7e11ddcd4" providerId="ADAL" clId="{509BDD5B-FE75-4C62-BB8E-5C07FDB1B39E}" dt="2025-01-06T23:42:27.684" v="8" actId="478"/>
        <pc:sldMkLst>
          <pc:docMk/>
          <pc:sldMk cId="3264780388" sldId="275"/>
        </pc:sldMkLst>
        <pc:graphicFrameChg chg="modGraphic">
          <ac:chgData name="Zhang, Zihao" userId="26112959-846b-4648-8ed6-22f7e11ddcd4" providerId="ADAL" clId="{509BDD5B-FE75-4C62-BB8E-5C07FDB1B39E}" dt="2025-01-06T15:43:11.350" v="1" actId="20577"/>
          <ac:graphicFrameMkLst>
            <pc:docMk/>
            <pc:sldMk cId="3264780388" sldId="275"/>
            <ac:graphicFrameMk id="90" creationId="{0E5C58EA-2C25-0D1E-B640-9039C1B01BF1}"/>
          </ac:graphicFrameMkLst>
        </pc:graphicFrameChg>
        <pc:picChg chg="add del mod">
          <ac:chgData name="Zhang, Zihao" userId="26112959-846b-4648-8ed6-22f7e11ddcd4" providerId="ADAL" clId="{509BDD5B-FE75-4C62-BB8E-5C07FDB1B39E}" dt="2025-01-06T23:42:27.684" v="8" actId="478"/>
          <ac:picMkLst>
            <pc:docMk/>
            <pc:sldMk cId="3264780388" sldId="275"/>
            <ac:picMk id="3" creationId="{4E2DFED4-5471-ACF1-B0F5-A8D5F2F0798C}"/>
          </ac:picMkLst>
        </pc:picChg>
      </pc:sldChg>
    </pc:docChg>
  </pc:docChgLst>
  <pc:docChgLst>
    <pc:chgData name="Zhang, Zihao" userId="26112959-846b-4648-8ed6-22f7e11ddcd4" providerId="ADAL" clId="{25D79D08-D0E7-4502-87CF-FD5C747A4D03}"/>
    <pc:docChg chg="delSld">
      <pc:chgData name="Zhang, Zihao" userId="26112959-846b-4648-8ed6-22f7e11ddcd4" providerId="ADAL" clId="{25D79D08-D0E7-4502-87CF-FD5C747A4D03}" dt="2025-01-02T00:03:13.382" v="1" actId="47"/>
      <pc:docMkLst>
        <pc:docMk/>
      </pc:docMkLst>
      <pc:sldChg chg="del">
        <pc:chgData name="Zhang, Zihao" userId="26112959-846b-4648-8ed6-22f7e11ddcd4" providerId="ADAL" clId="{25D79D08-D0E7-4502-87CF-FD5C747A4D03}" dt="2025-01-02T00:03:13.382" v="1" actId="47"/>
        <pc:sldMkLst>
          <pc:docMk/>
          <pc:sldMk cId="1892413208" sldId="272"/>
        </pc:sldMkLst>
      </pc:sldChg>
      <pc:sldChg chg="del">
        <pc:chgData name="Zhang, Zihao" userId="26112959-846b-4648-8ed6-22f7e11ddcd4" providerId="ADAL" clId="{25D79D08-D0E7-4502-87CF-FD5C747A4D03}" dt="2025-01-02T00:03:09.965" v="0" actId="47"/>
        <pc:sldMkLst>
          <pc:docMk/>
          <pc:sldMk cId="3470546515" sldId="274"/>
        </pc:sldMkLst>
      </pc:sldChg>
    </pc:docChg>
  </pc:docChgLst>
  <pc:docChgLst>
    <pc:chgData name="Zhang, Zihao" userId="26112959-846b-4648-8ed6-22f7e11ddcd4" providerId="ADAL" clId="{DC51A3C1-7A95-4E62-9D8E-8285DC47B219}"/>
    <pc:docChg chg="undo custSel delSld modSld modMainMaster modNotesMaster">
      <pc:chgData name="Zhang, Zihao" userId="26112959-846b-4648-8ed6-22f7e11ddcd4" providerId="ADAL" clId="{DC51A3C1-7A95-4E62-9D8E-8285DC47B219}" dt="2025-01-04T23:46:47.311" v="444" actId="478"/>
      <pc:docMkLst>
        <pc:docMk/>
      </pc:docMkLst>
      <pc:sldChg chg="del">
        <pc:chgData name="Zhang, Zihao" userId="26112959-846b-4648-8ed6-22f7e11ddcd4" providerId="ADAL" clId="{DC51A3C1-7A95-4E62-9D8E-8285DC47B219}" dt="2025-01-02T00:06:00.013" v="2" actId="47"/>
        <pc:sldMkLst>
          <pc:docMk/>
          <pc:sldMk cId="2865581521" sldId="260"/>
        </pc:sldMkLst>
      </pc:sldChg>
      <pc:sldChg chg="del">
        <pc:chgData name="Zhang, Zihao" userId="26112959-846b-4648-8ed6-22f7e11ddcd4" providerId="ADAL" clId="{DC51A3C1-7A95-4E62-9D8E-8285DC47B219}" dt="2025-01-02T00:06:00.332" v="3" actId="47"/>
        <pc:sldMkLst>
          <pc:docMk/>
          <pc:sldMk cId="729349239" sldId="268"/>
        </pc:sldMkLst>
      </pc:sldChg>
      <pc:sldChg chg="del">
        <pc:chgData name="Zhang, Zihao" userId="26112959-846b-4648-8ed6-22f7e11ddcd4" providerId="ADAL" clId="{DC51A3C1-7A95-4E62-9D8E-8285DC47B219}" dt="2025-01-02T00:05:56.492" v="0" actId="47"/>
        <pc:sldMkLst>
          <pc:docMk/>
          <pc:sldMk cId="1416019772" sldId="270"/>
        </pc:sldMkLst>
      </pc:sldChg>
      <pc:sldChg chg="del">
        <pc:chgData name="Zhang, Zihao" userId="26112959-846b-4648-8ed6-22f7e11ddcd4" providerId="ADAL" clId="{DC51A3C1-7A95-4E62-9D8E-8285DC47B219}" dt="2025-01-02T00:05:57.251" v="1" actId="47"/>
        <pc:sldMkLst>
          <pc:docMk/>
          <pc:sldMk cId="3822094833" sldId="271"/>
        </pc:sldMkLst>
      </pc:sldChg>
      <pc:sldChg chg="del">
        <pc:chgData name="Zhang, Zihao" userId="26112959-846b-4648-8ed6-22f7e11ddcd4" providerId="ADAL" clId="{DC51A3C1-7A95-4E62-9D8E-8285DC47B219}" dt="2025-01-02T00:06:00.713" v="4" actId="47"/>
        <pc:sldMkLst>
          <pc:docMk/>
          <pc:sldMk cId="3669502245" sldId="273"/>
        </pc:sldMkLst>
      </pc:sldChg>
      <pc:sldChg chg="addSp delSp modSp mod">
        <pc:chgData name="Zhang, Zihao" userId="26112959-846b-4648-8ed6-22f7e11ddcd4" providerId="ADAL" clId="{DC51A3C1-7A95-4E62-9D8E-8285DC47B219}" dt="2025-01-04T23:46:47.311" v="444" actId="478"/>
        <pc:sldMkLst>
          <pc:docMk/>
          <pc:sldMk cId="3264780388" sldId="275"/>
        </pc:sldMkLst>
        <pc:spChg chg="mod topLvl">
          <ac:chgData name="Zhang, Zihao" userId="26112959-846b-4648-8ed6-22f7e11ddcd4" providerId="ADAL" clId="{DC51A3C1-7A95-4E62-9D8E-8285DC47B219}" dt="2025-01-02T20:35:16.721" v="23"/>
          <ac:spMkLst>
            <pc:docMk/>
            <pc:sldMk cId="3264780388" sldId="275"/>
            <ac:spMk id="7" creationId="{91632042-52BB-7B6C-D76D-B1957B8DD73F}"/>
          </ac:spMkLst>
        </pc:spChg>
        <pc:spChg chg="mod topLvl">
          <ac:chgData name="Zhang, Zihao" userId="26112959-846b-4648-8ed6-22f7e11ddcd4" providerId="ADAL" clId="{DC51A3C1-7A95-4E62-9D8E-8285DC47B219}" dt="2025-01-02T20:35:16.721" v="23"/>
          <ac:spMkLst>
            <pc:docMk/>
            <pc:sldMk cId="3264780388" sldId="275"/>
            <ac:spMk id="8" creationId="{E0ACCE15-E84E-D0BC-B497-1EDF611AF46D}"/>
          </ac:spMkLst>
        </pc:spChg>
        <pc:spChg chg="mod topLvl">
          <ac:chgData name="Zhang, Zihao" userId="26112959-846b-4648-8ed6-22f7e11ddcd4" providerId="ADAL" clId="{DC51A3C1-7A95-4E62-9D8E-8285DC47B219}" dt="2025-01-02T20:35:16.721" v="23"/>
          <ac:spMkLst>
            <pc:docMk/>
            <pc:sldMk cId="3264780388" sldId="275"/>
            <ac:spMk id="9" creationId="{F11E3939-BC7C-28A5-E853-1117B0842E69}"/>
          </ac:spMkLst>
        </pc:spChg>
        <pc:spChg chg="mod topLvl">
          <ac:chgData name="Zhang, Zihao" userId="26112959-846b-4648-8ed6-22f7e11ddcd4" providerId="ADAL" clId="{DC51A3C1-7A95-4E62-9D8E-8285DC47B219}" dt="2025-01-02T20:59:05.171" v="417" actId="12788"/>
          <ac:spMkLst>
            <pc:docMk/>
            <pc:sldMk cId="3264780388" sldId="275"/>
            <ac:spMk id="14" creationId="{3103F572-7A4D-2241-7B1B-614C7D09831D}"/>
          </ac:spMkLst>
        </pc:spChg>
        <pc:spChg chg="mod topLvl">
          <ac:chgData name="Zhang, Zihao" userId="26112959-846b-4648-8ed6-22f7e11ddcd4" providerId="ADAL" clId="{DC51A3C1-7A95-4E62-9D8E-8285DC47B219}" dt="2025-01-02T20:59:29.327" v="424" actId="1037"/>
          <ac:spMkLst>
            <pc:docMk/>
            <pc:sldMk cId="3264780388" sldId="275"/>
            <ac:spMk id="15" creationId="{0D5495C1-A1DB-2742-5D6A-BEADE42A1B52}"/>
          </ac:spMkLst>
        </pc:spChg>
        <pc:spChg chg="mod topLvl">
          <ac:chgData name="Zhang, Zihao" userId="26112959-846b-4648-8ed6-22f7e11ddcd4" providerId="ADAL" clId="{DC51A3C1-7A95-4E62-9D8E-8285DC47B219}" dt="2025-01-02T20:59:29.327" v="424" actId="1037"/>
          <ac:spMkLst>
            <pc:docMk/>
            <pc:sldMk cId="3264780388" sldId="275"/>
            <ac:spMk id="16" creationId="{0FE20E9F-1B0F-2FE3-CA6B-19DBBEDB653E}"/>
          </ac:spMkLst>
        </pc:spChg>
        <pc:spChg chg="mod topLvl">
          <ac:chgData name="Zhang, Zihao" userId="26112959-846b-4648-8ed6-22f7e11ddcd4" providerId="ADAL" clId="{DC51A3C1-7A95-4E62-9D8E-8285DC47B219}" dt="2025-01-02T20:35:16.721" v="23"/>
          <ac:spMkLst>
            <pc:docMk/>
            <pc:sldMk cId="3264780388" sldId="275"/>
            <ac:spMk id="17" creationId="{048F0B4E-6BB0-DC34-FACF-30DC6DBC2847}"/>
          </ac:spMkLst>
        </pc:spChg>
        <pc:spChg chg="mod topLvl">
          <ac:chgData name="Zhang, Zihao" userId="26112959-846b-4648-8ed6-22f7e11ddcd4" providerId="ADAL" clId="{DC51A3C1-7A95-4E62-9D8E-8285DC47B219}" dt="2025-01-02T20:59:05.171" v="417" actId="12788"/>
          <ac:spMkLst>
            <pc:docMk/>
            <pc:sldMk cId="3264780388" sldId="275"/>
            <ac:spMk id="18" creationId="{D163FB12-3108-4073-7D35-AF7C83C0D6C9}"/>
          </ac:spMkLst>
        </pc:spChg>
        <pc:spChg chg="mod topLvl">
          <ac:chgData name="Zhang, Zihao" userId="26112959-846b-4648-8ed6-22f7e11ddcd4" providerId="ADAL" clId="{DC51A3C1-7A95-4E62-9D8E-8285DC47B219}" dt="2025-01-02T20:35:16.721" v="23"/>
          <ac:spMkLst>
            <pc:docMk/>
            <pc:sldMk cId="3264780388" sldId="275"/>
            <ac:spMk id="19" creationId="{E04A9153-A747-C784-960E-CA732A0DE496}"/>
          </ac:spMkLst>
        </pc:spChg>
        <pc:spChg chg="mod topLvl">
          <ac:chgData name="Zhang, Zihao" userId="26112959-846b-4648-8ed6-22f7e11ddcd4" providerId="ADAL" clId="{DC51A3C1-7A95-4E62-9D8E-8285DC47B219}" dt="2025-01-02T20:35:16.721" v="23"/>
          <ac:spMkLst>
            <pc:docMk/>
            <pc:sldMk cId="3264780388" sldId="275"/>
            <ac:spMk id="20" creationId="{48318E95-C915-CD97-F8F9-A63C999245AD}"/>
          </ac:spMkLst>
        </pc:spChg>
        <pc:spChg chg="mod topLvl">
          <ac:chgData name="Zhang, Zihao" userId="26112959-846b-4648-8ed6-22f7e11ddcd4" providerId="ADAL" clId="{DC51A3C1-7A95-4E62-9D8E-8285DC47B219}" dt="2025-01-02T20:35:16.721" v="23"/>
          <ac:spMkLst>
            <pc:docMk/>
            <pc:sldMk cId="3264780388" sldId="275"/>
            <ac:spMk id="21" creationId="{3C9CBAD3-B9D9-6076-AF1D-6AF3FD8A915A}"/>
          </ac:spMkLst>
        </pc:spChg>
        <pc:spChg chg="mod">
          <ac:chgData name="Zhang, Zihao" userId="26112959-846b-4648-8ed6-22f7e11ddcd4" providerId="ADAL" clId="{DC51A3C1-7A95-4E62-9D8E-8285DC47B219}" dt="2025-01-02T20:59:29.327" v="424" actId="1037"/>
          <ac:spMkLst>
            <pc:docMk/>
            <pc:sldMk cId="3264780388" sldId="275"/>
            <ac:spMk id="22" creationId="{817EFD7F-E928-CB6B-DCA7-3BE8B28F785B}"/>
          </ac:spMkLst>
        </pc:spChg>
        <pc:spChg chg="mod">
          <ac:chgData name="Zhang, Zihao" userId="26112959-846b-4648-8ed6-22f7e11ddcd4" providerId="ADAL" clId="{DC51A3C1-7A95-4E62-9D8E-8285DC47B219}" dt="2025-01-02T20:59:29.327" v="424" actId="1037"/>
          <ac:spMkLst>
            <pc:docMk/>
            <pc:sldMk cId="3264780388" sldId="275"/>
            <ac:spMk id="23" creationId="{6F36605E-98E6-2CCA-D2F2-1EC15C20FDAB}"/>
          </ac:spMkLst>
        </pc:spChg>
        <pc:spChg chg="mod">
          <ac:chgData name="Zhang, Zihao" userId="26112959-846b-4648-8ed6-22f7e11ddcd4" providerId="ADAL" clId="{DC51A3C1-7A95-4E62-9D8E-8285DC47B219}" dt="2025-01-02T20:59:05.171" v="417" actId="12788"/>
          <ac:spMkLst>
            <pc:docMk/>
            <pc:sldMk cId="3264780388" sldId="275"/>
            <ac:spMk id="24" creationId="{B1902915-EE52-8C58-C412-E14865161DC7}"/>
          </ac:spMkLst>
        </pc:spChg>
        <pc:spChg chg="mod">
          <ac:chgData name="Zhang, Zihao" userId="26112959-846b-4648-8ed6-22f7e11ddcd4" providerId="ADAL" clId="{DC51A3C1-7A95-4E62-9D8E-8285DC47B219}" dt="2025-01-02T20:59:05.171" v="417" actId="12788"/>
          <ac:spMkLst>
            <pc:docMk/>
            <pc:sldMk cId="3264780388" sldId="275"/>
            <ac:spMk id="25" creationId="{D4C92DC5-1B4A-DD26-E6C5-7577A34C0F86}"/>
          </ac:spMkLst>
        </pc:spChg>
        <pc:spChg chg="mod">
          <ac:chgData name="Zhang, Zihao" userId="26112959-846b-4648-8ed6-22f7e11ddcd4" providerId="ADAL" clId="{DC51A3C1-7A95-4E62-9D8E-8285DC47B219}" dt="2025-01-02T20:59:05.171" v="417" actId="12788"/>
          <ac:spMkLst>
            <pc:docMk/>
            <pc:sldMk cId="3264780388" sldId="275"/>
            <ac:spMk id="26" creationId="{EC1603B5-5A97-5CBC-EC4D-8A202C5BC8A4}"/>
          </ac:spMkLst>
        </pc:spChg>
        <pc:spChg chg="mod">
          <ac:chgData name="Zhang, Zihao" userId="26112959-846b-4648-8ed6-22f7e11ddcd4" providerId="ADAL" clId="{DC51A3C1-7A95-4E62-9D8E-8285DC47B219}" dt="2025-01-02T20:59:05.171" v="417" actId="12788"/>
          <ac:spMkLst>
            <pc:docMk/>
            <pc:sldMk cId="3264780388" sldId="275"/>
            <ac:spMk id="27" creationId="{E2ABE3BB-F560-C061-E526-7D58F1AE9B03}"/>
          </ac:spMkLst>
        </pc:spChg>
        <pc:spChg chg="mod">
          <ac:chgData name="Zhang, Zihao" userId="26112959-846b-4648-8ed6-22f7e11ddcd4" providerId="ADAL" clId="{DC51A3C1-7A95-4E62-9D8E-8285DC47B219}" dt="2025-01-02T20:59:29.327" v="424" actId="1037"/>
          <ac:spMkLst>
            <pc:docMk/>
            <pc:sldMk cId="3264780388" sldId="275"/>
            <ac:spMk id="28" creationId="{C653F06C-47C8-12C7-6098-7F53C83189C4}"/>
          </ac:spMkLst>
        </pc:spChg>
        <pc:spChg chg="mod">
          <ac:chgData name="Zhang, Zihao" userId="26112959-846b-4648-8ed6-22f7e11ddcd4" providerId="ADAL" clId="{DC51A3C1-7A95-4E62-9D8E-8285DC47B219}" dt="2025-01-02T20:59:29.327" v="424" actId="1037"/>
          <ac:spMkLst>
            <pc:docMk/>
            <pc:sldMk cId="3264780388" sldId="275"/>
            <ac:spMk id="29" creationId="{32D94B83-D048-CDAD-72CE-1B3513BA4C9C}"/>
          </ac:spMkLst>
        </pc:spChg>
        <pc:spChg chg="mod">
          <ac:chgData name="Zhang, Zihao" userId="26112959-846b-4648-8ed6-22f7e11ddcd4" providerId="ADAL" clId="{DC51A3C1-7A95-4E62-9D8E-8285DC47B219}" dt="2025-01-02T20:41:04.586" v="148" actId="1035"/>
          <ac:spMkLst>
            <pc:docMk/>
            <pc:sldMk cId="3264780388" sldId="275"/>
            <ac:spMk id="30" creationId="{6516380F-0309-9046-B2BE-E083D1E690CB}"/>
          </ac:spMkLst>
        </pc:spChg>
        <pc:spChg chg="mod">
          <ac:chgData name="Zhang, Zihao" userId="26112959-846b-4648-8ed6-22f7e11ddcd4" providerId="ADAL" clId="{DC51A3C1-7A95-4E62-9D8E-8285DC47B219}" dt="2025-01-02T20:59:45.587" v="425" actId="1076"/>
          <ac:spMkLst>
            <pc:docMk/>
            <pc:sldMk cId="3264780388" sldId="275"/>
            <ac:spMk id="31" creationId="{A07E2905-7604-B632-12F2-15FF168A26E2}"/>
          </ac:spMkLst>
        </pc:spChg>
        <pc:spChg chg="mod topLvl">
          <ac:chgData name="Zhang, Zihao" userId="26112959-846b-4648-8ed6-22f7e11ddcd4" providerId="ADAL" clId="{DC51A3C1-7A95-4E62-9D8E-8285DC47B219}" dt="2025-01-02T21:09:41.553" v="441" actId="1038"/>
          <ac:spMkLst>
            <pc:docMk/>
            <pc:sldMk cId="3264780388" sldId="275"/>
            <ac:spMk id="33" creationId="{1AE3924F-622F-A6B3-16FA-182B5FE358F3}"/>
          </ac:spMkLst>
        </pc:spChg>
        <pc:spChg chg="mod topLvl">
          <ac:chgData name="Zhang, Zihao" userId="26112959-846b-4648-8ed6-22f7e11ddcd4" providerId="ADAL" clId="{DC51A3C1-7A95-4E62-9D8E-8285DC47B219}" dt="2025-01-02T21:09:41.553" v="441" actId="1038"/>
          <ac:spMkLst>
            <pc:docMk/>
            <pc:sldMk cId="3264780388" sldId="275"/>
            <ac:spMk id="34" creationId="{72016AE0-0623-7DEF-E20B-FA0D556090E9}"/>
          </ac:spMkLst>
        </pc:spChg>
        <pc:spChg chg="mod topLvl">
          <ac:chgData name="Zhang, Zihao" userId="26112959-846b-4648-8ed6-22f7e11ddcd4" providerId="ADAL" clId="{DC51A3C1-7A95-4E62-9D8E-8285DC47B219}" dt="2025-01-02T21:09:41.553" v="441" actId="1038"/>
          <ac:spMkLst>
            <pc:docMk/>
            <pc:sldMk cId="3264780388" sldId="275"/>
            <ac:spMk id="35" creationId="{89CF4A34-597A-6D23-2D49-1A70C91C301C}"/>
          </ac:spMkLst>
        </pc:spChg>
        <pc:spChg chg="mod topLvl">
          <ac:chgData name="Zhang, Zihao" userId="26112959-846b-4648-8ed6-22f7e11ddcd4" providerId="ADAL" clId="{DC51A3C1-7A95-4E62-9D8E-8285DC47B219}" dt="2025-01-02T21:09:41.553" v="441" actId="1038"/>
          <ac:spMkLst>
            <pc:docMk/>
            <pc:sldMk cId="3264780388" sldId="275"/>
            <ac:spMk id="36" creationId="{1547B4BC-CC69-3318-7824-4435FDBFB575}"/>
          </ac:spMkLst>
        </pc:spChg>
        <pc:spChg chg="mod topLvl">
          <ac:chgData name="Zhang, Zihao" userId="26112959-846b-4648-8ed6-22f7e11ddcd4" providerId="ADAL" clId="{DC51A3C1-7A95-4E62-9D8E-8285DC47B219}" dt="2025-01-02T21:09:41.553" v="441" actId="1038"/>
          <ac:spMkLst>
            <pc:docMk/>
            <pc:sldMk cId="3264780388" sldId="275"/>
            <ac:spMk id="37" creationId="{BCB24DF5-65AE-498E-3EB4-57AD0DBA627E}"/>
          </ac:spMkLst>
        </pc:spChg>
        <pc:spChg chg="mod topLvl">
          <ac:chgData name="Zhang, Zihao" userId="26112959-846b-4648-8ed6-22f7e11ddcd4" providerId="ADAL" clId="{DC51A3C1-7A95-4E62-9D8E-8285DC47B219}" dt="2025-01-02T21:09:41.553" v="441" actId="1038"/>
          <ac:spMkLst>
            <pc:docMk/>
            <pc:sldMk cId="3264780388" sldId="275"/>
            <ac:spMk id="38" creationId="{139DD19C-B1B9-CC44-8428-BDAE04BA2468}"/>
          </ac:spMkLst>
        </pc:spChg>
        <pc:spChg chg="mod topLvl">
          <ac:chgData name="Zhang, Zihao" userId="26112959-846b-4648-8ed6-22f7e11ddcd4" providerId="ADAL" clId="{DC51A3C1-7A95-4E62-9D8E-8285DC47B219}" dt="2025-01-02T21:09:41.553" v="441" actId="1038"/>
          <ac:spMkLst>
            <pc:docMk/>
            <pc:sldMk cId="3264780388" sldId="275"/>
            <ac:spMk id="39" creationId="{7646D737-3576-BA67-5007-FD10EB64C262}"/>
          </ac:spMkLst>
        </pc:spChg>
        <pc:spChg chg="mod topLvl">
          <ac:chgData name="Zhang, Zihao" userId="26112959-846b-4648-8ed6-22f7e11ddcd4" providerId="ADAL" clId="{DC51A3C1-7A95-4E62-9D8E-8285DC47B219}" dt="2025-01-02T21:09:41.553" v="441" actId="1038"/>
          <ac:spMkLst>
            <pc:docMk/>
            <pc:sldMk cId="3264780388" sldId="275"/>
            <ac:spMk id="40" creationId="{ADF9CCA4-2B69-4B12-2BC2-6FA111690EDF}"/>
          </ac:spMkLst>
        </pc:spChg>
        <pc:spChg chg="mod topLvl">
          <ac:chgData name="Zhang, Zihao" userId="26112959-846b-4648-8ed6-22f7e11ddcd4" providerId="ADAL" clId="{DC51A3C1-7A95-4E62-9D8E-8285DC47B219}" dt="2025-01-02T21:09:41.553" v="441" actId="1038"/>
          <ac:spMkLst>
            <pc:docMk/>
            <pc:sldMk cId="3264780388" sldId="275"/>
            <ac:spMk id="41" creationId="{77B5E949-9DEE-BFBE-6278-90AD24D27E79}"/>
          </ac:spMkLst>
        </pc:spChg>
        <pc:spChg chg="mod topLvl">
          <ac:chgData name="Zhang, Zihao" userId="26112959-846b-4648-8ed6-22f7e11ddcd4" providerId="ADAL" clId="{DC51A3C1-7A95-4E62-9D8E-8285DC47B219}" dt="2025-01-02T21:09:41.553" v="441" actId="1038"/>
          <ac:spMkLst>
            <pc:docMk/>
            <pc:sldMk cId="3264780388" sldId="275"/>
            <ac:spMk id="42" creationId="{EAE5AFCC-490B-FA28-B52C-9C64DF8988D7}"/>
          </ac:spMkLst>
        </pc:spChg>
        <pc:spChg chg="mod topLvl">
          <ac:chgData name="Zhang, Zihao" userId="26112959-846b-4648-8ed6-22f7e11ddcd4" providerId="ADAL" clId="{DC51A3C1-7A95-4E62-9D8E-8285DC47B219}" dt="2025-01-02T21:09:41.553" v="441" actId="1038"/>
          <ac:spMkLst>
            <pc:docMk/>
            <pc:sldMk cId="3264780388" sldId="275"/>
            <ac:spMk id="43" creationId="{A46C5687-C072-0CB0-E841-B4A5976B7CF7}"/>
          </ac:spMkLst>
        </pc:spChg>
        <pc:spChg chg="mod topLvl">
          <ac:chgData name="Zhang, Zihao" userId="26112959-846b-4648-8ed6-22f7e11ddcd4" providerId="ADAL" clId="{DC51A3C1-7A95-4E62-9D8E-8285DC47B219}" dt="2025-01-02T21:09:41.553" v="441" actId="1038"/>
          <ac:spMkLst>
            <pc:docMk/>
            <pc:sldMk cId="3264780388" sldId="275"/>
            <ac:spMk id="44" creationId="{ADC84331-D12C-AEE3-81B0-B6118C34AE44}"/>
          </ac:spMkLst>
        </pc:spChg>
        <pc:spChg chg="mod topLvl">
          <ac:chgData name="Zhang, Zihao" userId="26112959-846b-4648-8ed6-22f7e11ddcd4" providerId="ADAL" clId="{DC51A3C1-7A95-4E62-9D8E-8285DC47B219}" dt="2025-01-02T21:09:41.553" v="441" actId="1038"/>
          <ac:spMkLst>
            <pc:docMk/>
            <pc:sldMk cId="3264780388" sldId="275"/>
            <ac:spMk id="45" creationId="{BE7091A2-9E56-AB20-702D-4FD3668192FB}"/>
          </ac:spMkLst>
        </pc:spChg>
        <pc:spChg chg="mod topLvl">
          <ac:chgData name="Zhang, Zihao" userId="26112959-846b-4648-8ed6-22f7e11ddcd4" providerId="ADAL" clId="{DC51A3C1-7A95-4E62-9D8E-8285DC47B219}" dt="2025-01-02T21:09:41.553" v="441" actId="1038"/>
          <ac:spMkLst>
            <pc:docMk/>
            <pc:sldMk cId="3264780388" sldId="275"/>
            <ac:spMk id="46" creationId="{60604D8E-71C0-8462-37E5-903478265D11}"/>
          </ac:spMkLst>
        </pc:spChg>
        <pc:spChg chg="mod topLvl">
          <ac:chgData name="Zhang, Zihao" userId="26112959-846b-4648-8ed6-22f7e11ddcd4" providerId="ADAL" clId="{DC51A3C1-7A95-4E62-9D8E-8285DC47B219}" dt="2025-01-02T21:09:41.553" v="441" actId="1038"/>
          <ac:spMkLst>
            <pc:docMk/>
            <pc:sldMk cId="3264780388" sldId="275"/>
            <ac:spMk id="47" creationId="{6283A6B3-B02D-6309-E474-C5724FB0FC62}"/>
          </ac:spMkLst>
        </pc:spChg>
        <pc:spChg chg="mod topLvl">
          <ac:chgData name="Zhang, Zihao" userId="26112959-846b-4648-8ed6-22f7e11ddcd4" providerId="ADAL" clId="{DC51A3C1-7A95-4E62-9D8E-8285DC47B219}" dt="2025-01-02T21:09:41.553" v="441" actId="1038"/>
          <ac:spMkLst>
            <pc:docMk/>
            <pc:sldMk cId="3264780388" sldId="275"/>
            <ac:spMk id="48" creationId="{CDDB4368-9AEE-C9FD-3A70-A535DA35808D}"/>
          </ac:spMkLst>
        </pc:spChg>
        <pc:spChg chg="mod topLvl">
          <ac:chgData name="Zhang, Zihao" userId="26112959-846b-4648-8ed6-22f7e11ddcd4" providerId="ADAL" clId="{DC51A3C1-7A95-4E62-9D8E-8285DC47B219}" dt="2025-01-02T21:09:41.553" v="441" actId="1038"/>
          <ac:spMkLst>
            <pc:docMk/>
            <pc:sldMk cId="3264780388" sldId="275"/>
            <ac:spMk id="49" creationId="{072515B2-FB08-A6ED-F7E4-33DAD32EE0F4}"/>
          </ac:spMkLst>
        </pc:spChg>
        <pc:spChg chg="mod topLvl">
          <ac:chgData name="Zhang, Zihao" userId="26112959-846b-4648-8ed6-22f7e11ddcd4" providerId="ADAL" clId="{DC51A3C1-7A95-4E62-9D8E-8285DC47B219}" dt="2025-01-02T21:09:41.553" v="441" actId="1038"/>
          <ac:spMkLst>
            <pc:docMk/>
            <pc:sldMk cId="3264780388" sldId="275"/>
            <ac:spMk id="50" creationId="{50A894E7-C97B-9FC6-822F-2F68BC1BF84A}"/>
          </ac:spMkLst>
        </pc:spChg>
        <pc:spChg chg="mod topLvl">
          <ac:chgData name="Zhang, Zihao" userId="26112959-846b-4648-8ed6-22f7e11ddcd4" providerId="ADAL" clId="{DC51A3C1-7A95-4E62-9D8E-8285DC47B219}" dt="2025-01-02T21:09:41.553" v="441" actId="1038"/>
          <ac:spMkLst>
            <pc:docMk/>
            <pc:sldMk cId="3264780388" sldId="275"/>
            <ac:spMk id="51" creationId="{2C1B88A1-A044-CC62-EDD7-E27FF02AC00F}"/>
          </ac:spMkLst>
        </pc:spChg>
        <pc:spChg chg="mod topLvl">
          <ac:chgData name="Zhang, Zihao" userId="26112959-846b-4648-8ed6-22f7e11ddcd4" providerId="ADAL" clId="{DC51A3C1-7A95-4E62-9D8E-8285DC47B219}" dt="2025-01-02T21:09:41.553" v="441" actId="1038"/>
          <ac:spMkLst>
            <pc:docMk/>
            <pc:sldMk cId="3264780388" sldId="275"/>
            <ac:spMk id="52" creationId="{7C750630-59C0-EFA0-388F-603C43F3E76F}"/>
          </ac:spMkLst>
        </pc:spChg>
        <pc:spChg chg="mod topLvl">
          <ac:chgData name="Zhang, Zihao" userId="26112959-846b-4648-8ed6-22f7e11ddcd4" providerId="ADAL" clId="{DC51A3C1-7A95-4E62-9D8E-8285DC47B219}" dt="2025-01-02T21:09:41.553" v="441" actId="1038"/>
          <ac:spMkLst>
            <pc:docMk/>
            <pc:sldMk cId="3264780388" sldId="275"/>
            <ac:spMk id="53" creationId="{E08D9CDF-2A59-D0BC-ADF1-368DD21537B1}"/>
          </ac:spMkLst>
        </pc:spChg>
        <pc:spChg chg="mod topLvl">
          <ac:chgData name="Zhang, Zihao" userId="26112959-846b-4648-8ed6-22f7e11ddcd4" providerId="ADAL" clId="{DC51A3C1-7A95-4E62-9D8E-8285DC47B219}" dt="2025-01-02T21:09:41.553" v="441" actId="1038"/>
          <ac:spMkLst>
            <pc:docMk/>
            <pc:sldMk cId="3264780388" sldId="275"/>
            <ac:spMk id="54" creationId="{2EC1A20D-7FD1-9E54-CD30-451311D9BC72}"/>
          </ac:spMkLst>
        </pc:spChg>
        <pc:spChg chg="mod topLvl">
          <ac:chgData name="Zhang, Zihao" userId="26112959-846b-4648-8ed6-22f7e11ddcd4" providerId="ADAL" clId="{DC51A3C1-7A95-4E62-9D8E-8285DC47B219}" dt="2025-01-02T21:09:41.553" v="441" actId="1038"/>
          <ac:spMkLst>
            <pc:docMk/>
            <pc:sldMk cId="3264780388" sldId="275"/>
            <ac:spMk id="55" creationId="{E562F197-AE25-6E23-56C8-98945DE5A493}"/>
          </ac:spMkLst>
        </pc:spChg>
        <pc:spChg chg="mod topLvl">
          <ac:chgData name="Zhang, Zihao" userId="26112959-846b-4648-8ed6-22f7e11ddcd4" providerId="ADAL" clId="{DC51A3C1-7A95-4E62-9D8E-8285DC47B219}" dt="2025-01-02T21:09:41.553" v="441" actId="1038"/>
          <ac:spMkLst>
            <pc:docMk/>
            <pc:sldMk cId="3264780388" sldId="275"/>
            <ac:spMk id="56" creationId="{5C54BF99-41B0-D903-BD1A-325A0DC88234}"/>
          </ac:spMkLst>
        </pc:spChg>
        <pc:spChg chg="mod topLvl">
          <ac:chgData name="Zhang, Zihao" userId="26112959-846b-4648-8ed6-22f7e11ddcd4" providerId="ADAL" clId="{DC51A3C1-7A95-4E62-9D8E-8285DC47B219}" dt="2025-01-02T21:09:41.553" v="441" actId="1038"/>
          <ac:spMkLst>
            <pc:docMk/>
            <pc:sldMk cId="3264780388" sldId="275"/>
            <ac:spMk id="57" creationId="{9E907428-A808-FD90-14B8-1434BD202739}"/>
          </ac:spMkLst>
        </pc:spChg>
        <pc:spChg chg="mod topLvl">
          <ac:chgData name="Zhang, Zihao" userId="26112959-846b-4648-8ed6-22f7e11ddcd4" providerId="ADAL" clId="{DC51A3C1-7A95-4E62-9D8E-8285DC47B219}" dt="2025-01-02T21:09:41.553" v="441" actId="1038"/>
          <ac:spMkLst>
            <pc:docMk/>
            <pc:sldMk cId="3264780388" sldId="275"/>
            <ac:spMk id="59" creationId="{4374B208-5CE5-2F04-156B-7CF5DD7389F1}"/>
          </ac:spMkLst>
        </pc:spChg>
        <pc:spChg chg="mod topLvl">
          <ac:chgData name="Zhang, Zihao" userId="26112959-846b-4648-8ed6-22f7e11ddcd4" providerId="ADAL" clId="{DC51A3C1-7A95-4E62-9D8E-8285DC47B219}" dt="2025-01-02T21:09:41.553" v="441" actId="1038"/>
          <ac:spMkLst>
            <pc:docMk/>
            <pc:sldMk cId="3264780388" sldId="275"/>
            <ac:spMk id="60" creationId="{7FFBEAF2-6123-6BD1-A633-9DE02557FF6C}"/>
          </ac:spMkLst>
        </pc:spChg>
        <pc:spChg chg="mod topLvl">
          <ac:chgData name="Zhang, Zihao" userId="26112959-846b-4648-8ed6-22f7e11ddcd4" providerId="ADAL" clId="{DC51A3C1-7A95-4E62-9D8E-8285DC47B219}" dt="2025-01-02T21:09:41.553" v="441" actId="1038"/>
          <ac:spMkLst>
            <pc:docMk/>
            <pc:sldMk cId="3264780388" sldId="275"/>
            <ac:spMk id="61" creationId="{DD8A6093-11ED-DAC5-1071-80A0CFEC02E2}"/>
          </ac:spMkLst>
        </pc:spChg>
        <pc:spChg chg="mod topLvl">
          <ac:chgData name="Zhang, Zihao" userId="26112959-846b-4648-8ed6-22f7e11ddcd4" providerId="ADAL" clId="{DC51A3C1-7A95-4E62-9D8E-8285DC47B219}" dt="2025-01-02T21:09:41.553" v="441" actId="1038"/>
          <ac:spMkLst>
            <pc:docMk/>
            <pc:sldMk cId="3264780388" sldId="275"/>
            <ac:spMk id="62" creationId="{3E34E6D1-EB9F-F28E-C454-DD668BB7F273}"/>
          </ac:spMkLst>
        </pc:spChg>
        <pc:spChg chg="mod topLvl">
          <ac:chgData name="Zhang, Zihao" userId="26112959-846b-4648-8ed6-22f7e11ddcd4" providerId="ADAL" clId="{DC51A3C1-7A95-4E62-9D8E-8285DC47B219}" dt="2025-01-02T21:09:41.553" v="441" actId="1038"/>
          <ac:spMkLst>
            <pc:docMk/>
            <pc:sldMk cId="3264780388" sldId="275"/>
            <ac:spMk id="63" creationId="{EA29E932-D78D-DA7C-1F14-E9E3847D8211}"/>
          </ac:spMkLst>
        </pc:spChg>
        <pc:spChg chg="mod topLvl">
          <ac:chgData name="Zhang, Zihao" userId="26112959-846b-4648-8ed6-22f7e11ddcd4" providerId="ADAL" clId="{DC51A3C1-7A95-4E62-9D8E-8285DC47B219}" dt="2025-01-02T21:09:41.553" v="441" actId="1038"/>
          <ac:spMkLst>
            <pc:docMk/>
            <pc:sldMk cId="3264780388" sldId="275"/>
            <ac:spMk id="64" creationId="{4342C551-B721-DD17-37A8-AD47F9A33C8F}"/>
          </ac:spMkLst>
        </pc:spChg>
        <pc:spChg chg="mod topLvl">
          <ac:chgData name="Zhang, Zihao" userId="26112959-846b-4648-8ed6-22f7e11ddcd4" providerId="ADAL" clId="{DC51A3C1-7A95-4E62-9D8E-8285DC47B219}" dt="2025-01-02T21:09:41.553" v="441" actId="1038"/>
          <ac:spMkLst>
            <pc:docMk/>
            <pc:sldMk cId="3264780388" sldId="275"/>
            <ac:spMk id="65" creationId="{8C7C8F7D-40B9-5F38-6EEC-6F98689B9294}"/>
          </ac:spMkLst>
        </pc:spChg>
        <pc:spChg chg="mod topLvl">
          <ac:chgData name="Zhang, Zihao" userId="26112959-846b-4648-8ed6-22f7e11ddcd4" providerId="ADAL" clId="{DC51A3C1-7A95-4E62-9D8E-8285DC47B219}" dt="2025-01-02T21:09:41.553" v="441" actId="1038"/>
          <ac:spMkLst>
            <pc:docMk/>
            <pc:sldMk cId="3264780388" sldId="275"/>
            <ac:spMk id="66" creationId="{ED1E4425-F4DC-6356-8C72-4411CB3DE1E4}"/>
          </ac:spMkLst>
        </pc:spChg>
        <pc:spChg chg="mod topLvl">
          <ac:chgData name="Zhang, Zihao" userId="26112959-846b-4648-8ed6-22f7e11ddcd4" providerId="ADAL" clId="{DC51A3C1-7A95-4E62-9D8E-8285DC47B219}" dt="2025-01-02T21:09:41.553" v="441" actId="1038"/>
          <ac:spMkLst>
            <pc:docMk/>
            <pc:sldMk cId="3264780388" sldId="275"/>
            <ac:spMk id="67" creationId="{00FA1B0A-E504-05D6-7643-12DF7D163FF4}"/>
          </ac:spMkLst>
        </pc:spChg>
        <pc:spChg chg="mod topLvl">
          <ac:chgData name="Zhang, Zihao" userId="26112959-846b-4648-8ed6-22f7e11ddcd4" providerId="ADAL" clId="{DC51A3C1-7A95-4E62-9D8E-8285DC47B219}" dt="2025-01-02T21:09:41.553" v="441" actId="1038"/>
          <ac:spMkLst>
            <pc:docMk/>
            <pc:sldMk cId="3264780388" sldId="275"/>
            <ac:spMk id="68" creationId="{DD0DEC28-C11C-3DAC-D196-C6F0E2C59660}"/>
          </ac:spMkLst>
        </pc:spChg>
        <pc:spChg chg="mod topLvl">
          <ac:chgData name="Zhang, Zihao" userId="26112959-846b-4648-8ed6-22f7e11ddcd4" providerId="ADAL" clId="{DC51A3C1-7A95-4E62-9D8E-8285DC47B219}" dt="2025-01-02T21:09:41.553" v="441" actId="1038"/>
          <ac:spMkLst>
            <pc:docMk/>
            <pc:sldMk cId="3264780388" sldId="275"/>
            <ac:spMk id="69" creationId="{6EA0D92B-255D-97EA-BEA7-7A192366E846}"/>
          </ac:spMkLst>
        </pc:spChg>
        <pc:spChg chg="mod topLvl">
          <ac:chgData name="Zhang, Zihao" userId="26112959-846b-4648-8ed6-22f7e11ddcd4" providerId="ADAL" clId="{DC51A3C1-7A95-4E62-9D8E-8285DC47B219}" dt="2025-01-02T21:09:41.553" v="441" actId="1038"/>
          <ac:spMkLst>
            <pc:docMk/>
            <pc:sldMk cId="3264780388" sldId="275"/>
            <ac:spMk id="70" creationId="{94F56DD6-BC69-7C12-BDE8-D097F72425D5}"/>
          </ac:spMkLst>
        </pc:spChg>
        <pc:spChg chg="mod topLvl">
          <ac:chgData name="Zhang, Zihao" userId="26112959-846b-4648-8ed6-22f7e11ddcd4" providerId="ADAL" clId="{DC51A3C1-7A95-4E62-9D8E-8285DC47B219}" dt="2025-01-02T21:09:41.553" v="441" actId="1038"/>
          <ac:spMkLst>
            <pc:docMk/>
            <pc:sldMk cId="3264780388" sldId="275"/>
            <ac:spMk id="72" creationId="{4FA87149-569C-BD68-0649-A2A14B18889A}"/>
          </ac:spMkLst>
        </pc:spChg>
        <pc:spChg chg="mod topLvl">
          <ac:chgData name="Zhang, Zihao" userId="26112959-846b-4648-8ed6-22f7e11ddcd4" providerId="ADAL" clId="{DC51A3C1-7A95-4E62-9D8E-8285DC47B219}" dt="2025-01-02T21:09:41.553" v="441" actId="1038"/>
          <ac:spMkLst>
            <pc:docMk/>
            <pc:sldMk cId="3264780388" sldId="275"/>
            <ac:spMk id="73" creationId="{018449DB-6207-3743-C12C-405ED57E289C}"/>
          </ac:spMkLst>
        </pc:spChg>
        <pc:spChg chg="mod topLvl">
          <ac:chgData name="Zhang, Zihao" userId="26112959-846b-4648-8ed6-22f7e11ddcd4" providerId="ADAL" clId="{DC51A3C1-7A95-4E62-9D8E-8285DC47B219}" dt="2025-01-02T21:09:41.553" v="441" actId="1038"/>
          <ac:spMkLst>
            <pc:docMk/>
            <pc:sldMk cId="3264780388" sldId="275"/>
            <ac:spMk id="76" creationId="{609902F8-88A2-8243-02BC-7DA4D08B404C}"/>
          </ac:spMkLst>
        </pc:spChg>
        <pc:spChg chg="mod topLvl">
          <ac:chgData name="Zhang, Zihao" userId="26112959-846b-4648-8ed6-22f7e11ddcd4" providerId="ADAL" clId="{DC51A3C1-7A95-4E62-9D8E-8285DC47B219}" dt="2025-01-02T21:09:41.553" v="441" actId="1038"/>
          <ac:spMkLst>
            <pc:docMk/>
            <pc:sldMk cId="3264780388" sldId="275"/>
            <ac:spMk id="77" creationId="{3FD5E80B-50F0-9FDB-AB79-40730F54FC12}"/>
          </ac:spMkLst>
        </pc:spChg>
        <pc:spChg chg="mod topLvl">
          <ac:chgData name="Zhang, Zihao" userId="26112959-846b-4648-8ed6-22f7e11ddcd4" providerId="ADAL" clId="{DC51A3C1-7A95-4E62-9D8E-8285DC47B219}" dt="2025-01-02T21:09:41.553" v="441" actId="1038"/>
          <ac:spMkLst>
            <pc:docMk/>
            <pc:sldMk cId="3264780388" sldId="275"/>
            <ac:spMk id="78" creationId="{563F0C8F-3592-7647-E41F-45BC70BD9BFF}"/>
          </ac:spMkLst>
        </pc:spChg>
        <pc:spChg chg="mod topLvl">
          <ac:chgData name="Zhang, Zihao" userId="26112959-846b-4648-8ed6-22f7e11ddcd4" providerId="ADAL" clId="{DC51A3C1-7A95-4E62-9D8E-8285DC47B219}" dt="2025-01-02T21:09:41.553" v="441" actId="1038"/>
          <ac:spMkLst>
            <pc:docMk/>
            <pc:sldMk cId="3264780388" sldId="275"/>
            <ac:spMk id="82" creationId="{21902E43-0486-9225-1C9C-1F951AF1BDC2}"/>
          </ac:spMkLst>
        </pc:spChg>
        <pc:spChg chg="mod topLvl">
          <ac:chgData name="Zhang, Zihao" userId="26112959-846b-4648-8ed6-22f7e11ddcd4" providerId="ADAL" clId="{DC51A3C1-7A95-4E62-9D8E-8285DC47B219}" dt="2025-01-02T21:09:41.553" v="441" actId="1038"/>
          <ac:spMkLst>
            <pc:docMk/>
            <pc:sldMk cId="3264780388" sldId="275"/>
            <ac:spMk id="83" creationId="{C718C5B0-D6F8-6409-3CC4-E6D97412C954}"/>
          </ac:spMkLst>
        </pc:spChg>
        <pc:spChg chg="mod topLvl">
          <ac:chgData name="Zhang, Zihao" userId="26112959-846b-4648-8ed6-22f7e11ddcd4" providerId="ADAL" clId="{DC51A3C1-7A95-4E62-9D8E-8285DC47B219}" dt="2025-01-02T21:09:41.553" v="441" actId="1038"/>
          <ac:spMkLst>
            <pc:docMk/>
            <pc:sldMk cId="3264780388" sldId="275"/>
            <ac:spMk id="84" creationId="{10D57448-DB5D-F469-CF0B-C30393C59169}"/>
          </ac:spMkLst>
        </pc:spChg>
        <pc:spChg chg="mod topLvl">
          <ac:chgData name="Zhang, Zihao" userId="26112959-846b-4648-8ed6-22f7e11ddcd4" providerId="ADAL" clId="{DC51A3C1-7A95-4E62-9D8E-8285DC47B219}" dt="2025-01-02T21:09:41.553" v="441" actId="1038"/>
          <ac:spMkLst>
            <pc:docMk/>
            <pc:sldMk cId="3264780388" sldId="275"/>
            <ac:spMk id="85" creationId="{25DFFE35-6B90-F705-745F-2089227032A7}"/>
          </ac:spMkLst>
        </pc:spChg>
        <pc:spChg chg="mod topLvl">
          <ac:chgData name="Zhang, Zihao" userId="26112959-846b-4648-8ed6-22f7e11ddcd4" providerId="ADAL" clId="{DC51A3C1-7A95-4E62-9D8E-8285DC47B219}" dt="2025-01-02T21:09:41.553" v="441" actId="1038"/>
          <ac:spMkLst>
            <pc:docMk/>
            <pc:sldMk cId="3264780388" sldId="275"/>
            <ac:spMk id="86" creationId="{F3821E7A-9E42-6917-9A9D-E668EE37BA35}"/>
          </ac:spMkLst>
        </pc:spChg>
        <pc:spChg chg="mod topLvl">
          <ac:chgData name="Zhang, Zihao" userId="26112959-846b-4648-8ed6-22f7e11ddcd4" providerId="ADAL" clId="{DC51A3C1-7A95-4E62-9D8E-8285DC47B219}" dt="2025-01-02T21:09:41.553" v="441" actId="1038"/>
          <ac:spMkLst>
            <pc:docMk/>
            <pc:sldMk cId="3264780388" sldId="275"/>
            <ac:spMk id="87" creationId="{63C0BD82-DE21-DB1E-9741-F21851F642CA}"/>
          </ac:spMkLst>
        </pc:spChg>
        <pc:spChg chg="mod topLvl">
          <ac:chgData name="Zhang, Zihao" userId="26112959-846b-4648-8ed6-22f7e11ddcd4" providerId="ADAL" clId="{DC51A3C1-7A95-4E62-9D8E-8285DC47B219}" dt="2025-01-02T21:09:41.553" v="441" actId="1038"/>
          <ac:spMkLst>
            <pc:docMk/>
            <pc:sldMk cId="3264780388" sldId="275"/>
            <ac:spMk id="88" creationId="{22D13BEB-DFE6-AC34-5AB4-4F60358AA02C}"/>
          </ac:spMkLst>
        </pc:spChg>
        <pc:spChg chg="mod">
          <ac:chgData name="Zhang, Zihao" userId="26112959-846b-4648-8ed6-22f7e11ddcd4" providerId="ADAL" clId="{DC51A3C1-7A95-4E62-9D8E-8285DC47B219}" dt="2025-01-02T21:00:01.119" v="428" actId="1076"/>
          <ac:spMkLst>
            <pc:docMk/>
            <pc:sldMk cId="3264780388" sldId="275"/>
            <ac:spMk id="89" creationId="{F40F76F4-7BEE-15FD-C30A-A9A1414E5E5D}"/>
          </ac:spMkLst>
        </pc:spChg>
        <pc:spChg chg="mod">
          <ac:chgData name="Zhang, Zihao" userId="26112959-846b-4648-8ed6-22f7e11ddcd4" providerId="ADAL" clId="{DC51A3C1-7A95-4E62-9D8E-8285DC47B219}" dt="2025-01-02T21:00:02.738" v="433" actId="1037"/>
          <ac:spMkLst>
            <pc:docMk/>
            <pc:sldMk cId="3264780388" sldId="275"/>
            <ac:spMk id="91" creationId="{1307CABD-53E5-9D4C-C015-A41F27A69AEC}"/>
          </ac:spMkLst>
        </pc:spChg>
        <pc:grpChg chg="add del mod">
          <ac:chgData name="Zhang, Zihao" userId="26112959-846b-4648-8ed6-22f7e11ddcd4" providerId="ADAL" clId="{DC51A3C1-7A95-4E62-9D8E-8285DC47B219}" dt="2025-01-02T20:48:15.270" v="399" actId="1037"/>
          <ac:grpSpMkLst>
            <pc:docMk/>
            <pc:sldMk cId="3264780388" sldId="275"/>
            <ac:grpSpMk id="4" creationId="{E0017ACB-99A7-8805-4BD1-01EC1B65B5A8}"/>
          </ac:grpSpMkLst>
        </pc:grpChg>
        <pc:grpChg chg="mod topLvl">
          <ac:chgData name="Zhang, Zihao" userId="26112959-846b-4648-8ed6-22f7e11ddcd4" providerId="ADAL" clId="{DC51A3C1-7A95-4E62-9D8E-8285DC47B219}" dt="2025-01-02T20:35:16.721" v="23"/>
          <ac:grpSpMkLst>
            <pc:docMk/>
            <pc:sldMk cId="3264780388" sldId="275"/>
            <ac:grpSpMk id="10" creationId="{A2580A90-8DB3-3F47-843C-3C91B9D2D2EA}"/>
          </ac:grpSpMkLst>
        </pc:grpChg>
        <pc:grpChg chg="mod topLvl">
          <ac:chgData name="Zhang, Zihao" userId="26112959-846b-4648-8ed6-22f7e11ddcd4" providerId="ADAL" clId="{DC51A3C1-7A95-4E62-9D8E-8285DC47B219}" dt="2025-01-02T20:35:16.721" v="23"/>
          <ac:grpSpMkLst>
            <pc:docMk/>
            <pc:sldMk cId="3264780388" sldId="275"/>
            <ac:grpSpMk id="11" creationId="{0C9297C6-73E8-8287-2DD6-EBB59861877F}"/>
          </ac:grpSpMkLst>
        </pc:grpChg>
        <pc:grpChg chg="mod topLvl">
          <ac:chgData name="Zhang, Zihao" userId="26112959-846b-4648-8ed6-22f7e11ddcd4" providerId="ADAL" clId="{DC51A3C1-7A95-4E62-9D8E-8285DC47B219}" dt="2025-01-02T20:35:16.721" v="23"/>
          <ac:grpSpMkLst>
            <pc:docMk/>
            <pc:sldMk cId="3264780388" sldId="275"/>
            <ac:grpSpMk id="12" creationId="{4AC0FF7F-CD0B-8F5B-95DF-CF79077D8B3D}"/>
          </ac:grpSpMkLst>
        </pc:grpChg>
        <pc:grpChg chg="mod topLvl">
          <ac:chgData name="Zhang, Zihao" userId="26112959-846b-4648-8ed6-22f7e11ddcd4" providerId="ADAL" clId="{DC51A3C1-7A95-4E62-9D8E-8285DC47B219}" dt="2025-01-02T20:35:16.721" v="23"/>
          <ac:grpSpMkLst>
            <pc:docMk/>
            <pc:sldMk cId="3264780388" sldId="275"/>
            <ac:grpSpMk id="13" creationId="{9ADA9502-7CB7-FE48-5B0C-2AB3CDCFA7BA}"/>
          </ac:grpSpMkLst>
        </pc:grpChg>
        <pc:grpChg chg="add del mod">
          <ac:chgData name="Zhang, Zihao" userId="26112959-846b-4648-8ed6-22f7e11ddcd4" providerId="ADAL" clId="{DC51A3C1-7A95-4E62-9D8E-8285DC47B219}" dt="2025-01-02T21:09:41.553" v="441" actId="1038"/>
          <ac:grpSpMkLst>
            <pc:docMk/>
            <pc:sldMk cId="3264780388" sldId="275"/>
            <ac:grpSpMk id="32" creationId="{F56343AB-EE1A-3CF9-6779-F44ACBBC91EF}"/>
          </ac:grpSpMkLst>
        </pc:grpChg>
        <pc:graphicFrameChg chg="mod modGraphic">
          <ac:chgData name="Zhang, Zihao" userId="26112959-846b-4648-8ed6-22f7e11ddcd4" providerId="ADAL" clId="{DC51A3C1-7A95-4E62-9D8E-8285DC47B219}" dt="2025-01-02T21:10:13.645" v="443"/>
          <ac:graphicFrameMkLst>
            <pc:docMk/>
            <pc:sldMk cId="3264780388" sldId="275"/>
            <ac:graphicFrameMk id="90" creationId="{0E5C58EA-2C25-0D1E-B640-9039C1B01BF1}"/>
          </ac:graphicFrameMkLst>
        </pc:graphicFrameChg>
        <pc:cxnChg chg="mod topLvl">
          <ac:chgData name="Zhang, Zihao" userId="26112959-846b-4648-8ed6-22f7e11ddcd4" providerId="ADAL" clId="{DC51A3C1-7A95-4E62-9D8E-8285DC47B219}" dt="2025-01-02T20:35:16.721" v="23"/>
          <ac:cxnSpMkLst>
            <pc:docMk/>
            <pc:sldMk cId="3264780388" sldId="275"/>
            <ac:cxnSpMk id="5" creationId="{412E28AC-B224-2BF8-EB1C-3276DABD1441}"/>
          </ac:cxnSpMkLst>
        </pc:cxnChg>
        <pc:cxnChg chg="mod topLvl">
          <ac:chgData name="Zhang, Zihao" userId="26112959-846b-4648-8ed6-22f7e11ddcd4" providerId="ADAL" clId="{DC51A3C1-7A95-4E62-9D8E-8285DC47B219}" dt="2025-01-02T20:35:16.721" v="23"/>
          <ac:cxnSpMkLst>
            <pc:docMk/>
            <pc:sldMk cId="3264780388" sldId="275"/>
            <ac:cxnSpMk id="6" creationId="{7874F4F7-EAF9-DE56-99F9-AA285B69F87F}"/>
          </ac:cxnSpMkLst>
        </pc:cxnChg>
        <pc:cxnChg chg="mod topLvl">
          <ac:chgData name="Zhang, Zihao" userId="26112959-846b-4648-8ed6-22f7e11ddcd4" providerId="ADAL" clId="{DC51A3C1-7A95-4E62-9D8E-8285DC47B219}" dt="2025-01-02T21:09:41.553" v="441" actId="1038"/>
          <ac:cxnSpMkLst>
            <pc:docMk/>
            <pc:sldMk cId="3264780388" sldId="275"/>
            <ac:cxnSpMk id="58" creationId="{668F3868-13BC-1A6D-898D-D6D64EC60D22}"/>
          </ac:cxnSpMkLst>
        </pc:cxnChg>
        <pc:cxnChg chg="mod topLvl">
          <ac:chgData name="Zhang, Zihao" userId="26112959-846b-4648-8ed6-22f7e11ddcd4" providerId="ADAL" clId="{DC51A3C1-7A95-4E62-9D8E-8285DC47B219}" dt="2025-01-02T21:09:41.553" v="441" actId="1038"/>
          <ac:cxnSpMkLst>
            <pc:docMk/>
            <pc:sldMk cId="3264780388" sldId="275"/>
            <ac:cxnSpMk id="71" creationId="{C603E7BE-D89C-16F4-2AC3-64D69FA01819}"/>
          </ac:cxnSpMkLst>
        </pc:cxnChg>
        <pc:cxnChg chg="mod topLvl">
          <ac:chgData name="Zhang, Zihao" userId="26112959-846b-4648-8ed6-22f7e11ddcd4" providerId="ADAL" clId="{DC51A3C1-7A95-4E62-9D8E-8285DC47B219}" dt="2025-01-02T21:09:41.553" v="441" actId="1038"/>
          <ac:cxnSpMkLst>
            <pc:docMk/>
            <pc:sldMk cId="3264780388" sldId="275"/>
            <ac:cxnSpMk id="74" creationId="{DE8097F9-8F4B-BC19-6625-FA0EAF34B328}"/>
          </ac:cxnSpMkLst>
        </pc:cxnChg>
        <pc:cxnChg chg="mod topLvl">
          <ac:chgData name="Zhang, Zihao" userId="26112959-846b-4648-8ed6-22f7e11ddcd4" providerId="ADAL" clId="{DC51A3C1-7A95-4E62-9D8E-8285DC47B219}" dt="2025-01-02T21:09:41.553" v="441" actId="1038"/>
          <ac:cxnSpMkLst>
            <pc:docMk/>
            <pc:sldMk cId="3264780388" sldId="275"/>
            <ac:cxnSpMk id="75" creationId="{D11EB4B1-5852-07B4-6FE1-0537AE618B16}"/>
          </ac:cxnSpMkLst>
        </pc:cxnChg>
        <pc:cxnChg chg="mod topLvl">
          <ac:chgData name="Zhang, Zihao" userId="26112959-846b-4648-8ed6-22f7e11ddcd4" providerId="ADAL" clId="{DC51A3C1-7A95-4E62-9D8E-8285DC47B219}" dt="2025-01-02T21:09:41.553" v="441" actId="1038"/>
          <ac:cxnSpMkLst>
            <pc:docMk/>
            <pc:sldMk cId="3264780388" sldId="275"/>
            <ac:cxnSpMk id="79" creationId="{4C353A07-8806-5C7A-D0B8-086C3AABFC3D}"/>
          </ac:cxnSpMkLst>
        </pc:cxnChg>
        <pc:cxnChg chg="mod topLvl">
          <ac:chgData name="Zhang, Zihao" userId="26112959-846b-4648-8ed6-22f7e11ddcd4" providerId="ADAL" clId="{DC51A3C1-7A95-4E62-9D8E-8285DC47B219}" dt="2025-01-02T21:09:41.553" v="441" actId="1038"/>
          <ac:cxnSpMkLst>
            <pc:docMk/>
            <pc:sldMk cId="3264780388" sldId="275"/>
            <ac:cxnSpMk id="80" creationId="{88069F27-3920-8F6F-7E40-55B3106E29AB}"/>
          </ac:cxnSpMkLst>
        </pc:cxnChg>
        <pc:cxnChg chg="mod topLvl">
          <ac:chgData name="Zhang, Zihao" userId="26112959-846b-4648-8ed6-22f7e11ddcd4" providerId="ADAL" clId="{DC51A3C1-7A95-4E62-9D8E-8285DC47B219}" dt="2025-01-02T21:09:41.553" v="441" actId="1038"/>
          <ac:cxnSpMkLst>
            <pc:docMk/>
            <pc:sldMk cId="3264780388" sldId="275"/>
            <ac:cxnSpMk id="81" creationId="{BB9FB6C4-4E0F-49B4-DE1D-B8AEED27102C}"/>
          </ac:cxnSpMkLst>
        </pc:cxnChg>
      </pc:sldChg>
      <pc:sldMasterChg chg="modSp modSldLayout">
        <pc:chgData name="Zhang, Zihao" userId="26112959-846b-4648-8ed6-22f7e11ddcd4" providerId="ADAL" clId="{DC51A3C1-7A95-4E62-9D8E-8285DC47B219}" dt="2025-01-02T20:35:16.721" v="23"/>
        <pc:sldMasterMkLst>
          <pc:docMk/>
          <pc:sldMasterMk cId="3219029265" sldId="2147483804"/>
        </pc:sldMasterMkLst>
        <pc:spChg chg="mod">
          <ac:chgData name="Zhang, Zihao" userId="26112959-846b-4648-8ed6-22f7e11ddcd4" providerId="ADAL" clId="{DC51A3C1-7A95-4E62-9D8E-8285DC47B219}" dt="2025-01-02T20:35:16.721" v="23"/>
          <ac:spMkLst>
            <pc:docMk/>
            <pc:sldMasterMk cId="3219029265" sldId="2147483804"/>
            <ac:spMk id="2" creationId="{00000000-0000-0000-0000-000000000000}"/>
          </ac:spMkLst>
        </pc:spChg>
        <pc:spChg chg="mod">
          <ac:chgData name="Zhang, Zihao" userId="26112959-846b-4648-8ed6-22f7e11ddcd4" providerId="ADAL" clId="{DC51A3C1-7A95-4E62-9D8E-8285DC47B219}" dt="2025-01-02T20:35:16.721" v="23"/>
          <ac:spMkLst>
            <pc:docMk/>
            <pc:sldMasterMk cId="3219029265" sldId="2147483804"/>
            <ac:spMk id="3" creationId="{00000000-0000-0000-0000-000000000000}"/>
          </ac:spMkLst>
        </pc:spChg>
        <pc:spChg chg="mod">
          <ac:chgData name="Zhang, Zihao" userId="26112959-846b-4648-8ed6-22f7e11ddcd4" providerId="ADAL" clId="{DC51A3C1-7A95-4E62-9D8E-8285DC47B219}" dt="2025-01-02T20:35:16.721" v="23"/>
          <ac:spMkLst>
            <pc:docMk/>
            <pc:sldMasterMk cId="3219029265" sldId="2147483804"/>
            <ac:spMk id="4" creationId="{00000000-0000-0000-0000-000000000000}"/>
          </ac:spMkLst>
        </pc:spChg>
        <pc:spChg chg="mod">
          <ac:chgData name="Zhang, Zihao" userId="26112959-846b-4648-8ed6-22f7e11ddcd4" providerId="ADAL" clId="{DC51A3C1-7A95-4E62-9D8E-8285DC47B219}" dt="2025-01-02T20:35:16.721" v="23"/>
          <ac:spMkLst>
            <pc:docMk/>
            <pc:sldMasterMk cId="3219029265" sldId="2147483804"/>
            <ac:spMk id="5" creationId="{00000000-0000-0000-0000-000000000000}"/>
          </ac:spMkLst>
        </pc:spChg>
        <pc:spChg chg="mod">
          <ac:chgData name="Zhang, Zihao" userId="26112959-846b-4648-8ed6-22f7e11ddcd4" providerId="ADAL" clId="{DC51A3C1-7A95-4E62-9D8E-8285DC47B219}" dt="2025-01-02T20:35:16.721" v="23"/>
          <ac:spMkLst>
            <pc:docMk/>
            <pc:sldMasterMk cId="3219029265" sldId="2147483804"/>
            <ac:spMk id="6" creationId="{00000000-0000-0000-0000-000000000000}"/>
          </ac:spMkLst>
        </pc:spChg>
        <pc:sldLayoutChg chg="modSp">
          <pc:chgData name="Zhang, Zihao" userId="26112959-846b-4648-8ed6-22f7e11ddcd4" providerId="ADAL" clId="{DC51A3C1-7A95-4E62-9D8E-8285DC47B219}" dt="2025-01-02T20:35:16.721" v="23"/>
          <pc:sldLayoutMkLst>
            <pc:docMk/>
            <pc:sldMasterMk cId="3219029265" sldId="2147483804"/>
            <pc:sldLayoutMk cId="288434536" sldId="2147483805"/>
          </pc:sldLayoutMkLst>
          <pc:spChg chg="mod">
            <ac:chgData name="Zhang, Zihao" userId="26112959-846b-4648-8ed6-22f7e11ddcd4" providerId="ADAL" clId="{DC51A3C1-7A95-4E62-9D8E-8285DC47B219}" dt="2025-01-02T20:35:16.721" v="23"/>
            <ac:spMkLst>
              <pc:docMk/>
              <pc:sldMasterMk cId="3219029265" sldId="2147483804"/>
              <pc:sldLayoutMk cId="288434536" sldId="2147483805"/>
              <ac:spMk id="2" creationId="{00000000-0000-0000-0000-000000000000}"/>
            </ac:spMkLst>
          </pc:spChg>
          <pc:spChg chg="mod">
            <ac:chgData name="Zhang, Zihao" userId="26112959-846b-4648-8ed6-22f7e11ddcd4" providerId="ADAL" clId="{DC51A3C1-7A95-4E62-9D8E-8285DC47B219}" dt="2025-01-02T20:35:16.721" v="23"/>
            <ac:spMkLst>
              <pc:docMk/>
              <pc:sldMasterMk cId="3219029265" sldId="2147483804"/>
              <pc:sldLayoutMk cId="288434536" sldId="2147483805"/>
              <ac:spMk id="3" creationId="{00000000-0000-0000-0000-000000000000}"/>
            </ac:spMkLst>
          </pc:spChg>
        </pc:sldLayoutChg>
        <pc:sldLayoutChg chg="modSp">
          <pc:chgData name="Zhang, Zihao" userId="26112959-846b-4648-8ed6-22f7e11ddcd4" providerId="ADAL" clId="{DC51A3C1-7A95-4E62-9D8E-8285DC47B219}" dt="2025-01-02T20:35:16.721" v="23"/>
          <pc:sldLayoutMkLst>
            <pc:docMk/>
            <pc:sldMasterMk cId="3219029265" sldId="2147483804"/>
            <pc:sldLayoutMk cId="2359125882" sldId="2147483807"/>
          </pc:sldLayoutMkLst>
          <pc:spChg chg="mod">
            <ac:chgData name="Zhang, Zihao" userId="26112959-846b-4648-8ed6-22f7e11ddcd4" providerId="ADAL" clId="{DC51A3C1-7A95-4E62-9D8E-8285DC47B219}" dt="2025-01-02T20:35:16.721" v="23"/>
            <ac:spMkLst>
              <pc:docMk/>
              <pc:sldMasterMk cId="3219029265" sldId="2147483804"/>
              <pc:sldLayoutMk cId="2359125882" sldId="2147483807"/>
              <ac:spMk id="2" creationId="{00000000-0000-0000-0000-000000000000}"/>
            </ac:spMkLst>
          </pc:spChg>
          <pc:spChg chg="mod">
            <ac:chgData name="Zhang, Zihao" userId="26112959-846b-4648-8ed6-22f7e11ddcd4" providerId="ADAL" clId="{DC51A3C1-7A95-4E62-9D8E-8285DC47B219}" dt="2025-01-02T20:35:16.721" v="23"/>
            <ac:spMkLst>
              <pc:docMk/>
              <pc:sldMasterMk cId="3219029265" sldId="2147483804"/>
              <pc:sldLayoutMk cId="2359125882" sldId="2147483807"/>
              <ac:spMk id="3" creationId="{00000000-0000-0000-0000-000000000000}"/>
            </ac:spMkLst>
          </pc:spChg>
        </pc:sldLayoutChg>
        <pc:sldLayoutChg chg="modSp">
          <pc:chgData name="Zhang, Zihao" userId="26112959-846b-4648-8ed6-22f7e11ddcd4" providerId="ADAL" clId="{DC51A3C1-7A95-4E62-9D8E-8285DC47B219}" dt="2025-01-02T20:35:16.721" v="23"/>
          <pc:sldLayoutMkLst>
            <pc:docMk/>
            <pc:sldMasterMk cId="3219029265" sldId="2147483804"/>
            <pc:sldLayoutMk cId="993324931" sldId="2147483808"/>
          </pc:sldLayoutMkLst>
          <pc:spChg chg="mod">
            <ac:chgData name="Zhang, Zihao" userId="26112959-846b-4648-8ed6-22f7e11ddcd4" providerId="ADAL" clId="{DC51A3C1-7A95-4E62-9D8E-8285DC47B219}" dt="2025-01-02T20:35:16.721" v="23"/>
            <ac:spMkLst>
              <pc:docMk/>
              <pc:sldMasterMk cId="3219029265" sldId="2147483804"/>
              <pc:sldLayoutMk cId="993324931" sldId="2147483808"/>
              <ac:spMk id="3" creationId="{00000000-0000-0000-0000-000000000000}"/>
            </ac:spMkLst>
          </pc:spChg>
          <pc:spChg chg="mod">
            <ac:chgData name="Zhang, Zihao" userId="26112959-846b-4648-8ed6-22f7e11ddcd4" providerId="ADAL" clId="{DC51A3C1-7A95-4E62-9D8E-8285DC47B219}" dt="2025-01-02T20:35:16.721" v="23"/>
            <ac:spMkLst>
              <pc:docMk/>
              <pc:sldMasterMk cId="3219029265" sldId="2147483804"/>
              <pc:sldLayoutMk cId="993324931" sldId="2147483808"/>
              <ac:spMk id="4" creationId="{00000000-0000-0000-0000-000000000000}"/>
            </ac:spMkLst>
          </pc:spChg>
        </pc:sldLayoutChg>
        <pc:sldLayoutChg chg="modSp">
          <pc:chgData name="Zhang, Zihao" userId="26112959-846b-4648-8ed6-22f7e11ddcd4" providerId="ADAL" clId="{DC51A3C1-7A95-4E62-9D8E-8285DC47B219}" dt="2025-01-02T20:35:16.721" v="23"/>
          <pc:sldLayoutMkLst>
            <pc:docMk/>
            <pc:sldMasterMk cId="3219029265" sldId="2147483804"/>
            <pc:sldLayoutMk cId="108248042" sldId="2147483809"/>
          </pc:sldLayoutMkLst>
          <pc:spChg chg="mod">
            <ac:chgData name="Zhang, Zihao" userId="26112959-846b-4648-8ed6-22f7e11ddcd4" providerId="ADAL" clId="{DC51A3C1-7A95-4E62-9D8E-8285DC47B219}" dt="2025-01-02T20:35:16.721" v="23"/>
            <ac:spMkLst>
              <pc:docMk/>
              <pc:sldMasterMk cId="3219029265" sldId="2147483804"/>
              <pc:sldLayoutMk cId="108248042" sldId="2147483809"/>
              <ac:spMk id="2" creationId="{00000000-0000-0000-0000-000000000000}"/>
            </ac:spMkLst>
          </pc:spChg>
          <pc:spChg chg="mod">
            <ac:chgData name="Zhang, Zihao" userId="26112959-846b-4648-8ed6-22f7e11ddcd4" providerId="ADAL" clId="{DC51A3C1-7A95-4E62-9D8E-8285DC47B219}" dt="2025-01-02T20:35:16.721" v="23"/>
            <ac:spMkLst>
              <pc:docMk/>
              <pc:sldMasterMk cId="3219029265" sldId="2147483804"/>
              <pc:sldLayoutMk cId="108248042" sldId="2147483809"/>
              <ac:spMk id="3" creationId="{00000000-0000-0000-0000-000000000000}"/>
            </ac:spMkLst>
          </pc:spChg>
          <pc:spChg chg="mod">
            <ac:chgData name="Zhang, Zihao" userId="26112959-846b-4648-8ed6-22f7e11ddcd4" providerId="ADAL" clId="{DC51A3C1-7A95-4E62-9D8E-8285DC47B219}" dt="2025-01-02T20:35:16.721" v="23"/>
            <ac:spMkLst>
              <pc:docMk/>
              <pc:sldMasterMk cId="3219029265" sldId="2147483804"/>
              <pc:sldLayoutMk cId="108248042" sldId="2147483809"/>
              <ac:spMk id="4" creationId="{00000000-0000-0000-0000-000000000000}"/>
            </ac:spMkLst>
          </pc:spChg>
          <pc:spChg chg="mod">
            <ac:chgData name="Zhang, Zihao" userId="26112959-846b-4648-8ed6-22f7e11ddcd4" providerId="ADAL" clId="{DC51A3C1-7A95-4E62-9D8E-8285DC47B219}" dt="2025-01-02T20:35:16.721" v="23"/>
            <ac:spMkLst>
              <pc:docMk/>
              <pc:sldMasterMk cId="3219029265" sldId="2147483804"/>
              <pc:sldLayoutMk cId="108248042" sldId="2147483809"/>
              <ac:spMk id="5" creationId="{00000000-0000-0000-0000-000000000000}"/>
            </ac:spMkLst>
          </pc:spChg>
          <pc:spChg chg="mod">
            <ac:chgData name="Zhang, Zihao" userId="26112959-846b-4648-8ed6-22f7e11ddcd4" providerId="ADAL" clId="{DC51A3C1-7A95-4E62-9D8E-8285DC47B219}" dt="2025-01-02T20:35:16.721" v="23"/>
            <ac:spMkLst>
              <pc:docMk/>
              <pc:sldMasterMk cId="3219029265" sldId="2147483804"/>
              <pc:sldLayoutMk cId="108248042" sldId="2147483809"/>
              <ac:spMk id="6" creationId="{00000000-0000-0000-0000-000000000000}"/>
            </ac:spMkLst>
          </pc:spChg>
        </pc:sldLayoutChg>
        <pc:sldLayoutChg chg="modSp">
          <pc:chgData name="Zhang, Zihao" userId="26112959-846b-4648-8ed6-22f7e11ddcd4" providerId="ADAL" clId="{DC51A3C1-7A95-4E62-9D8E-8285DC47B219}" dt="2025-01-02T20:35:16.721" v="23"/>
          <pc:sldLayoutMkLst>
            <pc:docMk/>
            <pc:sldMasterMk cId="3219029265" sldId="2147483804"/>
            <pc:sldLayoutMk cId="2098112132" sldId="2147483812"/>
          </pc:sldLayoutMkLst>
          <pc:spChg chg="mod">
            <ac:chgData name="Zhang, Zihao" userId="26112959-846b-4648-8ed6-22f7e11ddcd4" providerId="ADAL" clId="{DC51A3C1-7A95-4E62-9D8E-8285DC47B219}" dt="2025-01-02T20:35:16.721" v="23"/>
            <ac:spMkLst>
              <pc:docMk/>
              <pc:sldMasterMk cId="3219029265" sldId="2147483804"/>
              <pc:sldLayoutMk cId="2098112132" sldId="2147483812"/>
              <ac:spMk id="2" creationId="{00000000-0000-0000-0000-000000000000}"/>
            </ac:spMkLst>
          </pc:spChg>
          <pc:spChg chg="mod">
            <ac:chgData name="Zhang, Zihao" userId="26112959-846b-4648-8ed6-22f7e11ddcd4" providerId="ADAL" clId="{DC51A3C1-7A95-4E62-9D8E-8285DC47B219}" dt="2025-01-02T20:35:16.721" v="23"/>
            <ac:spMkLst>
              <pc:docMk/>
              <pc:sldMasterMk cId="3219029265" sldId="2147483804"/>
              <pc:sldLayoutMk cId="2098112132" sldId="2147483812"/>
              <ac:spMk id="3" creationId="{00000000-0000-0000-0000-000000000000}"/>
            </ac:spMkLst>
          </pc:spChg>
          <pc:spChg chg="mod">
            <ac:chgData name="Zhang, Zihao" userId="26112959-846b-4648-8ed6-22f7e11ddcd4" providerId="ADAL" clId="{DC51A3C1-7A95-4E62-9D8E-8285DC47B219}" dt="2025-01-02T20:35:16.721" v="23"/>
            <ac:spMkLst>
              <pc:docMk/>
              <pc:sldMasterMk cId="3219029265" sldId="2147483804"/>
              <pc:sldLayoutMk cId="2098112132" sldId="2147483812"/>
              <ac:spMk id="4" creationId="{00000000-0000-0000-0000-000000000000}"/>
            </ac:spMkLst>
          </pc:spChg>
        </pc:sldLayoutChg>
        <pc:sldLayoutChg chg="modSp">
          <pc:chgData name="Zhang, Zihao" userId="26112959-846b-4648-8ed6-22f7e11ddcd4" providerId="ADAL" clId="{DC51A3C1-7A95-4E62-9D8E-8285DC47B219}" dt="2025-01-02T20:35:16.721" v="23"/>
          <pc:sldLayoutMkLst>
            <pc:docMk/>
            <pc:sldMasterMk cId="3219029265" sldId="2147483804"/>
            <pc:sldLayoutMk cId="2161296412" sldId="2147483813"/>
          </pc:sldLayoutMkLst>
          <pc:spChg chg="mod">
            <ac:chgData name="Zhang, Zihao" userId="26112959-846b-4648-8ed6-22f7e11ddcd4" providerId="ADAL" clId="{DC51A3C1-7A95-4E62-9D8E-8285DC47B219}" dt="2025-01-02T20:35:16.721" v="23"/>
            <ac:spMkLst>
              <pc:docMk/>
              <pc:sldMasterMk cId="3219029265" sldId="2147483804"/>
              <pc:sldLayoutMk cId="2161296412" sldId="2147483813"/>
              <ac:spMk id="2" creationId="{00000000-0000-0000-0000-000000000000}"/>
            </ac:spMkLst>
          </pc:spChg>
          <pc:spChg chg="mod">
            <ac:chgData name="Zhang, Zihao" userId="26112959-846b-4648-8ed6-22f7e11ddcd4" providerId="ADAL" clId="{DC51A3C1-7A95-4E62-9D8E-8285DC47B219}" dt="2025-01-02T20:35:16.721" v="23"/>
            <ac:spMkLst>
              <pc:docMk/>
              <pc:sldMasterMk cId="3219029265" sldId="2147483804"/>
              <pc:sldLayoutMk cId="2161296412" sldId="2147483813"/>
              <ac:spMk id="3" creationId="{00000000-0000-0000-0000-000000000000}"/>
            </ac:spMkLst>
          </pc:spChg>
          <pc:spChg chg="mod">
            <ac:chgData name="Zhang, Zihao" userId="26112959-846b-4648-8ed6-22f7e11ddcd4" providerId="ADAL" clId="{DC51A3C1-7A95-4E62-9D8E-8285DC47B219}" dt="2025-01-02T20:35:16.721" v="23"/>
            <ac:spMkLst>
              <pc:docMk/>
              <pc:sldMasterMk cId="3219029265" sldId="2147483804"/>
              <pc:sldLayoutMk cId="2161296412" sldId="2147483813"/>
              <ac:spMk id="4" creationId="{00000000-0000-0000-0000-000000000000}"/>
            </ac:spMkLst>
          </pc:spChg>
        </pc:sldLayoutChg>
        <pc:sldLayoutChg chg="modSp">
          <pc:chgData name="Zhang, Zihao" userId="26112959-846b-4648-8ed6-22f7e11ddcd4" providerId="ADAL" clId="{DC51A3C1-7A95-4E62-9D8E-8285DC47B219}" dt="2025-01-02T20:35:16.721" v="23"/>
          <pc:sldLayoutMkLst>
            <pc:docMk/>
            <pc:sldMasterMk cId="3219029265" sldId="2147483804"/>
            <pc:sldLayoutMk cId="1389547569" sldId="2147483815"/>
          </pc:sldLayoutMkLst>
          <pc:spChg chg="mod">
            <ac:chgData name="Zhang, Zihao" userId="26112959-846b-4648-8ed6-22f7e11ddcd4" providerId="ADAL" clId="{DC51A3C1-7A95-4E62-9D8E-8285DC47B219}" dt="2025-01-02T20:35:16.721" v="23"/>
            <ac:spMkLst>
              <pc:docMk/>
              <pc:sldMasterMk cId="3219029265" sldId="2147483804"/>
              <pc:sldLayoutMk cId="1389547569" sldId="2147483815"/>
              <ac:spMk id="2" creationId="{00000000-0000-0000-0000-000000000000}"/>
            </ac:spMkLst>
          </pc:spChg>
          <pc:spChg chg="mod">
            <ac:chgData name="Zhang, Zihao" userId="26112959-846b-4648-8ed6-22f7e11ddcd4" providerId="ADAL" clId="{DC51A3C1-7A95-4E62-9D8E-8285DC47B219}" dt="2025-01-02T20:35:16.721" v="23"/>
            <ac:spMkLst>
              <pc:docMk/>
              <pc:sldMasterMk cId="3219029265" sldId="2147483804"/>
              <pc:sldLayoutMk cId="1389547569" sldId="2147483815"/>
              <ac:spMk id="3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92CD3C-B33B-43D3-97C7-5595ADBAC9F7}" type="datetimeFigureOut">
              <a:rPr lang="de-CH" smtClean="0"/>
              <a:t>06.01.2025</a:t>
            </a:fld>
            <a:endParaRPr lang="de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1143000"/>
            <a:ext cx="51435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1ABF19-8814-492F-B913-F98008D5E4B4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578181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548523" rtl="0" eaLnBrk="1" latinLnBrk="0" hangingPunct="1">
      <a:defRPr sz="720" kern="1200">
        <a:solidFill>
          <a:schemeClr val="tx1"/>
        </a:solidFill>
        <a:latin typeface="+mn-lt"/>
        <a:ea typeface="+mn-ea"/>
        <a:cs typeface="+mn-cs"/>
      </a:defRPr>
    </a:lvl1pPr>
    <a:lvl2pPr marL="274262" algn="l" defTabSz="548523" rtl="0" eaLnBrk="1" latinLnBrk="0" hangingPunct="1">
      <a:defRPr sz="720" kern="1200">
        <a:solidFill>
          <a:schemeClr val="tx1"/>
        </a:solidFill>
        <a:latin typeface="+mn-lt"/>
        <a:ea typeface="+mn-ea"/>
        <a:cs typeface="+mn-cs"/>
      </a:defRPr>
    </a:lvl2pPr>
    <a:lvl3pPr marL="548523" algn="l" defTabSz="548523" rtl="0" eaLnBrk="1" latinLnBrk="0" hangingPunct="1">
      <a:defRPr sz="720" kern="1200">
        <a:solidFill>
          <a:schemeClr val="tx1"/>
        </a:solidFill>
        <a:latin typeface="+mn-lt"/>
        <a:ea typeface="+mn-ea"/>
        <a:cs typeface="+mn-cs"/>
      </a:defRPr>
    </a:lvl3pPr>
    <a:lvl4pPr marL="822783" algn="l" defTabSz="548523" rtl="0" eaLnBrk="1" latinLnBrk="0" hangingPunct="1">
      <a:defRPr sz="720" kern="1200">
        <a:solidFill>
          <a:schemeClr val="tx1"/>
        </a:solidFill>
        <a:latin typeface="+mn-lt"/>
        <a:ea typeface="+mn-ea"/>
        <a:cs typeface="+mn-cs"/>
      </a:defRPr>
    </a:lvl4pPr>
    <a:lvl5pPr marL="1097045" algn="l" defTabSz="548523" rtl="0" eaLnBrk="1" latinLnBrk="0" hangingPunct="1">
      <a:defRPr sz="720" kern="1200">
        <a:solidFill>
          <a:schemeClr val="tx1"/>
        </a:solidFill>
        <a:latin typeface="+mn-lt"/>
        <a:ea typeface="+mn-ea"/>
        <a:cs typeface="+mn-cs"/>
      </a:defRPr>
    </a:lvl5pPr>
    <a:lvl6pPr marL="1371306" algn="l" defTabSz="548523" rtl="0" eaLnBrk="1" latinLnBrk="0" hangingPunct="1">
      <a:defRPr sz="720" kern="1200">
        <a:solidFill>
          <a:schemeClr val="tx1"/>
        </a:solidFill>
        <a:latin typeface="+mn-lt"/>
        <a:ea typeface="+mn-ea"/>
        <a:cs typeface="+mn-cs"/>
      </a:defRPr>
    </a:lvl6pPr>
    <a:lvl7pPr marL="1645567" algn="l" defTabSz="548523" rtl="0" eaLnBrk="1" latinLnBrk="0" hangingPunct="1">
      <a:defRPr sz="720" kern="1200">
        <a:solidFill>
          <a:schemeClr val="tx1"/>
        </a:solidFill>
        <a:latin typeface="+mn-lt"/>
        <a:ea typeface="+mn-ea"/>
        <a:cs typeface="+mn-cs"/>
      </a:defRPr>
    </a:lvl7pPr>
    <a:lvl8pPr marL="1919829" algn="l" defTabSz="548523" rtl="0" eaLnBrk="1" latinLnBrk="0" hangingPunct="1">
      <a:defRPr sz="720" kern="1200">
        <a:solidFill>
          <a:schemeClr val="tx1"/>
        </a:solidFill>
        <a:latin typeface="+mn-lt"/>
        <a:ea typeface="+mn-ea"/>
        <a:cs typeface="+mn-cs"/>
      </a:defRPr>
    </a:lvl8pPr>
    <a:lvl9pPr marL="2194090" algn="l" defTabSz="548523" rtl="0" eaLnBrk="1" latinLnBrk="0" hangingPunct="1">
      <a:defRPr sz="72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14500" y="1346836"/>
            <a:ext cx="10287000" cy="2865120"/>
          </a:xfrm>
        </p:spPr>
        <p:txBody>
          <a:bodyPr anchor="b"/>
          <a:lstStyle>
            <a:lvl1pPr algn="ctr">
              <a:defRPr sz="67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14500" y="4322446"/>
            <a:ext cx="10287000" cy="1986914"/>
          </a:xfrm>
        </p:spPr>
        <p:txBody>
          <a:bodyPr/>
          <a:lstStyle>
            <a:lvl1pPr marL="0" indent="0" algn="ctr">
              <a:buNone/>
              <a:defRPr sz="2700"/>
            </a:lvl1pPr>
            <a:lvl2pPr marL="514362" indent="0" algn="ctr">
              <a:buNone/>
              <a:defRPr sz="2250"/>
            </a:lvl2pPr>
            <a:lvl3pPr marL="1028725" indent="0" algn="ctr">
              <a:buNone/>
              <a:defRPr sz="2025"/>
            </a:lvl3pPr>
            <a:lvl4pPr marL="1543087" indent="0" algn="ctr">
              <a:buNone/>
              <a:defRPr sz="1800"/>
            </a:lvl4pPr>
            <a:lvl5pPr marL="2057449" indent="0" algn="ctr">
              <a:buNone/>
              <a:defRPr sz="1800"/>
            </a:lvl5pPr>
            <a:lvl6pPr marL="2571811" indent="0" algn="ctr">
              <a:buNone/>
              <a:defRPr sz="1800"/>
            </a:lvl6pPr>
            <a:lvl7pPr marL="3086174" indent="0" algn="ctr">
              <a:buNone/>
              <a:defRPr sz="1800"/>
            </a:lvl7pPr>
            <a:lvl8pPr marL="3600536" indent="0" algn="ctr">
              <a:buNone/>
              <a:defRPr sz="1800"/>
            </a:lvl8pPr>
            <a:lvl9pPr marL="4114899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63825-4EC8-497F-B8F1-0B4DD83B134A}" type="datetimeFigureOut">
              <a:rPr lang="de-CH" smtClean="0"/>
              <a:t>06.01.2025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E7B5A-ACEA-482D-9939-D58235B30EE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8434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63825-4EC8-497F-B8F1-0B4DD83B134A}" type="datetimeFigureOut">
              <a:rPr lang="de-CH" smtClean="0"/>
              <a:t>06.01.2025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E7B5A-ACEA-482D-9939-D58235B30EE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737024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5831" y="2051686"/>
            <a:ext cx="11830050" cy="3423284"/>
          </a:xfrm>
        </p:spPr>
        <p:txBody>
          <a:bodyPr anchor="b"/>
          <a:lstStyle>
            <a:lvl1pPr>
              <a:defRPr sz="67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5831" y="5507356"/>
            <a:ext cx="11830050" cy="1800224"/>
          </a:xfrm>
        </p:spPr>
        <p:txBody>
          <a:bodyPr/>
          <a:lstStyle>
            <a:lvl1pPr marL="0" indent="0">
              <a:buNone/>
              <a:defRPr sz="2700">
                <a:solidFill>
                  <a:schemeClr val="tx1">
                    <a:tint val="82000"/>
                  </a:schemeClr>
                </a:solidFill>
              </a:defRPr>
            </a:lvl1pPr>
            <a:lvl2pPr marL="514362" indent="0">
              <a:buNone/>
              <a:defRPr sz="2250">
                <a:solidFill>
                  <a:schemeClr val="tx1">
                    <a:tint val="82000"/>
                  </a:schemeClr>
                </a:solidFill>
              </a:defRPr>
            </a:lvl2pPr>
            <a:lvl3pPr marL="1028725" indent="0">
              <a:buNone/>
              <a:defRPr sz="2025">
                <a:solidFill>
                  <a:schemeClr val="tx1">
                    <a:tint val="82000"/>
                  </a:schemeClr>
                </a:solidFill>
              </a:defRPr>
            </a:lvl3pPr>
            <a:lvl4pPr marL="1543087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4pPr>
            <a:lvl5pPr marL="2057449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5pPr>
            <a:lvl6pPr marL="2571811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6pPr>
            <a:lvl7pPr marL="3086174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7pPr>
            <a:lvl8pPr marL="3600536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8pPr>
            <a:lvl9pPr marL="4114899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63825-4EC8-497F-B8F1-0B4DD83B134A}" type="datetimeFigureOut">
              <a:rPr lang="de-CH" smtClean="0"/>
              <a:t>06.01.2025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E7B5A-ACEA-482D-9939-D58235B30EE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59125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2975" y="2190750"/>
            <a:ext cx="582930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43725" y="2190750"/>
            <a:ext cx="582930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63825-4EC8-497F-B8F1-0B4DD83B134A}" type="datetimeFigureOut">
              <a:rPr lang="de-CH" smtClean="0"/>
              <a:t>06.01.2025</a:t>
            </a:fld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E7B5A-ACEA-482D-9939-D58235B30EE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93324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438150"/>
            <a:ext cx="1183005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4762" y="2017396"/>
            <a:ext cx="5802510" cy="988694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362" indent="0">
              <a:buNone/>
              <a:defRPr sz="2250" b="1"/>
            </a:lvl2pPr>
            <a:lvl3pPr marL="1028725" indent="0">
              <a:buNone/>
              <a:defRPr sz="2025" b="1"/>
            </a:lvl3pPr>
            <a:lvl4pPr marL="1543087" indent="0">
              <a:buNone/>
              <a:defRPr sz="1800" b="1"/>
            </a:lvl4pPr>
            <a:lvl5pPr marL="2057449" indent="0">
              <a:buNone/>
              <a:defRPr sz="1800" b="1"/>
            </a:lvl5pPr>
            <a:lvl6pPr marL="2571811" indent="0">
              <a:buNone/>
              <a:defRPr sz="1800" b="1"/>
            </a:lvl6pPr>
            <a:lvl7pPr marL="3086174" indent="0">
              <a:buNone/>
              <a:defRPr sz="1800" b="1"/>
            </a:lvl7pPr>
            <a:lvl8pPr marL="3600536" indent="0">
              <a:buNone/>
              <a:defRPr sz="1800" b="1"/>
            </a:lvl8pPr>
            <a:lvl9pPr marL="4114899" indent="0">
              <a:buNone/>
              <a:defRPr sz="1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4762" y="3006090"/>
            <a:ext cx="5802510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43727" y="2017396"/>
            <a:ext cx="5831087" cy="988694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362" indent="0">
              <a:buNone/>
              <a:defRPr sz="2250" b="1"/>
            </a:lvl2pPr>
            <a:lvl3pPr marL="1028725" indent="0">
              <a:buNone/>
              <a:defRPr sz="2025" b="1"/>
            </a:lvl3pPr>
            <a:lvl4pPr marL="1543087" indent="0">
              <a:buNone/>
              <a:defRPr sz="1800" b="1"/>
            </a:lvl4pPr>
            <a:lvl5pPr marL="2057449" indent="0">
              <a:buNone/>
              <a:defRPr sz="1800" b="1"/>
            </a:lvl5pPr>
            <a:lvl6pPr marL="2571811" indent="0">
              <a:buNone/>
              <a:defRPr sz="1800" b="1"/>
            </a:lvl6pPr>
            <a:lvl7pPr marL="3086174" indent="0">
              <a:buNone/>
              <a:defRPr sz="1800" b="1"/>
            </a:lvl7pPr>
            <a:lvl8pPr marL="3600536" indent="0">
              <a:buNone/>
              <a:defRPr sz="1800" b="1"/>
            </a:lvl8pPr>
            <a:lvl9pPr marL="4114899" indent="0">
              <a:buNone/>
              <a:defRPr sz="1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43727" y="3006090"/>
            <a:ext cx="5831087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63825-4EC8-497F-B8F1-0B4DD83B134A}" type="datetimeFigureOut">
              <a:rPr lang="de-CH" smtClean="0"/>
              <a:t>06.01.2025</a:t>
            </a:fld>
            <a:endParaRPr lang="de-C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E7B5A-ACEA-482D-9939-D58235B30EE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08248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63825-4EC8-497F-B8F1-0B4DD83B134A}" type="datetimeFigureOut">
              <a:rPr lang="de-CH" smtClean="0"/>
              <a:t>06.01.2025</a:t>
            </a:fld>
            <a:endParaRPr lang="de-C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E7B5A-ACEA-482D-9939-D58235B30EE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20082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63825-4EC8-497F-B8F1-0B4DD83B134A}" type="datetimeFigureOut">
              <a:rPr lang="de-CH" smtClean="0"/>
              <a:t>06.01.2025</a:t>
            </a:fld>
            <a:endParaRPr lang="de-C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E7B5A-ACEA-482D-9939-D58235B30EE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32300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4" y="548640"/>
            <a:ext cx="4423767" cy="192024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31089" y="1184912"/>
            <a:ext cx="6943725" cy="5848350"/>
          </a:xfrm>
        </p:spPr>
        <p:txBody>
          <a:bodyPr/>
          <a:lstStyle>
            <a:lvl1pPr>
              <a:defRPr sz="3600"/>
            </a:lvl1pPr>
            <a:lvl2pPr>
              <a:defRPr sz="3150"/>
            </a:lvl2pPr>
            <a:lvl3pPr>
              <a:defRPr sz="2700"/>
            </a:lvl3pPr>
            <a:lvl4pPr>
              <a:defRPr sz="2250"/>
            </a:lvl4pPr>
            <a:lvl5pPr>
              <a:defRPr sz="2250"/>
            </a:lvl5pPr>
            <a:lvl6pPr>
              <a:defRPr sz="2250"/>
            </a:lvl6pPr>
            <a:lvl7pPr>
              <a:defRPr sz="2250"/>
            </a:lvl7pPr>
            <a:lvl8pPr>
              <a:defRPr sz="2250"/>
            </a:lvl8pPr>
            <a:lvl9pPr>
              <a:defRPr sz="22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4" y="2468880"/>
            <a:ext cx="4423767" cy="4573906"/>
          </a:xfrm>
        </p:spPr>
        <p:txBody>
          <a:bodyPr/>
          <a:lstStyle>
            <a:lvl1pPr marL="0" indent="0">
              <a:buNone/>
              <a:defRPr sz="1800"/>
            </a:lvl1pPr>
            <a:lvl2pPr marL="514362" indent="0">
              <a:buNone/>
              <a:defRPr sz="1575"/>
            </a:lvl2pPr>
            <a:lvl3pPr marL="1028725" indent="0">
              <a:buNone/>
              <a:defRPr sz="1350"/>
            </a:lvl3pPr>
            <a:lvl4pPr marL="1543087" indent="0">
              <a:buNone/>
              <a:defRPr sz="1125"/>
            </a:lvl4pPr>
            <a:lvl5pPr marL="2057449" indent="0">
              <a:buNone/>
              <a:defRPr sz="1125"/>
            </a:lvl5pPr>
            <a:lvl6pPr marL="2571811" indent="0">
              <a:buNone/>
              <a:defRPr sz="1125"/>
            </a:lvl6pPr>
            <a:lvl7pPr marL="3086174" indent="0">
              <a:buNone/>
              <a:defRPr sz="1125"/>
            </a:lvl7pPr>
            <a:lvl8pPr marL="3600536" indent="0">
              <a:buNone/>
              <a:defRPr sz="1125"/>
            </a:lvl8pPr>
            <a:lvl9pPr marL="4114899" indent="0">
              <a:buNone/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63825-4EC8-497F-B8F1-0B4DD83B134A}" type="datetimeFigureOut">
              <a:rPr lang="de-CH" smtClean="0"/>
              <a:t>06.01.2025</a:t>
            </a:fld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E7B5A-ACEA-482D-9939-D58235B30EE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98112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4" y="548640"/>
            <a:ext cx="4423767" cy="192024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831089" y="1184912"/>
            <a:ext cx="6943725" cy="5848350"/>
          </a:xfrm>
        </p:spPr>
        <p:txBody>
          <a:bodyPr anchor="t"/>
          <a:lstStyle>
            <a:lvl1pPr marL="0" indent="0">
              <a:buNone/>
              <a:defRPr sz="3600"/>
            </a:lvl1pPr>
            <a:lvl2pPr marL="514362" indent="0">
              <a:buNone/>
              <a:defRPr sz="3150"/>
            </a:lvl2pPr>
            <a:lvl3pPr marL="1028725" indent="0">
              <a:buNone/>
              <a:defRPr sz="2700"/>
            </a:lvl3pPr>
            <a:lvl4pPr marL="1543087" indent="0">
              <a:buNone/>
              <a:defRPr sz="2250"/>
            </a:lvl4pPr>
            <a:lvl5pPr marL="2057449" indent="0">
              <a:buNone/>
              <a:defRPr sz="2250"/>
            </a:lvl5pPr>
            <a:lvl6pPr marL="2571811" indent="0">
              <a:buNone/>
              <a:defRPr sz="2250"/>
            </a:lvl6pPr>
            <a:lvl7pPr marL="3086174" indent="0">
              <a:buNone/>
              <a:defRPr sz="2250"/>
            </a:lvl7pPr>
            <a:lvl8pPr marL="3600536" indent="0">
              <a:buNone/>
              <a:defRPr sz="2250"/>
            </a:lvl8pPr>
            <a:lvl9pPr marL="4114899" indent="0">
              <a:buNone/>
              <a:defRPr sz="225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4" y="2468880"/>
            <a:ext cx="4423767" cy="4573906"/>
          </a:xfrm>
        </p:spPr>
        <p:txBody>
          <a:bodyPr/>
          <a:lstStyle>
            <a:lvl1pPr marL="0" indent="0">
              <a:buNone/>
              <a:defRPr sz="1800"/>
            </a:lvl1pPr>
            <a:lvl2pPr marL="514362" indent="0">
              <a:buNone/>
              <a:defRPr sz="1575"/>
            </a:lvl2pPr>
            <a:lvl3pPr marL="1028725" indent="0">
              <a:buNone/>
              <a:defRPr sz="1350"/>
            </a:lvl3pPr>
            <a:lvl4pPr marL="1543087" indent="0">
              <a:buNone/>
              <a:defRPr sz="1125"/>
            </a:lvl4pPr>
            <a:lvl5pPr marL="2057449" indent="0">
              <a:buNone/>
              <a:defRPr sz="1125"/>
            </a:lvl5pPr>
            <a:lvl6pPr marL="2571811" indent="0">
              <a:buNone/>
              <a:defRPr sz="1125"/>
            </a:lvl6pPr>
            <a:lvl7pPr marL="3086174" indent="0">
              <a:buNone/>
              <a:defRPr sz="1125"/>
            </a:lvl7pPr>
            <a:lvl8pPr marL="3600536" indent="0">
              <a:buNone/>
              <a:defRPr sz="1125"/>
            </a:lvl8pPr>
            <a:lvl9pPr marL="4114899" indent="0">
              <a:buNone/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63825-4EC8-497F-B8F1-0B4DD83B134A}" type="datetimeFigureOut">
              <a:rPr lang="de-CH" smtClean="0"/>
              <a:t>06.01.2025</a:t>
            </a:fld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E7B5A-ACEA-482D-9939-D58235B30EE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161296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63825-4EC8-497F-B8F1-0B4DD83B134A}" type="datetimeFigureOut">
              <a:rPr lang="de-CH" smtClean="0"/>
              <a:t>06.01.2025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E7B5A-ACEA-482D-9939-D58235B30EE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02114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15514" y="438150"/>
            <a:ext cx="2957513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2975" y="438150"/>
            <a:ext cx="8701088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63825-4EC8-497F-B8F1-0B4DD83B134A}" type="datetimeFigureOut">
              <a:rPr lang="de-CH" smtClean="0"/>
              <a:t>06.01.2025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E7B5A-ACEA-482D-9939-D58235B30EE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89547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2975" y="438150"/>
            <a:ext cx="1183005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2975" y="2190750"/>
            <a:ext cx="1183005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42975" y="7627622"/>
            <a:ext cx="308610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663825-4EC8-497F-B8F1-0B4DD83B134A}" type="datetimeFigureOut">
              <a:rPr lang="de-CH" smtClean="0"/>
              <a:t>06.01.2025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43425" y="7627622"/>
            <a:ext cx="462915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86925" y="7627622"/>
            <a:ext cx="308610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CE7B5A-ACEA-482D-9939-D58235B30EE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19029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xStyles>
    <p:titleStyle>
      <a:lvl1pPr algn="l" defTabSz="1028725" rtl="0" eaLnBrk="1" latinLnBrk="0" hangingPunct="1">
        <a:lnSpc>
          <a:spcPct val="90000"/>
        </a:lnSpc>
        <a:spcBef>
          <a:spcPct val="0"/>
        </a:spcBef>
        <a:buNone/>
        <a:defRPr sz="49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81" indent="-257181" algn="l" defTabSz="1028725" rtl="0" eaLnBrk="1" latinLnBrk="0" hangingPunct="1">
        <a:lnSpc>
          <a:spcPct val="90000"/>
        </a:lnSpc>
        <a:spcBef>
          <a:spcPts val="1125"/>
        </a:spcBef>
        <a:buFont typeface="Arial" panose="020B0604020202020204" pitchFamily="34" charset="0"/>
        <a:buChar char="•"/>
        <a:defRPr sz="3150" kern="1200">
          <a:solidFill>
            <a:schemeClr val="tx1"/>
          </a:solidFill>
          <a:latin typeface="+mn-lt"/>
          <a:ea typeface="+mn-ea"/>
          <a:cs typeface="+mn-cs"/>
        </a:defRPr>
      </a:lvl1pPr>
      <a:lvl2pPr marL="771543" indent="-257181" algn="l" defTabSz="1028725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285906" indent="-257181" algn="l" defTabSz="1028725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250" kern="1200">
          <a:solidFill>
            <a:schemeClr val="tx1"/>
          </a:solidFill>
          <a:latin typeface="+mn-lt"/>
          <a:ea typeface="+mn-ea"/>
          <a:cs typeface="+mn-cs"/>
        </a:defRPr>
      </a:lvl3pPr>
      <a:lvl4pPr marL="1800268" indent="-257181" algn="l" defTabSz="1028725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4pPr>
      <a:lvl5pPr marL="2314630" indent="-257181" algn="l" defTabSz="1028725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5pPr>
      <a:lvl6pPr marL="2828993" indent="-257181" algn="l" defTabSz="1028725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6pPr>
      <a:lvl7pPr marL="3343355" indent="-257181" algn="l" defTabSz="1028725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7pPr>
      <a:lvl8pPr marL="3857717" indent="-257181" algn="l" defTabSz="1028725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8pPr>
      <a:lvl9pPr marL="4372079" indent="-257181" algn="l" defTabSz="1028725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28725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1pPr>
      <a:lvl2pPr marL="514362" algn="l" defTabSz="1028725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2pPr>
      <a:lvl3pPr marL="1028725" algn="l" defTabSz="1028725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3pPr>
      <a:lvl4pPr marL="1543087" algn="l" defTabSz="1028725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4pPr>
      <a:lvl5pPr marL="2057449" algn="l" defTabSz="1028725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5pPr>
      <a:lvl6pPr marL="2571811" algn="l" defTabSz="1028725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6pPr>
      <a:lvl7pPr marL="3086174" algn="l" defTabSz="1028725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7pPr>
      <a:lvl8pPr marL="3600536" algn="l" defTabSz="1028725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8pPr>
      <a:lvl9pPr marL="4114899" algn="l" defTabSz="1028725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ordicenergy.org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0017ACB-99A7-8805-4BD1-01EC1B65B5A8}"/>
              </a:ext>
            </a:extLst>
          </p:cNvPr>
          <p:cNvGrpSpPr/>
          <p:nvPr/>
        </p:nvGrpSpPr>
        <p:grpSpPr>
          <a:xfrm>
            <a:off x="2174459" y="1018677"/>
            <a:ext cx="3916467" cy="3181621"/>
            <a:chOff x="9053135" y="4939822"/>
            <a:chExt cx="4378286" cy="3556789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412E28AC-B224-2BF8-EB1C-3276DABD144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036934" y="6060132"/>
              <a:ext cx="2331480" cy="1640987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7874F4F7-EAF9-DE56-99F9-AA285B69F8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87000" y="6098060"/>
              <a:ext cx="2056778" cy="1524321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Arc 6">
              <a:extLst>
                <a:ext uri="{FF2B5EF4-FFF2-40B4-BE49-F238E27FC236}">
                  <a16:creationId xmlns:a16="http://schemas.microsoft.com/office/drawing/2014/main" id="{91632042-52BB-7B6C-D76D-B1957B8DD73F}"/>
                </a:ext>
              </a:extLst>
            </p:cNvPr>
            <p:cNvSpPr/>
            <p:nvPr/>
          </p:nvSpPr>
          <p:spPr>
            <a:xfrm rot="152708">
              <a:off x="10532828" y="6147318"/>
              <a:ext cx="1464108" cy="1482532"/>
            </a:xfrm>
            <a:prstGeom prst="arc">
              <a:avLst>
                <a:gd name="adj1" fmla="val 16002044"/>
                <a:gd name="adj2" fmla="val 36606"/>
              </a:avLst>
            </a:prstGeom>
            <a:solidFill>
              <a:schemeClr val="bg1"/>
            </a:solidFill>
            <a:ln w="57150">
              <a:solidFill>
                <a:srgbClr val="009BD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CH" sz="1600" dirty="0"/>
            </a:p>
          </p:txBody>
        </p:sp>
        <p:sp>
          <p:nvSpPr>
            <p:cNvPr id="8" name="Arc 7">
              <a:extLst>
                <a:ext uri="{FF2B5EF4-FFF2-40B4-BE49-F238E27FC236}">
                  <a16:creationId xmlns:a16="http://schemas.microsoft.com/office/drawing/2014/main" id="{E0ACCE15-E84E-D0BC-B497-1EDF611AF46D}"/>
                </a:ext>
              </a:extLst>
            </p:cNvPr>
            <p:cNvSpPr/>
            <p:nvPr/>
          </p:nvSpPr>
          <p:spPr>
            <a:xfrm rot="10800000">
              <a:off x="10508018" y="6155210"/>
              <a:ext cx="1464108" cy="1482532"/>
            </a:xfrm>
            <a:prstGeom prst="arc">
              <a:avLst>
                <a:gd name="adj1" fmla="val 16134588"/>
                <a:gd name="adj2" fmla="val 36606"/>
              </a:avLst>
            </a:prstGeom>
            <a:solidFill>
              <a:schemeClr val="bg1"/>
            </a:solidFill>
            <a:ln w="57150">
              <a:solidFill>
                <a:srgbClr val="FA9B4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CH" sz="1600" dirty="0"/>
            </a:p>
          </p:txBody>
        </p:sp>
        <p:sp>
          <p:nvSpPr>
            <p:cNvPr id="9" name="Arc 8">
              <a:extLst>
                <a:ext uri="{FF2B5EF4-FFF2-40B4-BE49-F238E27FC236}">
                  <a16:creationId xmlns:a16="http://schemas.microsoft.com/office/drawing/2014/main" id="{F11E3939-BC7C-28A5-E853-1117B0842E69}"/>
                </a:ext>
              </a:extLst>
            </p:cNvPr>
            <p:cNvSpPr/>
            <p:nvPr/>
          </p:nvSpPr>
          <p:spPr>
            <a:xfrm rot="5400000">
              <a:off x="10523784" y="6163984"/>
              <a:ext cx="1464108" cy="1482532"/>
            </a:xfrm>
            <a:prstGeom prst="arc">
              <a:avLst>
                <a:gd name="adj1" fmla="val 16102565"/>
                <a:gd name="adj2" fmla="val 36606"/>
              </a:avLst>
            </a:prstGeom>
            <a:solidFill>
              <a:schemeClr val="bg1"/>
            </a:solidFill>
            <a:ln w="57150">
              <a:solidFill>
                <a:srgbClr val="00C86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CH" sz="1600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2580A90-8DB3-3F47-843C-3C91B9D2D2EA}"/>
                </a:ext>
              </a:extLst>
            </p:cNvPr>
            <p:cNvGrpSpPr/>
            <p:nvPr/>
          </p:nvGrpSpPr>
          <p:grpSpPr>
            <a:xfrm>
              <a:off x="12158906" y="7347466"/>
              <a:ext cx="1213954" cy="1149145"/>
              <a:chOff x="9166571" y="4950833"/>
              <a:chExt cx="1651137" cy="1562990"/>
            </a:xfrm>
          </p:grpSpPr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C653F06C-47C8-12C7-6098-7F53C83189C4}"/>
                  </a:ext>
                </a:extLst>
              </p:cNvPr>
              <p:cNvSpPr/>
              <p:nvPr/>
            </p:nvSpPr>
            <p:spPr>
              <a:xfrm>
                <a:off x="9210644" y="4950833"/>
                <a:ext cx="1562988" cy="1562990"/>
              </a:xfrm>
              <a:prstGeom prst="ellipse">
                <a:avLst/>
              </a:prstGeom>
              <a:solidFill>
                <a:srgbClr val="00C862"/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 sz="1600" dirty="0">
                  <a:solidFill>
                    <a:srgbClr val="E4325C"/>
                  </a:solidFill>
                  <a:latin typeface="Roboto Medium" panose="02000000000000000000" pitchFamily="2" charset="0"/>
                  <a:ea typeface="Roboto Medium" panose="02000000000000000000" pitchFamily="2" charset="0"/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2D94B83-D048-CDAD-72CE-1B3513BA4C9C}"/>
                  </a:ext>
                </a:extLst>
              </p:cNvPr>
              <p:cNvSpPr txBox="1"/>
              <p:nvPr/>
            </p:nvSpPr>
            <p:spPr>
              <a:xfrm>
                <a:off x="9166571" y="5337228"/>
                <a:ext cx="1651137" cy="7953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/>
                </a:pPr>
                <a:r>
                  <a:rPr lang="de-DE" altLang="zh-CN" sz="1600" dirty="0">
                    <a:solidFill>
                      <a:prstClr val="white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large </a:t>
                </a:r>
                <a:r>
                  <a:rPr lang="de-DE" altLang="zh-CN" sz="1600" dirty="0" err="1">
                    <a:solidFill>
                      <a:prstClr val="white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coal</a:t>
                </a:r>
                <a:r>
                  <a:rPr lang="de-DE" altLang="zh-CN" sz="1600" dirty="0">
                    <a:solidFill>
                      <a:prstClr val="white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 </a:t>
                </a:r>
                <a:r>
                  <a:rPr lang="de-DE" altLang="zh-CN" sz="1600" dirty="0" err="1">
                    <a:solidFill>
                      <a:prstClr val="white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input</a:t>
                </a:r>
                <a:endParaRPr lang="de-CH" sz="1600" dirty="0">
                  <a:solidFill>
                    <a:schemeClr val="bg1"/>
                  </a:solidFill>
                  <a:latin typeface="Roboto Medium" panose="02000000000000000000" pitchFamily="2" charset="0"/>
                  <a:ea typeface="Roboto Medium" panose="02000000000000000000" pitchFamily="2" charset="0"/>
                </a:endParaRP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C9297C6-73E8-8287-2DD6-EBB59861877F}"/>
                </a:ext>
              </a:extLst>
            </p:cNvPr>
            <p:cNvGrpSpPr/>
            <p:nvPr/>
          </p:nvGrpSpPr>
          <p:grpSpPr>
            <a:xfrm>
              <a:off x="9053135" y="7329105"/>
              <a:ext cx="1413955" cy="1167506"/>
              <a:chOff x="8944737" y="4790402"/>
              <a:chExt cx="1868626" cy="1542929"/>
            </a:xfrm>
          </p:grpSpPr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EC1603B5-5A97-5CBC-EC4D-8A202C5BC8A4}"/>
                  </a:ext>
                </a:extLst>
              </p:cNvPr>
              <p:cNvSpPr/>
              <p:nvPr/>
            </p:nvSpPr>
            <p:spPr>
              <a:xfrm>
                <a:off x="9107587" y="4790402"/>
                <a:ext cx="1542927" cy="1542929"/>
              </a:xfrm>
              <a:prstGeom prst="ellipse">
                <a:avLst/>
              </a:prstGeom>
              <a:solidFill>
                <a:srgbClr val="FBA554"/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 sz="1600" dirty="0">
                  <a:solidFill>
                    <a:srgbClr val="E4325C"/>
                  </a:solidFill>
                  <a:latin typeface="Roboto Medium" panose="02000000000000000000" pitchFamily="2" charset="0"/>
                  <a:ea typeface="Roboto Medium" panose="02000000000000000000" pitchFamily="2" charset="0"/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2ABE3BB-F560-C061-E526-7D58F1AE9B03}"/>
                  </a:ext>
                </a:extLst>
              </p:cNvPr>
              <p:cNvSpPr txBox="1"/>
              <p:nvPr/>
            </p:nvSpPr>
            <p:spPr>
              <a:xfrm>
                <a:off x="8944737" y="5190104"/>
                <a:ext cx="1868626" cy="7728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/>
                </a:pPr>
                <a:r>
                  <a:rPr lang="de-DE" altLang="zh-CN" sz="1600" dirty="0" err="1">
                    <a:solidFill>
                      <a:prstClr val="white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slag</a:t>
                </a:r>
                <a:r>
                  <a:rPr lang="de-DE" altLang="zh-CN" sz="1600" dirty="0">
                    <a:solidFill>
                      <a:prstClr val="white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 </a:t>
                </a:r>
                <a:r>
                  <a:rPr lang="de-DE" altLang="zh-CN" sz="1600" dirty="0" err="1">
                    <a:solidFill>
                      <a:prstClr val="white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waste</a:t>
                </a:r>
                <a:endParaRPr lang="de-DE" altLang="zh-CN" sz="1600" dirty="0">
                  <a:solidFill>
                    <a:prstClr val="white"/>
                  </a:solidFill>
                  <a:latin typeface="Roboto" panose="02000000000000000000" pitchFamily="2" charset="0"/>
                  <a:ea typeface="Roboto" panose="02000000000000000000" pitchFamily="2" charset="0"/>
                </a:endParaRPr>
              </a:p>
              <a:p>
                <a:pPr algn="ctr">
                  <a:defRPr/>
                </a:pPr>
                <a:r>
                  <a:rPr lang="de-DE" sz="1600" dirty="0">
                    <a:solidFill>
                      <a:prstClr val="white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Ca(OH)</a:t>
                </a:r>
                <a:r>
                  <a:rPr lang="de-DE" sz="1600" baseline="-25000" dirty="0">
                    <a:solidFill>
                      <a:prstClr val="white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2</a:t>
                </a:r>
                <a:endParaRPr lang="de-CH" sz="1600" baseline="-25000" dirty="0">
                  <a:solidFill>
                    <a:prstClr val="white"/>
                  </a:solidFill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4AC0FF7F-CD0B-8F5B-95DF-CF79077D8B3D}"/>
                </a:ext>
              </a:extLst>
            </p:cNvPr>
            <p:cNvGrpSpPr/>
            <p:nvPr/>
          </p:nvGrpSpPr>
          <p:grpSpPr>
            <a:xfrm>
              <a:off x="9092532" y="5289021"/>
              <a:ext cx="1335160" cy="1084956"/>
              <a:chOff x="9012081" y="4838263"/>
              <a:chExt cx="1764495" cy="1433836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B1902915-EE52-8C58-C412-E14865161DC7}"/>
                  </a:ext>
                </a:extLst>
              </p:cNvPr>
              <p:cNvSpPr/>
              <p:nvPr/>
            </p:nvSpPr>
            <p:spPr>
              <a:xfrm>
                <a:off x="9177413" y="4838263"/>
                <a:ext cx="1433835" cy="1433836"/>
              </a:xfrm>
              <a:prstGeom prst="ellipse">
                <a:avLst/>
              </a:prstGeom>
              <a:solidFill>
                <a:srgbClr val="EC708D"/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 sz="1600" dirty="0">
                  <a:solidFill>
                    <a:srgbClr val="E4325C"/>
                  </a:solidFill>
                  <a:latin typeface="Roboto Medium" panose="02000000000000000000" pitchFamily="2" charset="0"/>
                  <a:ea typeface="Roboto Medium" panose="02000000000000000000" pitchFamily="2" charset="0"/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4C92DC5-1B4A-DD26-E6C5-7577A34C0F86}"/>
                  </a:ext>
                </a:extLst>
              </p:cNvPr>
              <p:cNvSpPr txBox="1"/>
              <p:nvPr/>
            </p:nvSpPr>
            <p:spPr>
              <a:xfrm>
                <a:off x="9012081" y="4978846"/>
                <a:ext cx="1764495" cy="10982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/>
                </a:pPr>
                <a:r>
                  <a:rPr lang="de-DE" altLang="zh-CN" sz="1600" dirty="0">
                    <a:solidFill>
                      <a:prstClr val="white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high </a:t>
                </a:r>
                <a:r>
                  <a:rPr lang="de-DE" altLang="zh-CN" sz="1600" dirty="0" err="1">
                    <a:solidFill>
                      <a:prstClr val="white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energy</a:t>
                </a:r>
                <a:r>
                  <a:rPr lang="de-DE" altLang="zh-CN" sz="1600" dirty="0">
                    <a:solidFill>
                      <a:prstClr val="white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 </a:t>
                </a:r>
                <a:r>
                  <a:rPr lang="de-CH" altLang="zh-CN" sz="1600" dirty="0" err="1">
                    <a:solidFill>
                      <a:prstClr val="white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input</a:t>
                </a:r>
                <a:endParaRPr lang="de-CH" sz="1600" dirty="0">
                  <a:solidFill>
                    <a:prstClr val="white"/>
                  </a:solidFill>
                  <a:latin typeface="Roboto" panose="02000000000000000000" pitchFamily="2" charset="0"/>
                  <a:ea typeface="Roboto" panose="02000000000000000000" pitchFamily="2" charset="0"/>
                </a:endParaRPr>
              </a:p>
              <a:p>
                <a:pPr algn="ctr">
                  <a:defRPr/>
                </a:pPr>
                <a:endParaRPr lang="de-CH" sz="1600" dirty="0">
                  <a:solidFill>
                    <a:prstClr val="white"/>
                  </a:solidFill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9ADA9502-7CB7-FE48-5B0C-2AB3CDCFA7BA}"/>
                </a:ext>
              </a:extLst>
            </p:cNvPr>
            <p:cNvGrpSpPr/>
            <p:nvPr/>
          </p:nvGrpSpPr>
          <p:grpSpPr>
            <a:xfrm>
              <a:off x="12100344" y="5289019"/>
              <a:ext cx="1331077" cy="1097235"/>
              <a:chOff x="8950271" y="4822979"/>
              <a:chExt cx="1533162" cy="1263820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817EFD7F-E928-CB6B-DCA7-3BE8B28F785B}"/>
                  </a:ext>
                </a:extLst>
              </p:cNvPr>
              <p:cNvSpPr/>
              <p:nvPr/>
            </p:nvSpPr>
            <p:spPr>
              <a:xfrm>
                <a:off x="9084941" y="4822979"/>
                <a:ext cx="1263822" cy="1263820"/>
              </a:xfrm>
              <a:prstGeom prst="ellipse">
                <a:avLst/>
              </a:prstGeom>
              <a:solidFill>
                <a:srgbClr val="009BD7">
                  <a:alpha val="89804"/>
                </a:srgbClr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 sz="1600" dirty="0">
                  <a:solidFill>
                    <a:srgbClr val="E4325C"/>
                  </a:solidFill>
                  <a:latin typeface="Roboto Medium" panose="02000000000000000000" pitchFamily="2" charset="0"/>
                  <a:ea typeface="Roboto Medium" panose="02000000000000000000" pitchFamily="2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F36605E-98E6-2CCA-D2F2-1EC15C20FDAB}"/>
                  </a:ext>
                </a:extLst>
              </p:cNvPr>
              <p:cNvSpPr txBox="1"/>
              <p:nvPr/>
            </p:nvSpPr>
            <p:spPr>
              <a:xfrm>
                <a:off x="8950271" y="5078610"/>
                <a:ext cx="1533162" cy="9571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/>
                </a:pPr>
                <a:r>
                  <a:rPr lang="en-US" sz="1600" dirty="0">
                    <a:solidFill>
                      <a:prstClr val="white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direct CO</a:t>
                </a:r>
                <a:r>
                  <a:rPr lang="en-US" sz="1600" baseline="-25000" dirty="0">
                    <a:solidFill>
                      <a:prstClr val="white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2</a:t>
                </a:r>
                <a:r>
                  <a:rPr lang="en-US" sz="1600" dirty="0">
                    <a:solidFill>
                      <a:prstClr val="white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 emission</a:t>
                </a:r>
                <a:endParaRPr lang="de-CH" sz="1600" dirty="0">
                  <a:solidFill>
                    <a:prstClr val="white"/>
                  </a:solidFill>
                  <a:latin typeface="Roboto" panose="02000000000000000000" pitchFamily="2" charset="0"/>
                  <a:ea typeface="Roboto" panose="02000000000000000000" pitchFamily="2" charset="0"/>
                </a:endParaRPr>
              </a:p>
              <a:p>
                <a:pPr algn="ctr"/>
                <a:endParaRPr lang="de-CH" sz="1600" dirty="0">
                  <a:solidFill>
                    <a:schemeClr val="bg1"/>
                  </a:solidFill>
                  <a:latin typeface="Roboto Medium" panose="02000000000000000000" pitchFamily="2" charset="0"/>
                  <a:ea typeface="Roboto Medium" panose="02000000000000000000" pitchFamily="2" charset="0"/>
                </a:endParaRP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103F572-7A4D-2241-7B1B-614C7D09831D}"/>
                </a:ext>
              </a:extLst>
            </p:cNvPr>
            <p:cNvSpPr txBox="1"/>
            <p:nvPr/>
          </p:nvSpPr>
          <p:spPr>
            <a:xfrm>
              <a:off x="9112555" y="4939822"/>
              <a:ext cx="1295116" cy="3385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de-DE" altLang="zh-CN" sz="1600" dirty="0">
                  <a:latin typeface="Roboto" panose="02000000000000000000" pitchFamily="2" charset="0"/>
                  <a:ea typeface="Roboto" panose="02000000000000000000" pitchFamily="2" charset="0"/>
                </a:rPr>
                <a:t>10.6 kWh</a:t>
              </a:r>
              <a:endParaRPr lang="de-CH" sz="1600" u="sng" baseline="-25000" dirty="0">
                <a:latin typeface="Roboto" panose="02000000000000000000" pitchFamily="2" charset="0"/>
                <a:ea typeface="Roboto" panose="02000000000000000000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D5495C1-A1DB-2742-5D6A-BEADE42A1B52}"/>
                </a:ext>
              </a:extLst>
            </p:cNvPr>
            <p:cNvSpPr txBox="1"/>
            <p:nvPr/>
          </p:nvSpPr>
          <p:spPr>
            <a:xfrm>
              <a:off x="12392082" y="7007983"/>
              <a:ext cx="747602" cy="3385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de-DE" altLang="zh-CN" sz="1600" dirty="0">
                  <a:latin typeface="Roboto" panose="02000000000000000000" pitchFamily="2" charset="0"/>
                  <a:ea typeface="Roboto" panose="02000000000000000000" pitchFamily="2" charset="0"/>
                </a:rPr>
                <a:t>2 kg</a:t>
              </a:r>
              <a:endParaRPr lang="de-CH" sz="1600" u="sng" baseline="-25000" dirty="0">
                <a:latin typeface="Roboto" panose="02000000000000000000" pitchFamily="2" charset="0"/>
                <a:ea typeface="Roboto" panose="02000000000000000000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FE20E9F-1B0F-2FE3-CA6B-19DBBEDB653E}"/>
                </a:ext>
              </a:extLst>
            </p:cNvPr>
            <p:cNvSpPr txBox="1"/>
            <p:nvPr/>
          </p:nvSpPr>
          <p:spPr>
            <a:xfrm>
              <a:off x="12332821" y="4939822"/>
              <a:ext cx="866122" cy="3784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de-DE" altLang="zh-CN" sz="1600" dirty="0">
                  <a:latin typeface="Roboto" panose="02000000000000000000" pitchFamily="2" charset="0"/>
                  <a:ea typeface="Roboto" panose="02000000000000000000" pitchFamily="2" charset="0"/>
                </a:rPr>
                <a:t>3.6 kg</a:t>
              </a:r>
              <a:endParaRPr lang="de-CH" sz="1600" u="sng" baseline="-25000" dirty="0">
                <a:latin typeface="Roboto" panose="02000000000000000000" pitchFamily="2" charset="0"/>
                <a:ea typeface="Roboto" panose="02000000000000000000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48F0B4E-6BB0-DC34-FACF-30DC6DBC2847}"/>
                </a:ext>
              </a:extLst>
            </p:cNvPr>
            <p:cNvSpPr txBox="1"/>
            <p:nvPr/>
          </p:nvSpPr>
          <p:spPr>
            <a:xfrm>
              <a:off x="10516531" y="5760302"/>
              <a:ext cx="1464108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de-DE" altLang="zh-CN" sz="1600" dirty="0">
                  <a:latin typeface="Roboto Medium" panose="02000000000000000000" pitchFamily="2" charset="0"/>
                  <a:ea typeface="Roboto Medium" panose="02000000000000000000" pitchFamily="2" charset="0"/>
                </a:rPr>
                <a:t>kg</a:t>
              </a:r>
              <a:r>
                <a:rPr lang="en-US" sz="1600" baseline="30000" dirty="0">
                  <a:latin typeface="Roboto Medium" panose="02000000000000000000" pitchFamily="2" charset="0"/>
                  <a:ea typeface="Roboto Medium" panose="02000000000000000000" pitchFamily="2" charset="0"/>
                </a:rPr>
                <a:t>–1</a:t>
              </a:r>
              <a:r>
                <a:rPr lang="de-DE" altLang="zh-CN" sz="1600" dirty="0">
                  <a:latin typeface="Roboto Medium" panose="02000000000000000000" pitchFamily="2" charset="0"/>
                  <a:ea typeface="Roboto Medium" panose="02000000000000000000" pitchFamily="2" charset="0"/>
                </a:rPr>
                <a:t> C</a:t>
              </a:r>
              <a:r>
                <a:rPr lang="de-DE" altLang="zh-CN" sz="1600" baseline="-25000" dirty="0">
                  <a:latin typeface="Roboto Medium" panose="02000000000000000000" pitchFamily="2" charset="0"/>
                  <a:ea typeface="Roboto Medium" panose="02000000000000000000" pitchFamily="2" charset="0"/>
                </a:rPr>
                <a:t>2</a:t>
              </a:r>
              <a:r>
                <a:rPr lang="de-DE" altLang="zh-CN" sz="1600" dirty="0">
                  <a:latin typeface="Roboto Medium" panose="02000000000000000000" pitchFamily="2" charset="0"/>
                  <a:ea typeface="Roboto Medium" panose="02000000000000000000" pitchFamily="2" charset="0"/>
                </a:rPr>
                <a:t>H</a:t>
              </a:r>
              <a:r>
                <a:rPr lang="de-DE" altLang="zh-CN" sz="1600" baseline="-25000" dirty="0">
                  <a:latin typeface="Roboto Medium" panose="02000000000000000000" pitchFamily="2" charset="0"/>
                  <a:ea typeface="Roboto Medium" panose="02000000000000000000" pitchFamily="2" charset="0"/>
                </a:rPr>
                <a:t>2</a:t>
              </a:r>
              <a:endParaRPr lang="de-CH" sz="1600" u="sng" baseline="-25000" dirty="0">
                <a:latin typeface="Roboto Medium" panose="02000000000000000000" pitchFamily="2" charset="0"/>
                <a:ea typeface="Roboto Medium" panose="02000000000000000000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163FB12-3108-4073-7D35-AF7C83C0D6C9}"/>
                </a:ext>
              </a:extLst>
            </p:cNvPr>
            <p:cNvSpPr txBox="1"/>
            <p:nvPr/>
          </p:nvSpPr>
          <p:spPr>
            <a:xfrm>
              <a:off x="9112555" y="7007983"/>
              <a:ext cx="1295116" cy="3385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de-DE" altLang="zh-CN" sz="1600" dirty="0">
                  <a:latin typeface="Roboto" panose="02000000000000000000" pitchFamily="2" charset="0"/>
                  <a:ea typeface="Roboto" panose="02000000000000000000" pitchFamily="2" charset="0"/>
                </a:rPr>
                <a:t>2.8 kg</a:t>
              </a:r>
              <a:endParaRPr lang="de-CH" sz="1600" u="sng" baseline="-25000" dirty="0">
                <a:latin typeface="Roboto" panose="02000000000000000000" pitchFamily="2" charset="0"/>
                <a:ea typeface="Roboto" panose="02000000000000000000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04A9153-A747-C784-960E-CA732A0DE496}"/>
                </a:ext>
              </a:extLst>
            </p:cNvPr>
            <p:cNvSpPr/>
            <p:nvPr/>
          </p:nvSpPr>
          <p:spPr>
            <a:xfrm>
              <a:off x="11059398" y="6759617"/>
              <a:ext cx="456576" cy="3151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 sz="1600"/>
            </a:p>
          </p:txBody>
        </p:sp>
        <p:sp>
          <p:nvSpPr>
            <p:cNvPr id="20" name="Arc 19">
              <a:extLst>
                <a:ext uri="{FF2B5EF4-FFF2-40B4-BE49-F238E27FC236}">
                  <a16:creationId xmlns:a16="http://schemas.microsoft.com/office/drawing/2014/main" id="{48318E95-C915-CD97-F8F9-A63C999245AD}"/>
                </a:ext>
              </a:extLst>
            </p:cNvPr>
            <p:cNvSpPr/>
            <p:nvPr/>
          </p:nvSpPr>
          <p:spPr>
            <a:xfrm rot="16027726">
              <a:off x="10516531" y="6137205"/>
              <a:ext cx="1464108" cy="1482532"/>
            </a:xfrm>
            <a:prstGeom prst="arc">
              <a:avLst>
                <a:gd name="adj1" fmla="val 16134588"/>
                <a:gd name="adj2" fmla="val 193343"/>
              </a:avLst>
            </a:prstGeom>
            <a:solidFill>
              <a:schemeClr val="bg1"/>
            </a:solidFill>
            <a:ln w="57150">
              <a:solidFill>
                <a:srgbClr val="EC708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CH" sz="160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C9CBAD3-B9D9-6076-AF1D-6AF3FD8A915A}"/>
                </a:ext>
              </a:extLst>
            </p:cNvPr>
            <p:cNvSpPr txBox="1"/>
            <p:nvPr/>
          </p:nvSpPr>
          <p:spPr>
            <a:xfrm>
              <a:off x="10497142" y="6584228"/>
              <a:ext cx="1502887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de-DE" altLang="zh-CN" sz="1600" dirty="0" err="1">
                  <a:latin typeface="Roboto Medium" panose="02000000000000000000" pitchFamily="2" charset="0"/>
                  <a:ea typeface="Roboto Medium" panose="02000000000000000000" pitchFamily="2" charset="0"/>
                </a:rPr>
                <a:t>Issues</a:t>
              </a:r>
              <a:r>
                <a:rPr lang="de-DE" altLang="zh-CN" sz="1600" dirty="0">
                  <a:latin typeface="Roboto Medium" panose="02000000000000000000" pitchFamily="2" charset="0"/>
                  <a:ea typeface="Roboto Medium" panose="02000000000000000000" pitchFamily="2" charset="0"/>
                </a:rPr>
                <a:t> </a:t>
              </a:r>
              <a:r>
                <a:rPr lang="de-DE" altLang="zh-CN" sz="1600" dirty="0" err="1">
                  <a:latin typeface="Roboto Medium" panose="02000000000000000000" pitchFamily="2" charset="0"/>
                  <a:ea typeface="Roboto Medium" panose="02000000000000000000" pitchFamily="2" charset="0"/>
                </a:rPr>
                <a:t>of</a:t>
              </a:r>
              <a:r>
                <a:rPr lang="de-DE" altLang="zh-CN" sz="1600" dirty="0">
                  <a:latin typeface="Roboto Medium" panose="02000000000000000000" pitchFamily="2" charset="0"/>
                  <a:ea typeface="Roboto Medium" panose="02000000000000000000" pitchFamily="2" charset="0"/>
                </a:rPr>
                <a:t> CaC</a:t>
              </a:r>
              <a:r>
                <a:rPr lang="de-DE" altLang="zh-CN" sz="1600" baseline="-25000" dirty="0">
                  <a:latin typeface="Roboto Medium" panose="02000000000000000000" pitchFamily="2" charset="0"/>
                  <a:ea typeface="Roboto Medium" panose="02000000000000000000" pitchFamily="2" charset="0"/>
                </a:rPr>
                <a:t>2</a:t>
              </a:r>
              <a:r>
                <a:rPr lang="de-DE" altLang="zh-CN" sz="1600" dirty="0">
                  <a:latin typeface="Roboto Medium" panose="02000000000000000000" pitchFamily="2" charset="0"/>
                  <a:ea typeface="Roboto Medium" panose="02000000000000000000" pitchFamily="2" charset="0"/>
                </a:rPr>
                <a:t> route</a:t>
              </a:r>
              <a:endParaRPr lang="de-CH" sz="1600" dirty="0">
                <a:latin typeface="Roboto Medium" panose="02000000000000000000" pitchFamily="2" charset="0"/>
                <a:ea typeface="Roboto Medium" panose="02000000000000000000" pitchFamily="2" charset="0"/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6516380F-0309-9046-B2BE-E083D1E690CB}"/>
              </a:ext>
            </a:extLst>
          </p:cNvPr>
          <p:cNvSpPr txBox="1"/>
          <p:nvPr/>
        </p:nvSpPr>
        <p:spPr>
          <a:xfrm>
            <a:off x="2015676" y="622278"/>
            <a:ext cx="729252" cy="431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201" b="1" dirty="0">
                <a:latin typeface="Roboto" panose="02000000000000000000" pitchFamily="2" charset="0"/>
                <a:ea typeface="Roboto" panose="02000000000000000000" pitchFamily="2" charset="0"/>
              </a:rPr>
              <a:t>a</a:t>
            </a:r>
            <a:endParaRPr lang="de-CH" sz="2201" b="1" u="sng" baseline="-25000" dirty="0">
              <a:latin typeface="Roboto" panose="02000000000000000000" pitchFamily="2" charset="0"/>
              <a:ea typeface="Roboto" panose="02000000000000000000" pitchFamily="2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07E2905-7604-B632-12F2-15FF168A26E2}"/>
              </a:ext>
            </a:extLst>
          </p:cNvPr>
          <p:cNvSpPr txBox="1"/>
          <p:nvPr/>
        </p:nvSpPr>
        <p:spPr>
          <a:xfrm>
            <a:off x="5881428" y="618232"/>
            <a:ext cx="729252" cy="431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201" b="1" dirty="0">
                <a:latin typeface="Roboto" panose="02000000000000000000" pitchFamily="2" charset="0"/>
                <a:ea typeface="Roboto" panose="02000000000000000000" pitchFamily="2" charset="0"/>
              </a:rPr>
              <a:t>b</a:t>
            </a:r>
            <a:endParaRPr lang="de-CH" sz="2201" b="1" u="sng" baseline="-25000" dirty="0">
              <a:latin typeface="Roboto" panose="02000000000000000000" pitchFamily="2" charset="0"/>
              <a:ea typeface="Roboto" panose="02000000000000000000" pitchFamily="2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56343AB-EE1A-3CF9-6779-F44ACBBC91EF}"/>
              </a:ext>
            </a:extLst>
          </p:cNvPr>
          <p:cNvGrpSpPr/>
          <p:nvPr/>
        </p:nvGrpSpPr>
        <p:grpSpPr>
          <a:xfrm>
            <a:off x="6230952" y="778829"/>
            <a:ext cx="3964694" cy="3992186"/>
            <a:chOff x="3226423" y="1674213"/>
            <a:chExt cx="3935563" cy="4194062"/>
          </a:xfrm>
        </p:grpSpPr>
        <p:sp>
          <p:nvSpPr>
            <p:cNvPr id="33" name="Line 6">
              <a:extLst>
                <a:ext uri="{FF2B5EF4-FFF2-40B4-BE49-F238E27FC236}">
                  <a16:creationId xmlns:a16="http://schemas.microsoft.com/office/drawing/2014/main" id="{1AE3924F-622F-A6B3-16FA-182B5FE358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62669" y="5308353"/>
              <a:ext cx="3155180" cy="0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1" tIns="45720" rIns="91441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 sz="140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4" name="Line 19">
              <a:extLst>
                <a:ext uri="{FF2B5EF4-FFF2-40B4-BE49-F238E27FC236}">
                  <a16:creationId xmlns:a16="http://schemas.microsoft.com/office/drawing/2014/main" id="{72016AE0-0623-7DEF-E20B-FA0D556090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95172" y="5308352"/>
              <a:ext cx="0" cy="91440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1" tIns="45720" rIns="91441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 sz="140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5" name="Line 22">
              <a:extLst>
                <a:ext uri="{FF2B5EF4-FFF2-40B4-BE49-F238E27FC236}">
                  <a16:creationId xmlns:a16="http://schemas.microsoft.com/office/drawing/2014/main" id="{89CF4A34-597A-6D23-2D49-1A70C91C30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10570" y="5308352"/>
              <a:ext cx="0" cy="91440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1" tIns="45720" rIns="91441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 sz="140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6" name="Line 24">
              <a:extLst>
                <a:ext uri="{FF2B5EF4-FFF2-40B4-BE49-F238E27FC236}">
                  <a16:creationId xmlns:a16="http://schemas.microsoft.com/office/drawing/2014/main" id="{1547B4BC-CC69-3318-7824-4435FDBFB5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62668" y="1683572"/>
              <a:ext cx="0" cy="3624781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1" tIns="45720" rIns="91441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 sz="140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7" name="Line 34">
              <a:extLst>
                <a:ext uri="{FF2B5EF4-FFF2-40B4-BE49-F238E27FC236}">
                  <a16:creationId xmlns:a16="http://schemas.microsoft.com/office/drawing/2014/main" id="{BCB24DF5-65AE-498E-3EB4-57AD0DBA62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64532" y="5308353"/>
              <a:ext cx="91440" cy="0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1" tIns="45720" rIns="91441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 sz="140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8" name="Line 35">
              <a:extLst>
                <a:ext uri="{FF2B5EF4-FFF2-40B4-BE49-F238E27FC236}">
                  <a16:creationId xmlns:a16="http://schemas.microsoft.com/office/drawing/2014/main" id="{139DD19C-B1B9-CC44-8428-BDAE04BA24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64532" y="4905253"/>
              <a:ext cx="91440" cy="0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1" tIns="45720" rIns="91441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 sz="140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9" name="Line 36">
              <a:extLst>
                <a:ext uri="{FF2B5EF4-FFF2-40B4-BE49-F238E27FC236}">
                  <a16:creationId xmlns:a16="http://schemas.microsoft.com/office/drawing/2014/main" id="{7646D737-3576-BA67-5007-FD10EB64C2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64532" y="4502931"/>
              <a:ext cx="91440" cy="0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1" tIns="45720" rIns="91441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 sz="140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40" name="Line 37">
              <a:extLst>
                <a:ext uri="{FF2B5EF4-FFF2-40B4-BE49-F238E27FC236}">
                  <a16:creationId xmlns:a16="http://schemas.microsoft.com/office/drawing/2014/main" id="{ADF9CCA4-2B69-4B12-2BC2-6FA111690E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64532" y="4099833"/>
              <a:ext cx="91440" cy="0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1" tIns="45720" rIns="91441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 sz="140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41" name="Line 38">
              <a:extLst>
                <a:ext uri="{FF2B5EF4-FFF2-40B4-BE49-F238E27FC236}">
                  <a16:creationId xmlns:a16="http://schemas.microsoft.com/office/drawing/2014/main" id="{77B5E949-9DEE-BFBE-6278-90AD24D27E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64532" y="3696734"/>
              <a:ext cx="91440" cy="0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1" tIns="45720" rIns="91441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 sz="140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42" name="Line 39">
              <a:extLst>
                <a:ext uri="{FF2B5EF4-FFF2-40B4-BE49-F238E27FC236}">
                  <a16:creationId xmlns:a16="http://schemas.microsoft.com/office/drawing/2014/main" id="{EAE5AFCC-490B-FA28-B52C-9C64DF8988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64532" y="3294412"/>
              <a:ext cx="91440" cy="0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1" tIns="45720" rIns="91441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 sz="140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43" name="Line 40">
              <a:extLst>
                <a:ext uri="{FF2B5EF4-FFF2-40B4-BE49-F238E27FC236}">
                  <a16:creationId xmlns:a16="http://schemas.microsoft.com/office/drawing/2014/main" id="{A46C5687-C072-0CB0-E841-B4A5976B7C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64532" y="2891313"/>
              <a:ext cx="91440" cy="0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1" tIns="45720" rIns="91441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 sz="140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44" name="Line 41">
              <a:extLst>
                <a:ext uri="{FF2B5EF4-FFF2-40B4-BE49-F238E27FC236}">
                  <a16:creationId xmlns:a16="http://schemas.microsoft.com/office/drawing/2014/main" id="{ADC84331-D12C-AEE3-81B0-B6118C34AE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64532" y="2488213"/>
              <a:ext cx="91440" cy="0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1" tIns="45720" rIns="91441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 sz="140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45" name="Line 42">
              <a:extLst>
                <a:ext uri="{FF2B5EF4-FFF2-40B4-BE49-F238E27FC236}">
                  <a16:creationId xmlns:a16="http://schemas.microsoft.com/office/drawing/2014/main" id="{BE7091A2-9E56-AB20-702D-4FD3668192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64532" y="2086670"/>
              <a:ext cx="91440" cy="0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1" tIns="45720" rIns="91441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 sz="140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46" name="Line 43">
              <a:extLst>
                <a:ext uri="{FF2B5EF4-FFF2-40B4-BE49-F238E27FC236}">
                  <a16:creationId xmlns:a16="http://schemas.microsoft.com/office/drawing/2014/main" id="{60604D8E-71C0-8462-37E5-903478265D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64532" y="1683987"/>
              <a:ext cx="91440" cy="0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1" tIns="45720" rIns="91441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 sz="140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47" name="Rectangle 44">
              <a:extLst>
                <a:ext uri="{FF2B5EF4-FFF2-40B4-BE49-F238E27FC236}">
                  <a16:creationId xmlns:a16="http://schemas.microsoft.com/office/drawing/2014/main" id="{6283A6B3-B02D-6309-E474-C5724FB0FC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5808" y="5408501"/>
              <a:ext cx="29463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362"/>
              <a:r>
                <a:rPr lang="de-DE" altLang="de-DE" sz="1400" dirty="0">
                  <a:solidFill>
                    <a:srgbClr val="00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100</a:t>
              </a:r>
              <a:endParaRPr lang="de-DE" altLang="de-DE" sz="1400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48" name="Rectangle 46">
              <a:extLst>
                <a:ext uri="{FF2B5EF4-FFF2-40B4-BE49-F238E27FC236}">
                  <a16:creationId xmlns:a16="http://schemas.microsoft.com/office/drawing/2014/main" id="{CDDB4368-9AEE-C9FD-3A70-A535DA3580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9005" y="5408501"/>
              <a:ext cx="29463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362"/>
              <a:r>
                <a:rPr lang="de-DE" altLang="de-DE" sz="1400" dirty="0">
                  <a:solidFill>
                    <a:srgbClr val="00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400</a:t>
              </a:r>
              <a:endParaRPr lang="de-DE" altLang="de-DE" sz="1400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072515B2-FB08-A6ED-F7E4-33DAD32EE0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5791" y="5408501"/>
              <a:ext cx="392846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362"/>
              <a:r>
                <a:rPr lang="de-DE" altLang="de-DE" sz="1400" dirty="0">
                  <a:solidFill>
                    <a:srgbClr val="00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1000</a:t>
              </a:r>
              <a:endParaRPr lang="de-DE" altLang="de-DE" sz="1400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50" name="Rectangle 50">
              <a:extLst>
                <a:ext uri="{FF2B5EF4-FFF2-40B4-BE49-F238E27FC236}">
                  <a16:creationId xmlns:a16="http://schemas.microsoft.com/office/drawing/2014/main" id="{50A894E7-C97B-9FC6-822F-2F68BC1BF8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81306" y="5408501"/>
              <a:ext cx="392846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362"/>
              <a:r>
                <a:rPr lang="de-DE" altLang="de-DE" sz="1400" dirty="0">
                  <a:solidFill>
                    <a:srgbClr val="00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1300</a:t>
              </a:r>
              <a:endParaRPr lang="de-DE" altLang="de-DE" sz="1400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51" name="Rectangle 52">
              <a:extLst>
                <a:ext uri="{FF2B5EF4-FFF2-40B4-BE49-F238E27FC236}">
                  <a16:creationId xmlns:a16="http://schemas.microsoft.com/office/drawing/2014/main" id="{2C1B88A1-A044-CC62-EDD7-E27FF02AC0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0026" y="5206327"/>
              <a:ext cx="244749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362"/>
              <a:r>
                <a:rPr lang="de-DE" altLang="de-DE" sz="1400" dirty="0">
                  <a:solidFill>
                    <a:srgbClr val="00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-40</a:t>
              </a:r>
              <a:endParaRPr lang="de-DE" altLang="de-DE" sz="1400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52" name="Rectangle 54">
              <a:extLst>
                <a:ext uri="{FF2B5EF4-FFF2-40B4-BE49-F238E27FC236}">
                  <a16:creationId xmlns:a16="http://schemas.microsoft.com/office/drawing/2014/main" id="{7C750630-59C0-EFA0-388F-603C43F3E7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6056" y="4407594"/>
              <a:ext cx="98212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362"/>
              <a:r>
                <a:rPr lang="de-DE" altLang="de-DE" sz="1400" dirty="0">
                  <a:solidFill>
                    <a:srgbClr val="00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0</a:t>
              </a:r>
              <a:endParaRPr lang="de-DE" altLang="de-DE" sz="1400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53" name="Rectangle 56">
              <a:extLst>
                <a:ext uri="{FF2B5EF4-FFF2-40B4-BE49-F238E27FC236}">
                  <a16:creationId xmlns:a16="http://schemas.microsoft.com/office/drawing/2014/main" id="{E08D9CDF-2A59-D0BC-ADF1-368DD21537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9026" y="3603101"/>
              <a:ext cx="196422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362"/>
              <a:r>
                <a:rPr lang="de-DE" altLang="de-DE" sz="1400" dirty="0">
                  <a:solidFill>
                    <a:srgbClr val="00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40</a:t>
              </a:r>
              <a:endParaRPr lang="de-DE" altLang="de-DE" sz="1400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54" name="Rectangle 58">
              <a:extLst>
                <a:ext uri="{FF2B5EF4-FFF2-40B4-BE49-F238E27FC236}">
                  <a16:creationId xmlns:a16="http://schemas.microsoft.com/office/drawing/2014/main" id="{2EC1A20D-7FD1-9E54-CD30-451311D9BC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2886" y="2790658"/>
              <a:ext cx="196422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362"/>
              <a:r>
                <a:rPr lang="de-DE" altLang="de-DE" sz="1400" dirty="0">
                  <a:solidFill>
                    <a:srgbClr val="00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80</a:t>
              </a:r>
              <a:endParaRPr lang="de-DE" altLang="de-DE" sz="1400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55" name="Rectangle 60">
              <a:extLst>
                <a:ext uri="{FF2B5EF4-FFF2-40B4-BE49-F238E27FC236}">
                  <a16:creationId xmlns:a16="http://schemas.microsoft.com/office/drawing/2014/main" id="{E562F197-AE25-6E23-56C8-98945DE5A4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9490" y="1994750"/>
              <a:ext cx="341308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362"/>
              <a:r>
                <a:rPr lang="de-DE" altLang="de-DE" sz="1400" dirty="0">
                  <a:solidFill>
                    <a:srgbClr val="00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120</a:t>
              </a:r>
              <a:endParaRPr lang="de-DE" altLang="de-DE" sz="1400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56" name="Rectangle 62">
              <a:extLst>
                <a:ext uri="{FF2B5EF4-FFF2-40B4-BE49-F238E27FC236}">
                  <a16:creationId xmlns:a16="http://schemas.microsoft.com/office/drawing/2014/main" id="{5C54BF99-41B0-D903-BD1A-325A0DC8823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2146362" y="3460913"/>
              <a:ext cx="2399696" cy="2395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362"/>
              <a:r>
                <a:rPr lang="el-GR" altLang="de-DE" sz="1601" dirty="0">
                  <a:solidFill>
                    <a:srgbClr val="00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Δ</a:t>
              </a:r>
              <a:r>
                <a:rPr lang="de-CH" altLang="de-DE" sz="1601" dirty="0" err="1">
                  <a:solidFill>
                    <a:srgbClr val="00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G</a:t>
              </a:r>
              <a:r>
                <a:rPr lang="de-CH" altLang="de-DE" sz="1601" baseline="-25000" dirty="0" err="1">
                  <a:solidFill>
                    <a:srgbClr val="00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f</a:t>
              </a:r>
              <a:r>
                <a:rPr lang="de-CH" altLang="de-DE" sz="1601" dirty="0">
                  <a:solidFill>
                    <a:srgbClr val="00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(kJ </a:t>
              </a:r>
              <a:r>
                <a:rPr lang="de-CH" altLang="de-DE" sz="1601" dirty="0" err="1">
                  <a:solidFill>
                    <a:srgbClr val="00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mol</a:t>
              </a:r>
              <a:r>
                <a:rPr lang="en-US" sz="1601" baseline="30000" dirty="0">
                  <a:solidFill>
                    <a:prstClr val="black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–1</a:t>
              </a:r>
              <a:r>
                <a:rPr lang="de-CH" altLang="de-DE" sz="1601" dirty="0">
                  <a:solidFill>
                    <a:srgbClr val="00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de-CH" altLang="de-DE" sz="1601" dirty="0" err="1">
                  <a:solidFill>
                    <a:srgbClr val="00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of</a:t>
              </a:r>
              <a:r>
                <a:rPr lang="de-CH" altLang="de-DE" sz="1601" dirty="0">
                  <a:solidFill>
                    <a:srgbClr val="00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C </a:t>
              </a:r>
              <a:r>
                <a:rPr lang="de-CH" altLang="de-DE" sz="1601" dirty="0" err="1">
                  <a:solidFill>
                    <a:srgbClr val="00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atoms</a:t>
              </a:r>
              <a:r>
                <a:rPr lang="de-CH" altLang="de-DE" sz="1601" dirty="0">
                  <a:solidFill>
                    <a:srgbClr val="00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)</a:t>
              </a:r>
              <a:endParaRPr lang="de-DE" altLang="de-DE" sz="1601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57" name="Rectangle 63">
              <a:extLst>
                <a:ext uri="{FF2B5EF4-FFF2-40B4-BE49-F238E27FC236}">
                  <a16:creationId xmlns:a16="http://schemas.microsoft.com/office/drawing/2014/main" id="{9E907428-A808-FD90-14B8-1434BD2027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1178" y="5621926"/>
              <a:ext cx="612306" cy="246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362"/>
              <a:r>
                <a:rPr lang="de-DE" altLang="de-DE" sz="1601" dirty="0">
                  <a:solidFill>
                    <a:srgbClr val="00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 (°C)</a:t>
              </a:r>
              <a:endParaRPr lang="de-DE" altLang="de-DE" sz="1601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668F3868-13BC-1A6D-898D-D6D64EC60D22}"/>
                </a:ext>
              </a:extLst>
            </p:cNvPr>
            <p:cNvCxnSpPr>
              <a:cxnSpLocks/>
            </p:cNvCxnSpPr>
            <p:nvPr/>
          </p:nvCxnSpPr>
          <p:spPr>
            <a:xfrm>
              <a:off x="3862668" y="4499890"/>
              <a:ext cx="316716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4374B208-5CE5-2F04-156B-7CF5DD7389F1}"/>
                </a:ext>
              </a:extLst>
            </p:cNvPr>
            <p:cNvSpPr/>
            <p:nvPr/>
          </p:nvSpPr>
          <p:spPr>
            <a:xfrm>
              <a:off x="4151753" y="2115246"/>
              <a:ext cx="2868171" cy="3178738"/>
            </a:xfrm>
            <a:custGeom>
              <a:avLst/>
              <a:gdLst>
                <a:gd name="connsiteX0" fmla="*/ 0 w 5981700"/>
                <a:gd name="connsiteY0" fmla="*/ 6629400 h 6629400"/>
                <a:gd name="connsiteX1" fmla="*/ 2781300 w 5981700"/>
                <a:gd name="connsiteY1" fmla="*/ 3771900 h 6629400"/>
                <a:gd name="connsiteX2" fmla="*/ 3835400 w 5981700"/>
                <a:gd name="connsiteY2" fmla="*/ 2540000 h 6629400"/>
                <a:gd name="connsiteX3" fmla="*/ 4724400 w 5981700"/>
                <a:gd name="connsiteY3" fmla="*/ 1511300 h 6629400"/>
                <a:gd name="connsiteX4" fmla="*/ 5283200 w 5981700"/>
                <a:gd name="connsiteY4" fmla="*/ 863600 h 6629400"/>
                <a:gd name="connsiteX5" fmla="*/ 5676900 w 5981700"/>
                <a:gd name="connsiteY5" fmla="*/ 342900 h 6629400"/>
                <a:gd name="connsiteX6" fmla="*/ 5981700 w 5981700"/>
                <a:gd name="connsiteY6" fmla="*/ 0 h 66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981700" h="6629400">
                  <a:moveTo>
                    <a:pt x="0" y="6629400"/>
                  </a:moveTo>
                  <a:cubicBezTo>
                    <a:pt x="1071033" y="5541433"/>
                    <a:pt x="2142067" y="4453467"/>
                    <a:pt x="2781300" y="3771900"/>
                  </a:cubicBezTo>
                  <a:cubicBezTo>
                    <a:pt x="3420533" y="3090333"/>
                    <a:pt x="3835400" y="2540000"/>
                    <a:pt x="3835400" y="2540000"/>
                  </a:cubicBezTo>
                  <a:lnTo>
                    <a:pt x="4724400" y="1511300"/>
                  </a:lnTo>
                  <a:cubicBezTo>
                    <a:pt x="4965700" y="1231900"/>
                    <a:pt x="5124450" y="1058333"/>
                    <a:pt x="5283200" y="863600"/>
                  </a:cubicBezTo>
                  <a:cubicBezTo>
                    <a:pt x="5441950" y="668867"/>
                    <a:pt x="5560483" y="486833"/>
                    <a:pt x="5676900" y="342900"/>
                  </a:cubicBezTo>
                  <a:cubicBezTo>
                    <a:pt x="5793317" y="198967"/>
                    <a:pt x="5887508" y="99483"/>
                    <a:pt x="5981700" y="0"/>
                  </a:cubicBezTo>
                </a:path>
              </a:pathLst>
            </a:custGeom>
            <a:noFill/>
            <a:ln w="19050">
              <a:solidFill>
                <a:srgbClr val="FA9B4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 sz="1400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7FFBEAF2-6123-6BD1-A633-9DE02557FF6C}"/>
                </a:ext>
              </a:extLst>
            </p:cNvPr>
            <p:cNvSpPr/>
            <p:nvPr/>
          </p:nvSpPr>
          <p:spPr>
            <a:xfrm>
              <a:off x="3875102" y="2392262"/>
              <a:ext cx="3144295" cy="824808"/>
            </a:xfrm>
            <a:custGeom>
              <a:avLst/>
              <a:gdLst>
                <a:gd name="connsiteX0" fmla="*/ 0 w 6572250"/>
                <a:gd name="connsiteY0" fmla="*/ 0 h 1724025"/>
                <a:gd name="connsiteX1" fmla="*/ 2209800 w 6572250"/>
                <a:gd name="connsiteY1" fmla="*/ 628650 h 1724025"/>
                <a:gd name="connsiteX2" fmla="*/ 3028950 w 6572250"/>
                <a:gd name="connsiteY2" fmla="*/ 838200 h 1724025"/>
                <a:gd name="connsiteX3" fmla="*/ 4229100 w 6572250"/>
                <a:gd name="connsiteY3" fmla="*/ 1143000 h 1724025"/>
                <a:gd name="connsiteX4" fmla="*/ 5334000 w 6572250"/>
                <a:gd name="connsiteY4" fmla="*/ 1428750 h 1724025"/>
                <a:gd name="connsiteX5" fmla="*/ 6572250 w 6572250"/>
                <a:gd name="connsiteY5" fmla="*/ 1724025 h 1724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72250" h="1724025">
                  <a:moveTo>
                    <a:pt x="0" y="0"/>
                  </a:moveTo>
                  <a:lnTo>
                    <a:pt x="2209800" y="628650"/>
                  </a:lnTo>
                  <a:cubicBezTo>
                    <a:pt x="2714625" y="768350"/>
                    <a:pt x="3028950" y="838200"/>
                    <a:pt x="3028950" y="838200"/>
                  </a:cubicBezTo>
                  <a:lnTo>
                    <a:pt x="4229100" y="1143000"/>
                  </a:lnTo>
                  <a:lnTo>
                    <a:pt x="5334000" y="1428750"/>
                  </a:lnTo>
                  <a:lnTo>
                    <a:pt x="6572250" y="1724025"/>
                  </a:lnTo>
                </a:path>
              </a:pathLst>
            </a:custGeom>
            <a:noFill/>
            <a:ln w="19050">
              <a:solidFill>
                <a:srgbClr val="E4325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 sz="1400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DD8A6093-11ED-DAC5-1071-80A0CFEC02E2}"/>
                </a:ext>
              </a:extLst>
            </p:cNvPr>
            <p:cNvSpPr/>
            <p:nvPr/>
          </p:nvSpPr>
          <p:spPr>
            <a:xfrm>
              <a:off x="3865776" y="1678876"/>
              <a:ext cx="2946795" cy="3165940"/>
            </a:xfrm>
            <a:custGeom>
              <a:avLst/>
              <a:gdLst>
                <a:gd name="connsiteX0" fmla="*/ 0 w 6019800"/>
                <a:gd name="connsiteY0" fmla="*/ 6467475 h 6467475"/>
                <a:gd name="connsiteX1" fmla="*/ 1628775 w 6019800"/>
                <a:gd name="connsiteY1" fmla="*/ 4838700 h 6467475"/>
                <a:gd name="connsiteX2" fmla="*/ 3238500 w 6019800"/>
                <a:gd name="connsiteY2" fmla="*/ 3143250 h 6467475"/>
                <a:gd name="connsiteX3" fmla="*/ 4772025 w 6019800"/>
                <a:gd name="connsiteY3" fmla="*/ 1447800 h 6467475"/>
                <a:gd name="connsiteX4" fmla="*/ 6019800 w 6019800"/>
                <a:gd name="connsiteY4" fmla="*/ 0 h 6467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19800" h="6467475">
                  <a:moveTo>
                    <a:pt x="0" y="6467475"/>
                  </a:moveTo>
                  <a:cubicBezTo>
                    <a:pt x="544512" y="5930106"/>
                    <a:pt x="1089025" y="5392737"/>
                    <a:pt x="1628775" y="4838700"/>
                  </a:cubicBezTo>
                  <a:cubicBezTo>
                    <a:pt x="2168525" y="4284663"/>
                    <a:pt x="2714625" y="3708400"/>
                    <a:pt x="3238500" y="3143250"/>
                  </a:cubicBezTo>
                  <a:cubicBezTo>
                    <a:pt x="3762375" y="2578100"/>
                    <a:pt x="4308475" y="1971675"/>
                    <a:pt x="4772025" y="1447800"/>
                  </a:cubicBezTo>
                  <a:cubicBezTo>
                    <a:pt x="5235575" y="923925"/>
                    <a:pt x="5627687" y="461962"/>
                    <a:pt x="6019800" y="0"/>
                  </a:cubicBezTo>
                </a:path>
              </a:pathLst>
            </a:custGeom>
            <a:noFill/>
            <a:ln w="19050">
              <a:solidFill>
                <a:srgbClr val="00C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 sz="140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3E34E6D1-EB9F-F28E-C454-DD668BB7F273}"/>
                </a:ext>
              </a:extLst>
            </p:cNvPr>
            <p:cNvSpPr/>
            <p:nvPr/>
          </p:nvSpPr>
          <p:spPr>
            <a:xfrm>
              <a:off x="3865777" y="2593181"/>
              <a:ext cx="3153089" cy="1258490"/>
            </a:xfrm>
            <a:custGeom>
              <a:avLst/>
              <a:gdLst>
                <a:gd name="connsiteX0" fmla="*/ 0 w 6562725"/>
                <a:gd name="connsiteY0" fmla="*/ 2619375 h 2619375"/>
                <a:gd name="connsiteX1" fmla="*/ 2209800 w 6562725"/>
                <a:gd name="connsiteY1" fmla="*/ 1762125 h 2619375"/>
                <a:gd name="connsiteX2" fmla="*/ 4010025 w 6562725"/>
                <a:gd name="connsiteY2" fmla="*/ 1066800 h 2619375"/>
                <a:gd name="connsiteX3" fmla="*/ 5514975 w 6562725"/>
                <a:gd name="connsiteY3" fmla="*/ 438150 h 2619375"/>
                <a:gd name="connsiteX4" fmla="*/ 6562725 w 6562725"/>
                <a:gd name="connsiteY4" fmla="*/ 0 h 2619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2725" h="2619375">
                  <a:moveTo>
                    <a:pt x="0" y="2619375"/>
                  </a:moveTo>
                  <a:lnTo>
                    <a:pt x="2209800" y="1762125"/>
                  </a:lnTo>
                  <a:lnTo>
                    <a:pt x="4010025" y="1066800"/>
                  </a:lnTo>
                  <a:cubicBezTo>
                    <a:pt x="4560887" y="846138"/>
                    <a:pt x="5514975" y="438150"/>
                    <a:pt x="5514975" y="438150"/>
                  </a:cubicBezTo>
                  <a:lnTo>
                    <a:pt x="6562725" y="0"/>
                  </a:lnTo>
                </a:path>
              </a:pathLst>
            </a:custGeom>
            <a:noFill/>
            <a:ln w="19050">
              <a:solidFill>
                <a:srgbClr val="009BD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 sz="140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EA29E932-D78D-DA7C-1F14-E9E3847D8211}"/>
                </a:ext>
              </a:extLst>
            </p:cNvPr>
            <p:cNvSpPr/>
            <p:nvPr/>
          </p:nvSpPr>
          <p:spPr>
            <a:xfrm>
              <a:off x="3856451" y="2200275"/>
              <a:ext cx="3162009" cy="1926492"/>
            </a:xfrm>
            <a:custGeom>
              <a:avLst/>
              <a:gdLst>
                <a:gd name="connsiteX0" fmla="*/ 0 w 6581775"/>
                <a:gd name="connsiteY0" fmla="*/ 4010025 h 4010025"/>
                <a:gd name="connsiteX1" fmla="*/ 2095500 w 6581775"/>
                <a:gd name="connsiteY1" fmla="*/ 2771775 h 4010025"/>
                <a:gd name="connsiteX2" fmla="*/ 3981450 w 6581775"/>
                <a:gd name="connsiteY2" fmla="*/ 1647825 h 4010025"/>
                <a:gd name="connsiteX3" fmla="*/ 5457825 w 6581775"/>
                <a:gd name="connsiteY3" fmla="*/ 704850 h 4010025"/>
                <a:gd name="connsiteX4" fmla="*/ 6581775 w 6581775"/>
                <a:gd name="connsiteY4" fmla="*/ 0 h 401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81775" h="4010025">
                  <a:moveTo>
                    <a:pt x="0" y="4010025"/>
                  </a:moveTo>
                  <a:lnTo>
                    <a:pt x="2095500" y="2771775"/>
                  </a:lnTo>
                  <a:lnTo>
                    <a:pt x="3981450" y="1647825"/>
                  </a:lnTo>
                  <a:cubicBezTo>
                    <a:pt x="4541837" y="1303338"/>
                    <a:pt x="5457825" y="704850"/>
                    <a:pt x="5457825" y="704850"/>
                  </a:cubicBezTo>
                  <a:lnTo>
                    <a:pt x="6581775" y="0"/>
                  </a:lnTo>
                </a:path>
              </a:pathLst>
            </a:custGeom>
            <a:noFill/>
            <a:ln w="19050">
              <a:solidFill>
                <a:srgbClr val="009BD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 sz="140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342C551-B721-DD17-37A8-AD47F9A33C8F}"/>
                </a:ext>
              </a:extLst>
            </p:cNvPr>
            <p:cNvSpPr/>
            <p:nvPr/>
          </p:nvSpPr>
          <p:spPr>
            <a:xfrm>
              <a:off x="3865776" y="1674213"/>
              <a:ext cx="2834891" cy="2984097"/>
            </a:xfrm>
            <a:custGeom>
              <a:avLst/>
              <a:gdLst>
                <a:gd name="connsiteX0" fmla="*/ 0 w 5791200"/>
                <a:gd name="connsiteY0" fmla="*/ 6096000 h 6096000"/>
                <a:gd name="connsiteX1" fmla="*/ 2324100 w 5791200"/>
                <a:gd name="connsiteY1" fmla="*/ 3733800 h 6096000"/>
                <a:gd name="connsiteX2" fmla="*/ 3962400 w 5791200"/>
                <a:gd name="connsiteY2" fmla="*/ 2009775 h 6096000"/>
                <a:gd name="connsiteX3" fmla="*/ 5191125 w 5791200"/>
                <a:gd name="connsiteY3" fmla="*/ 666750 h 6096000"/>
                <a:gd name="connsiteX4" fmla="*/ 5791200 w 5791200"/>
                <a:gd name="connsiteY4" fmla="*/ 0 h 609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91200" h="6096000">
                  <a:moveTo>
                    <a:pt x="0" y="6096000"/>
                  </a:moveTo>
                  <a:lnTo>
                    <a:pt x="2324100" y="3733800"/>
                  </a:lnTo>
                  <a:cubicBezTo>
                    <a:pt x="2984500" y="3052763"/>
                    <a:pt x="3484563" y="2520950"/>
                    <a:pt x="3962400" y="2009775"/>
                  </a:cubicBezTo>
                  <a:cubicBezTo>
                    <a:pt x="4440238" y="1498600"/>
                    <a:pt x="5191125" y="666750"/>
                    <a:pt x="5191125" y="666750"/>
                  </a:cubicBezTo>
                  <a:cubicBezTo>
                    <a:pt x="5495925" y="331787"/>
                    <a:pt x="5643562" y="165893"/>
                    <a:pt x="5791200" y="0"/>
                  </a:cubicBezTo>
                </a:path>
              </a:pathLst>
            </a:custGeom>
            <a:noFill/>
            <a:ln w="19050">
              <a:solidFill>
                <a:srgbClr val="00C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 sz="140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8C7C8F7D-40B9-5F38-6EEC-6F98689B9294}"/>
                </a:ext>
              </a:extLst>
            </p:cNvPr>
            <p:cNvSpPr/>
            <p:nvPr/>
          </p:nvSpPr>
          <p:spPr>
            <a:xfrm>
              <a:off x="3861113" y="1674213"/>
              <a:ext cx="2769614" cy="2923482"/>
            </a:xfrm>
            <a:custGeom>
              <a:avLst/>
              <a:gdLst>
                <a:gd name="connsiteX0" fmla="*/ 0 w 5657850"/>
                <a:gd name="connsiteY0" fmla="*/ 5972175 h 5972175"/>
                <a:gd name="connsiteX1" fmla="*/ 3095625 w 5657850"/>
                <a:gd name="connsiteY1" fmla="*/ 2781300 h 5972175"/>
                <a:gd name="connsiteX2" fmla="*/ 4800600 w 5657850"/>
                <a:gd name="connsiteY2" fmla="*/ 942975 h 5972175"/>
                <a:gd name="connsiteX3" fmla="*/ 5657850 w 5657850"/>
                <a:gd name="connsiteY3" fmla="*/ 0 h 5972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57850" h="5972175">
                  <a:moveTo>
                    <a:pt x="0" y="5972175"/>
                  </a:moveTo>
                  <a:lnTo>
                    <a:pt x="3095625" y="2781300"/>
                  </a:lnTo>
                  <a:cubicBezTo>
                    <a:pt x="3895725" y="1943100"/>
                    <a:pt x="4373563" y="1406525"/>
                    <a:pt x="4800600" y="942975"/>
                  </a:cubicBezTo>
                  <a:cubicBezTo>
                    <a:pt x="5227637" y="479425"/>
                    <a:pt x="5442743" y="239712"/>
                    <a:pt x="5657850" y="0"/>
                  </a:cubicBezTo>
                </a:path>
              </a:pathLst>
            </a:custGeom>
            <a:noFill/>
            <a:ln w="19050">
              <a:solidFill>
                <a:srgbClr val="00C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 sz="140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ED1E4425-F4DC-6356-8C72-4411CB3DE1E4}"/>
                </a:ext>
              </a:extLst>
            </p:cNvPr>
            <p:cNvSpPr txBox="1"/>
            <p:nvPr/>
          </p:nvSpPr>
          <p:spPr>
            <a:xfrm>
              <a:off x="5395258" y="4190369"/>
              <a:ext cx="1737210" cy="3348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sz="1400" dirty="0">
                  <a:latin typeface="Roboto" panose="02000000000000000000" pitchFamily="2" charset="0"/>
                  <a:ea typeface="Roboto" panose="02000000000000000000" pitchFamily="2" charset="0"/>
                </a:rPr>
                <a:t>C (solid), H</a:t>
              </a:r>
              <a:r>
                <a:rPr lang="de-DE" sz="1400" baseline="-25000" dirty="0">
                  <a:latin typeface="Roboto" panose="02000000000000000000" pitchFamily="2" charset="0"/>
                  <a:ea typeface="Roboto" panose="02000000000000000000" pitchFamily="2" charset="0"/>
                </a:rPr>
                <a:t>2</a:t>
              </a:r>
              <a:r>
                <a:rPr lang="de-DE" sz="1400" dirty="0">
                  <a:latin typeface="Roboto" panose="02000000000000000000" pitchFamily="2" charset="0"/>
                  <a:ea typeface="Roboto" panose="02000000000000000000" pitchFamily="2" charset="0"/>
                </a:rPr>
                <a:t> (gas)</a:t>
              </a:r>
            </a:p>
          </p:txBody>
        </p:sp>
        <p:sp>
          <p:nvSpPr>
            <p:cNvPr id="67" name="Line 6">
              <a:extLst>
                <a:ext uri="{FF2B5EF4-FFF2-40B4-BE49-F238E27FC236}">
                  <a16:creationId xmlns:a16="http://schemas.microsoft.com/office/drawing/2014/main" id="{00FA1B0A-E504-05D6-7643-12DF7D163F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5208" y="1683987"/>
              <a:ext cx="3162642" cy="0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1" tIns="45720" rIns="91441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 sz="1400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68" name="Line 24">
              <a:extLst>
                <a:ext uri="{FF2B5EF4-FFF2-40B4-BE49-F238E27FC236}">
                  <a16:creationId xmlns:a16="http://schemas.microsoft.com/office/drawing/2014/main" id="{DD0DEC28-C11C-3DAC-D196-C6F0E2C596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017849" y="1690761"/>
              <a:ext cx="0" cy="3624781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1" tIns="45720" rIns="91441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 sz="140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6EA0D92B-255D-97EA-BEA7-7A192366E846}"/>
                </a:ext>
              </a:extLst>
            </p:cNvPr>
            <p:cNvSpPr txBox="1"/>
            <p:nvPr/>
          </p:nvSpPr>
          <p:spPr>
            <a:xfrm>
              <a:off x="4275671" y="2253845"/>
              <a:ext cx="61264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sz="1400" dirty="0">
                  <a:solidFill>
                    <a:srgbClr val="E4325C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C</a:t>
              </a:r>
              <a:r>
                <a:rPr lang="de-DE" sz="1400" baseline="-25000" dirty="0">
                  <a:solidFill>
                    <a:srgbClr val="E4325C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2</a:t>
              </a:r>
              <a:r>
                <a:rPr lang="de-DE" sz="1400" dirty="0">
                  <a:solidFill>
                    <a:srgbClr val="E4325C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H</a:t>
              </a:r>
              <a:r>
                <a:rPr lang="de-DE" sz="1400" baseline="-25000" dirty="0">
                  <a:solidFill>
                    <a:srgbClr val="E4325C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2</a:t>
              </a:r>
              <a:endParaRPr lang="de-DE" sz="1400" dirty="0">
                <a:solidFill>
                  <a:srgbClr val="E4325C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94F56DD6-BC69-7C12-BDE8-D097F72425D5}"/>
                </a:ext>
              </a:extLst>
            </p:cNvPr>
            <p:cNvSpPr txBox="1"/>
            <p:nvPr/>
          </p:nvSpPr>
          <p:spPr>
            <a:xfrm>
              <a:off x="5619146" y="3601152"/>
              <a:ext cx="58158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sz="1400" dirty="0">
                  <a:solidFill>
                    <a:srgbClr val="FA9B4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CH</a:t>
              </a:r>
              <a:r>
                <a:rPr lang="de-DE" sz="1400" baseline="-25000" dirty="0">
                  <a:solidFill>
                    <a:srgbClr val="FA9B4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4</a:t>
              </a:r>
              <a:endParaRPr lang="de-DE" sz="1400" dirty="0">
                <a:solidFill>
                  <a:srgbClr val="FA9B41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C603E7BE-D89C-16F4-2AC3-64D69FA01819}"/>
                </a:ext>
              </a:extLst>
            </p:cNvPr>
            <p:cNvCxnSpPr/>
            <p:nvPr/>
          </p:nvCxnSpPr>
          <p:spPr>
            <a:xfrm flipH="1" flipV="1">
              <a:off x="4175183" y="3475695"/>
              <a:ext cx="71391" cy="213162"/>
            </a:xfrm>
            <a:prstGeom prst="line">
              <a:avLst/>
            </a:prstGeom>
            <a:ln>
              <a:solidFill>
                <a:srgbClr val="009B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4FA87149-569C-BD68-0649-A2A14B18889A}"/>
                </a:ext>
              </a:extLst>
            </p:cNvPr>
            <p:cNvSpPr txBox="1"/>
            <p:nvPr/>
          </p:nvSpPr>
          <p:spPr>
            <a:xfrm>
              <a:off x="3852568" y="3198872"/>
              <a:ext cx="624124" cy="3348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sz="1400" dirty="0">
                  <a:solidFill>
                    <a:srgbClr val="009BD7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C</a:t>
              </a:r>
              <a:r>
                <a:rPr lang="de-DE" sz="1400" baseline="-25000" dirty="0">
                  <a:solidFill>
                    <a:srgbClr val="009BD7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2</a:t>
              </a:r>
              <a:r>
                <a:rPr lang="de-DE" sz="1400" dirty="0">
                  <a:solidFill>
                    <a:srgbClr val="009BD7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H</a:t>
              </a:r>
              <a:r>
                <a:rPr lang="de-DE" sz="1400" baseline="-25000" dirty="0">
                  <a:solidFill>
                    <a:srgbClr val="009BD7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4</a:t>
              </a:r>
              <a:endParaRPr lang="de-DE" sz="1400" dirty="0">
                <a:solidFill>
                  <a:srgbClr val="009BD7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018449DB-6207-3743-C12C-405ED57E289C}"/>
                </a:ext>
              </a:extLst>
            </p:cNvPr>
            <p:cNvSpPr txBox="1"/>
            <p:nvPr/>
          </p:nvSpPr>
          <p:spPr>
            <a:xfrm>
              <a:off x="4336404" y="3127471"/>
              <a:ext cx="659906" cy="3348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sz="1400" dirty="0">
                  <a:solidFill>
                    <a:srgbClr val="009BD7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C</a:t>
              </a:r>
              <a:r>
                <a:rPr lang="de-DE" sz="1400" baseline="-25000" dirty="0">
                  <a:solidFill>
                    <a:srgbClr val="009BD7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3</a:t>
              </a:r>
              <a:r>
                <a:rPr lang="de-DE" sz="1400" dirty="0">
                  <a:solidFill>
                    <a:srgbClr val="009BD7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H</a:t>
              </a:r>
              <a:r>
                <a:rPr lang="de-DE" sz="1400" baseline="-25000" dirty="0">
                  <a:solidFill>
                    <a:srgbClr val="009BD7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6</a:t>
              </a:r>
              <a:endParaRPr lang="de-DE" sz="1400" dirty="0">
                <a:solidFill>
                  <a:srgbClr val="009BD7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DE8097F9-8F4B-BC19-6625-FA0EAF34B3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08193" y="3438306"/>
              <a:ext cx="78194" cy="284787"/>
            </a:xfrm>
            <a:prstGeom prst="line">
              <a:avLst/>
            </a:prstGeom>
            <a:ln>
              <a:solidFill>
                <a:srgbClr val="009B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D11EB4B1-5852-07B4-6FE1-0537AE618B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70062" y="4341091"/>
              <a:ext cx="212573" cy="0"/>
            </a:xfrm>
            <a:prstGeom prst="line">
              <a:avLst/>
            </a:prstGeom>
            <a:ln>
              <a:solidFill>
                <a:srgbClr val="00C86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609902F8-88A2-8243-02BC-7DA4D08B404C}"/>
                </a:ext>
              </a:extLst>
            </p:cNvPr>
            <p:cNvSpPr txBox="1"/>
            <p:nvPr/>
          </p:nvSpPr>
          <p:spPr>
            <a:xfrm>
              <a:off x="4501471" y="4166788"/>
              <a:ext cx="733004" cy="3348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sz="1400" dirty="0">
                  <a:solidFill>
                    <a:srgbClr val="00C862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C</a:t>
              </a:r>
              <a:r>
                <a:rPr lang="de-DE" sz="1400" baseline="-25000" dirty="0">
                  <a:solidFill>
                    <a:srgbClr val="00C862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2</a:t>
              </a:r>
              <a:r>
                <a:rPr lang="de-DE" sz="1400" dirty="0">
                  <a:solidFill>
                    <a:srgbClr val="00C862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H</a:t>
              </a:r>
              <a:r>
                <a:rPr lang="de-DE" sz="1400" baseline="-25000" dirty="0">
                  <a:solidFill>
                    <a:srgbClr val="00C862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6</a:t>
              </a:r>
              <a:endParaRPr lang="de-DE" sz="1400" dirty="0">
                <a:solidFill>
                  <a:srgbClr val="00C86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3FD5E80B-50F0-9FDB-AB79-40730F54FC12}"/>
                </a:ext>
              </a:extLst>
            </p:cNvPr>
            <p:cNvSpPr txBox="1"/>
            <p:nvPr/>
          </p:nvSpPr>
          <p:spPr>
            <a:xfrm>
              <a:off x="4537199" y="3962860"/>
              <a:ext cx="900889" cy="3348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sz="1400" dirty="0">
                  <a:solidFill>
                    <a:srgbClr val="00C862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n-C</a:t>
              </a:r>
              <a:r>
                <a:rPr lang="de-DE" sz="1400" baseline="-25000" dirty="0">
                  <a:solidFill>
                    <a:srgbClr val="00C862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4</a:t>
              </a:r>
              <a:r>
                <a:rPr lang="de-DE" sz="1400" dirty="0">
                  <a:solidFill>
                    <a:srgbClr val="00C862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H</a:t>
              </a:r>
              <a:r>
                <a:rPr lang="de-DE" sz="1400" baseline="-25000" dirty="0">
                  <a:solidFill>
                    <a:srgbClr val="00C862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10</a:t>
              </a:r>
              <a:endParaRPr lang="de-DE" sz="1400" dirty="0">
                <a:solidFill>
                  <a:srgbClr val="00C86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563F0C8F-3592-7647-E41F-45BC70BD9BFF}"/>
                </a:ext>
              </a:extLst>
            </p:cNvPr>
            <p:cNvSpPr txBox="1"/>
            <p:nvPr/>
          </p:nvSpPr>
          <p:spPr>
            <a:xfrm>
              <a:off x="4917423" y="3727628"/>
              <a:ext cx="736431" cy="3348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sz="1400" dirty="0">
                  <a:solidFill>
                    <a:srgbClr val="00C862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C</a:t>
              </a:r>
              <a:r>
                <a:rPr lang="de-DE" sz="1400" baseline="-25000" dirty="0">
                  <a:solidFill>
                    <a:srgbClr val="00C862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3</a:t>
              </a:r>
              <a:r>
                <a:rPr lang="de-DE" sz="1400" dirty="0">
                  <a:solidFill>
                    <a:srgbClr val="00C862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H</a:t>
              </a:r>
              <a:r>
                <a:rPr lang="de-DE" sz="1400" baseline="-25000" dirty="0">
                  <a:solidFill>
                    <a:srgbClr val="00C862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8</a:t>
              </a:r>
              <a:endParaRPr lang="de-DE" sz="1400" dirty="0">
                <a:solidFill>
                  <a:srgbClr val="00C86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4C353A07-8806-5C7A-D0B8-086C3AABFC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93176" y="4143314"/>
              <a:ext cx="335068" cy="0"/>
            </a:xfrm>
            <a:prstGeom prst="line">
              <a:avLst/>
            </a:prstGeom>
            <a:ln>
              <a:solidFill>
                <a:srgbClr val="00C86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88069F27-3920-8F6F-7E40-55B3106E29A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49737" y="3865810"/>
              <a:ext cx="346645" cy="18640"/>
            </a:xfrm>
            <a:prstGeom prst="line">
              <a:avLst/>
            </a:prstGeom>
            <a:ln>
              <a:solidFill>
                <a:srgbClr val="00C86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BB9FB6C4-4E0F-49B4-DE1D-B8AEED27102C}"/>
                </a:ext>
              </a:extLst>
            </p:cNvPr>
            <p:cNvCxnSpPr/>
            <p:nvPr/>
          </p:nvCxnSpPr>
          <p:spPr>
            <a:xfrm flipH="1" flipV="1">
              <a:off x="6256162" y="3060377"/>
              <a:ext cx="202826" cy="402321"/>
            </a:xfrm>
            <a:prstGeom prst="straightConnector1">
              <a:avLst/>
            </a:prstGeom>
            <a:ln>
              <a:solidFill>
                <a:srgbClr val="E4325C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21902E43-0486-9225-1C9C-1F951AF1BDC2}"/>
                </a:ext>
              </a:extLst>
            </p:cNvPr>
            <p:cNvSpPr txBox="1"/>
            <p:nvPr/>
          </p:nvSpPr>
          <p:spPr>
            <a:xfrm>
              <a:off x="6020840" y="3470405"/>
              <a:ext cx="1025254" cy="3348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sz="1400" dirty="0">
                  <a:solidFill>
                    <a:srgbClr val="E4325C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~1230 °C</a:t>
              </a:r>
            </a:p>
          </p:txBody>
        </p:sp>
        <p:sp>
          <p:nvSpPr>
            <p:cNvPr id="83" name="Line 16">
              <a:extLst>
                <a:ext uri="{FF2B5EF4-FFF2-40B4-BE49-F238E27FC236}">
                  <a16:creationId xmlns:a16="http://schemas.microsoft.com/office/drawing/2014/main" id="{C718C5B0-D6F8-6409-3CC4-E6D97412C9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79774" y="5308352"/>
              <a:ext cx="0" cy="91440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1" tIns="45720" rIns="91441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 sz="140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84" name="Line 17">
              <a:extLst>
                <a:ext uri="{FF2B5EF4-FFF2-40B4-BE49-F238E27FC236}">
                  <a16:creationId xmlns:a16="http://schemas.microsoft.com/office/drawing/2014/main" id="{10D57448-DB5D-F469-CF0B-C30393C591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87055" y="5308350"/>
              <a:ext cx="0" cy="91440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1" tIns="45720" rIns="91441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 sz="140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85" name="Line 20">
              <a:extLst>
                <a:ext uri="{FF2B5EF4-FFF2-40B4-BE49-F238E27FC236}">
                  <a16:creationId xmlns:a16="http://schemas.microsoft.com/office/drawing/2014/main" id="{25DFFE35-6B90-F705-745F-2089227032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02452" y="5308350"/>
              <a:ext cx="0" cy="91440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1" tIns="45720" rIns="91441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 sz="140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86" name="Line 23">
              <a:extLst>
                <a:ext uri="{FF2B5EF4-FFF2-40B4-BE49-F238E27FC236}">
                  <a16:creationId xmlns:a16="http://schemas.microsoft.com/office/drawing/2014/main" id="{F3821E7A-9E42-6917-9A9D-E668EE37BA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17850" y="5308350"/>
              <a:ext cx="0" cy="91440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1" tIns="45720" rIns="91441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 sz="140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87" name="Rectangle 46">
              <a:extLst>
                <a:ext uri="{FF2B5EF4-FFF2-40B4-BE49-F238E27FC236}">
                  <a16:creationId xmlns:a16="http://schemas.microsoft.com/office/drawing/2014/main" id="{63C0BD82-DE21-DB1E-9741-F21851F642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2294" y="5408501"/>
              <a:ext cx="29463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362"/>
              <a:r>
                <a:rPr lang="de-DE" altLang="de-DE" sz="1400" dirty="0">
                  <a:solidFill>
                    <a:srgbClr val="00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700</a:t>
              </a:r>
              <a:endParaRPr lang="de-DE" altLang="de-DE" sz="1400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88" name="Rectangle 50">
              <a:extLst>
                <a:ext uri="{FF2B5EF4-FFF2-40B4-BE49-F238E27FC236}">
                  <a16:creationId xmlns:a16="http://schemas.microsoft.com/office/drawing/2014/main" id="{22D13BEB-DFE6-AC34-5AB4-4F60358AA0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9140" y="5408501"/>
              <a:ext cx="392846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362"/>
              <a:r>
                <a:rPr lang="de-DE" altLang="de-DE" sz="1400" dirty="0">
                  <a:solidFill>
                    <a:srgbClr val="00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1600</a:t>
              </a:r>
              <a:endParaRPr lang="de-DE" altLang="de-DE" sz="1400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  <p:sp>
        <p:nvSpPr>
          <p:cNvPr id="89" name="TextBox 88">
            <a:extLst>
              <a:ext uri="{FF2B5EF4-FFF2-40B4-BE49-F238E27FC236}">
                <a16:creationId xmlns:a16="http://schemas.microsoft.com/office/drawing/2014/main" id="{F40F76F4-7BEE-15FD-C30A-A9A1414E5E5D}"/>
              </a:ext>
            </a:extLst>
          </p:cNvPr>
          <p:cNvSpPr txBox="1"/>
          <p:nvPr/>
        </p:nvSpPr>
        <p:spPr>
          <a:xfrm>
            <a:off x="2015676" y="4842559"/>
            <a:ext cx="729252" cy="431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201" b="1" dirty="0">
                <a:latin typeface="Roboto" panose="02000000000000000000" pitchFamily="2" charset="0"/>
                <a:ea typeface="Roboto" panose="02000000000000000000" pitchFamily="2" charset="0"/>
              </a:rPr>
              <a:t>c</a:t>
            </a:r>
            <a:endParaRPr lang="de-CH" sz="2201" b="1" u="sng" baseline="-25000" dirty="0">
              <a:latin typeface="Roboto" panose="02000000000000000000" pitchFamily="2" charset="0"/>
              <a:ea typeface="Roboto" panose="02000000000000000000" pitchFamily="2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graphicFrame>
        <p:nvGraphicFramePr>
          <p:cNvPr id="90" name="Table 89">
            <a:extLst>
              <a:ext uri="{FF2B5EF4-FFF2-40B4-BE49-F238E27FC236}">
                <a16:creationId xmlns:a16="http://schemas.microsoft.com/office/drawing/2014/main" id="{0E5C58EA-2C25-0D1E-B640-9039C1B01B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7755457"/>
              </p:ext>
            </p:extLst>
          </p:nvPr>
        </p:nvGraphicFramePr>
        <p:xfrm>
          <a:off x="2648916" y="5365092"/>
          <a:ext cx="7260985" cy="1945356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2968385">
                  <a:extLst>
                    <a:ext uri="{9D8B030D-6E8A-4147-A177-3AD203B41FA5}">
                      <a16:colId xmlns:a16="http://schemas.microsoft.com/office/drawing/2014/main" val="686216416"/>
                    </a:ext>
                  </a:extLst>
                </a:gridCol>
                <a:gridCol w="2127250">
                  <a:extLst>
                    <a:ext uri="{9D8B030D-6E8A-4147-A177-3AD203B41FA5}">
                      <a16:colId xmlns:a16="http://schemas.microsoft.com/office/drawing/2014/main" val="640097739"/>
                    </a:ext>
                  </a:extLst>
                </a:gridCol>
                <a:gridCol w="2165350">
                  <a:extLst>
                    <a:ext uri="{9D8B030D-6E8A-4147-A177-3AD203B41FA5}">
                      <a16:colId xmlns:a16="http://schemas.microsoft.com/office/drawing/2014/main" val="2702325148"/>
                    </a:ext>
                  </a:extLst>
                </a:gridCol>
              </a:tblGrid>
              <a:tr h="40459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600" b="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</a:t>
                      </a:r>
                      <a:r>
                        <a:rPr lang="de-CH" sz="1600" b="0" baseline="-25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</a:t>
                      </a:r>
                      <a:r>
                        <a:rPr lang="de-CH" sz="1600" b="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</a:t>
                      </a:r>
                      <a:r>
                        <a:rPr lang="de-CH" sz="1600" b="0" baseline="-25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</a:t>
                      </a:r>
                      <a:r>
                        <a:rPr lang="de-CH" sz="1600" b="0" baseline="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in </a:t>
                      </a:r>
                      <a:r>
                        <a:rPr lang="de-CH" sz="1600" b="0" baseline="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cracked</a:t>
                      </a:r>
                      <a:r>
                        <a:rPr lang="de-CH" sz="1600" b="0" baseline="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gas</a:t>
                      </a:r>
                      <a:endParaRPr lang="de-CH" sz="1600" b="0" baseline="-250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88171" marR="88171" marT="44085" marB="44085"/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600" b="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8 vol%</a:t>
                      </a:r>
                      <a:endParaRPr lang="de-CH" sz="1600" b="0" baseline="-250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88171" marR="88171" marT="44085" marB="44085"/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600" b="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11–15 vol%</a:t>
                      </a:r>
                      <a:endParaRPr lang="de-CH" sz="1600" b="0" baseline="-250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88171" marR="88171" marT="44085" marB="44085"/>
                </a:tc>
                <a:extLst>
                  <a:ext uri="{0D108BD9-81ED-4DB2-BD59-A6C34878D82A}">
                    <a16:rowId xmlns:a16="http://schemas.microsoft.com/office/drawing/2014/main" val="2167643561"/>
                  </a:ext>
                </a:extLst>
              </a:tr>
              <a:tr h="40459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600" b="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energy</a:t>
                      </a:r>
                      <a:r>
                        <a:rPr lang="de-CH" sz="1600" b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de-CH" sz="1600" b="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input</a:t>
                      </a:r>
                      <a:r>
                        <a:rPr lang="de-CH" sz="1600" b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(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kg</a:t>
                      </a:r>
                      <a:r>
                        <a:rPr lang="en-US" sz="1600" b="0" baseline="3000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−1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C</a:t>
                      </a:r>
                      <a:r>
                        <a:rPr lang="en-US" sz="1600" b="0" baseline="-2500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</a:t>
                      </a:r>
                      <a:r>
                        <a:rPr lang="en-US" sz="1600" b="0" baseline="-2500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</a:t>
                      </a:r>
                      <a:r>
                        <a:rPr lang="de-CH" sz="1600" b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)</a:t>
                      </a:r>
                    </a:p>
                  </a:txBody>
                  <a:tcPr marL="88171" marR="88171" marT="44085" marB="4408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600" b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3.3 kWh</a:t>
                      </a:r>
                    </a:p>
                  </a:txBody>
                  <a:tcPr marL="88171" marR="88171" marT="44085" marB="4408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600" b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12.1 kWh</a:t>
                      </a:r>
                    </a:p>
                  </a:txBody>
                  <a:tcPr marL="88171" marR="88171" marT="44085" marB="44085">
                    <a:solidFill>
                      <a:srgbClr val="00B05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1389792"/>
                  </a:ext>
                </a:extLst>
              </a:tr>
              <a:tr h="404590">
                <a:tc>
                  <a:txBody>
                    <a:bodyPr/>
                    <a:lstStyle/>
                    <a:p>
                      <a:pPr algn="ctr"/>
                      <a:r>
                        <a:rPr lang="de-CH" sz="1600" b="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natural</a:t>
                      </a:r>
                      <a:r>
                        <a:rPr lang="de-CH" sz="1600" b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gas </a:t>
                      </a:r>
                      <a:r>
                        <a:rPr lang="de-CH" sz="1600" b="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input</a:t>
                      </a:r>
                      <a:r>
                        <a:rPr lang="de-CH" sz="1600" b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(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kg</a:t>
                      </a:r>
                      <a:r>
                        <a:rPr lang="en-US" sz="1600" b="0" baseline="3000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−1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C</a:t>
                      </a:r>
                      <a:r>
                        <a:rPr lang="en-US" sz="1600" b="0" baseline="-2500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</a:t>
                      </a:r>
                      <a:r>
                        <a:rPr lang="en-US" sz="1600" b="0" baseline="-2500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</a:t>
                      </a:r>
                      <a:r>
                        <a:rPr lang="de-CH" sz="1600" b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)</a:t>
                      </a:r>
                    </a:p>
                  </a:txBody>
                  <a:tcPr marL="88171" marR="88171" marT="44085" marB="44085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1600" b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5.7 </a:t>
                      </a:r>
                      <a:r>
                        <a:rPr lang="de-DE" altLang="zh-CN" sz="1600" b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Nm</a:t>
                      </a:r>
                      <a:r>
                        <a:rPr lang="de-DE" altLang="zh-CN" sz="1600" b="0" baseline="300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</a:t>
                      </a:r>
                      <a:endParaRPr lang="de-CH" sz="1600" b="0" dirty="0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88171" marR="88171" marT="44085" marB="44085">
                    <a:solidFill>
                      <a:srgbClr val="CF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1600" b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2.0 </a:t>
                      </a:r>
                      <a:r>
                        <a:rPr lang="de-DE" altLang="zh-CN" sz="1600" b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Nm</a:t>
                      </a:r>
                      <a:r>
                        <a:rPr lang="de-DE" altLang="zh-CN" sz="1600" b="0" baseline="300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</a:t>
                      </a:r>
                      <a:endParaRPr lang="de-CH" sz="1600" b="0" dirty="0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88171" marR="88171" marT="44085" marB="4408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8731215"/>
                  </a:ext>
                </a:extLst>
              </a:tr>
              <a:tr h="365793">
                <a:tc>
                  <a:txBody>
                    <a:bodyPr/>
                    <a:lstStyle/>
                    <a:p>
                      <a:pPr algn="ctr"/>
                      <a:r>
                        <a:rPr lang="de-CH" sz="1600" b="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</a:t>
                      </a:r>
                      <a:r>
                        <a:rPr lang="de-CH" sz="1600" b="0" baseline="-25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</a:t>
                      </a:r>
                      <a:r>
                        <a:rPr lang="de-CH" sz="1600" b="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de-CH" sz="1600" b="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emission</a:t>
                      </a:r>
                      <a:r>
                        <a:rPr lang="de-CH" sz="1600" b="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(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kg</a:t>
                      </a:r>
                      <a:r>
                        <a:rPr lang="en-US" sz="1600" b="0" baseline="3000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−1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C</a:t>
                      </a:r>
                      <a:r>
                        <a:rPr lang="en-US" sz="1600" b="0" baseline="-2500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</a:t>
                      </a:r>
                      <a:r>
                        <a:rPr lang="en-US" sz="1600" b="0" baseline="-2500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</a:t>
                      </a:r>
                      <a:r>
                        <a:rPr lang="de-CH" sz="1600" b="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)</a:t>
                      </a:r>
                    </a:p>
                  </a:txBody>
                  <a:tcPr marL="88171" marR="88171" marT="44085" marB="44085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1600" b="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0.8 kg</a:t>
                      </a:r>
                    </a:p>
                  </a:txBody>
                  <a:tcPr marL="88171" marR="88171" marT="44085" marB="4408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600" b="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~</a:t>
                      </a:r>
                    </a:p>
                  </a:txBody>
                  <a:tcPr marL="88171" marR="88171" marT="44085" marB="4408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5519816"/>
                  </a:ext>
                </a:extLst>
              </a:tr>
              <a:tr h="365793">
                <a:tc>
                  <a:txBody>
                    <a:bodyPr/>
                    <a:lstStyle/>
                    <a:p>
                      <a:pPr algn="ctr"/>
                      <a:r>
                        <a:rPr lang="de-CH" sz="1600" b="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soot</a:t>
                      </a:r>
                      <a:r>
                        <a:rPr lang="de-CH" sz="1600" b="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de-CH" sz="1600" b="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formation</a:t>
                      </a:r>
                      <a:r>
                        <a:rPr lang="de-CH" sz="1600" b="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(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kg</a:t>
                      </a:r>
                      <a:r>
                        <a:rPr lang="en-US" sz="1600" b="0" baseline="3000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−1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C</a:t>
                      </a:r>
                      <a:r>
                        <a:rPr lang="en-US" sz="1600" b="0" baseline="-2500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</a:t>
                      </a:r>
                      <a:r>
                        <a:rPr lang="en-US" sz="1600" b="0" baseline="-2500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</a:t>
                      </a:r>
                      <a:r>
                        <a:rPr lang="de-CH" sz="1600" b="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)</a:t>
                      </a:r>
                    </a:p>
                  </a:txBody>
                  <a:tcPr marL="88171" marR="88171" marT="44085" marB="44085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1600" b="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50 mg</a:t>
                      </a:r>
                    </a:p>
                  </a:txBody>
                  <a:tcPr marL="88171" marR="88171" marT="44085" marB="4408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600" b="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450 mg</a:t>
                      </a:r>
                    </a:p>
                  </a:txBody>
                  <a:tcPr marL="88171" marR="88171" marT="44085" marB="4408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71695"/>
                  </a:ext>
                </a:extLst>
              </a:tr>
            </a:tbl>
          </a:graphicData>
        </a:graphic>
      </p:graphicFrame>
      <p:sp>
        <p:nvSpPr>
          <p:cNvPr id="91" name="TextBox 90">
            <a:extLst>
              <a:ext uri="{FF2B5EF4-FFF2-40B4-BE49-F238E27FC236}">
                <a16:creationId xmlns:a16="http://schemas.microsoft.com/office/drawing/2014/main" id="{1307CABD-53E5-9D4C-C015-A41F27A69AEC}"/>
              </a:ext>
            </a:extLst>
          </p:cNvPr>
          <p:cNvSpPr txBox="1"/>
          <p:nvPr/>
        </p:nvSpPr>
        <p:spPr>
          <a:xfrm>
            <a:off x="2642429" y="4918991"/>
            <a:ext cx="575059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altLang="zh-CN" sz="1600" dirty="0" err="1">
                <a:latin typeface="Roboto" panose="02000000000000000000" pitchFamily="2" charset="0"/>
                <a:ea typeface="Roboto" panose="02000000000000000000" pitchFamily="2" charset="0"/>
              </a:rPr>
              <a:t>Comparison</a:t>
            </a:r>
            <a:r>
              <a:rPr lang="de-DE" altLang="zh-CN" sz="16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altLang="zh-CN" sz="1600" dirty="0" err="1">
                <a:latin typeface="Roboto" panose="02000000000000000000" pitchFamily="2" charset="0"/>
                <a:ea typeface="Roboto" panose="02000000000000000000" pitchFamily="2" charset="0"/>
              </a:rPr>
              <a:t>of</a:t>
            </a:r>
            <a:r>
              <a:rPr lang="de-DE" altLang="zh-CN" sz="16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altLang="zh-CN" sz="1600" dirty="0">
                <a:solidFill>
                  <a:srgbClr val="009BD7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partial </a:t>
            </a:r>
            <a:r>
              <a:rPr lang="de-DE" altLang="zh-CN" sz="1600" dirty="0" err="1">
                <a:solidFill>
                  <a:srgbClr val="009BD7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combustion</a:t>
            </a:r>
            <a:r>
              <a:rPr lang="de-DE" altLang="zh-CN" sz="1600" dirty="0">
                <a:solidFill>
                  <a:srgbClr val="009BD7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altLang="zh-CN" sz="1600" dirty="0">
                <a:latin typeface="Roboto" panose="02000000000000000000" pitchFamily="2" charset="0"/>
                <a:ea typeface="Roboto" panose="02000000000000000000" pitchFamily="2" charset="0"/>
              </a:rPr>
              <a:t>and </a:t>
            </a:r>
            <a:r>
              <a:rPr lang="de-DE" altLang="zh-CN" sz="1600" dirty="0">
                <a:solidFill>
                  <a:srgbClr val="00C86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thermal </a:t>
            </a:r>
            <a:r>
              <a:rPr lang="de-DE" altLang="zh-CN" sz="1600" dirty="0" err="1">
                <a:solidFill>
                  <a:srgbClr val="00C86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plasma</a:t>
            </a:r>
            <a:r>
              <a:rPr lang="de-DE" altLang="zh-CN" sz="1600" dirty="0">
                <a:solidFill>
                  <a:srgbClr val="00C86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altLang="zh-CN" sz="1600" dirty="0" err="1">
                <a:latin typeface="Roboto" panose="02000000000000000000" pitchFamily="2" charset="0"/>
                <a:ea typeface="Roboto" panose="02000000000000000000" pitchFamily="2" charset="0"/>
              </a:rPr>
              <a:t>routes</a:t>
            </a:r>
            <a:endParaRPr lang="de-CH" sz="1600" u="sng" baseline="-25000" dirty="0">
              <a:solidFill>
                <a:srgbClr val="6161AA"/>
              </a:solidFill>
              <a:latin typeface="Roboto" panose="02000000000000000000" pitchFamily="2" charset="0"/>
              <a:ea typeface="Roboto" panose="02000000000000000000" pitchFamily="2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</p:spTree>
    <p:extLst>
      <p:ext uri="{BB962C8B-B14F-4D97-AF65-F5344CB8AC3E}">
        <p14:creationId xmlns:p14="http://schemas.microsoft.com/office/powerpoint/2010/main" val="32647803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b2c3d82-2c28-4afd-a961-ac8563f93fe6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5D8D02FCBFE4A45BE4A6066F3F20788" ma:contentTypeVersion="6" ma:contentTypeDescription="Ein neues Dokument erstellen." ma:contentTypeScope="" ma:versionID="69dc4bf7c9f0c5dd5390daa3ad860cd5">
  <xsd:schema xmlns:xsd="http://www.w3.org/2001/XMLSchema" xmlns:xs="http://www.w3.org/2001/XMLSchema" xmlns:p="http://schemas.microsoft.com/office/2006/metadata/properties" xmlns:ns3="fb2c3d82-2c28-4afd-a961-ac8563f93fe6" targetNamespace="http://schemas.microsoft.com/office/2006/metadata/properties" ma:root="true" ma:fieldsID="1c8d453700636c18605530afedd7f6cc" ns3:_="">
    <xsd:import namespace="fb2c3d82-2c28-4afd-a961-ac8563f93fe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2c3d82-2c28-4afd-a961-ac8563f93fe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B141B9D-D0FE-4207-8721-5E8DDAA8F67C}">
  <ds:schemaRefs>
    <ds:schemaRef ds:uri="http://purl.org/dc/elements/1.1/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schemas.microsoft.com/office/2006/metadata/properties"/>
    <ds:schemaRef ds:uri="fb2c3d82-2c28-4afd-a961-ac8563f93fe6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9CCB7CA0-AB87-42FF-9508-6695CE11E7D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EB8DA1D-AC09-4518-85FC-5E14E3EF869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b2c3d82-2c28-4afd-a961-ac8563f93fe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</TotalTime>
  <Words>147</Words>
  <Application>Microsoft Office PowerPoint</Application>
  <PresentationFormat>Custom</PresentationFormat>
  <Paragraphs>52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Roboto</vt:lpstr>
      <vt:lpstr>Roboto Medium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Zhang  Zihao</dc:creator>
  <cp:lastModifiedBy>Zhang, Zihao</cp:lastModifiedBy>
  <cp:revision>581</cp:revision>
  <dcterms:created xsi:type="dcterms:W3CDTF">2024-06-05T14:30:51Z</dcterms:created>
  <dcterms:modified xsi:type="dcterms:W3CDTF">2025-01-06T23:42:28Z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0x01010055D8D02FCBFE4A45BE4A6066F3F20788</vt:lpwstr>
  </property>
</Properties>
</file>