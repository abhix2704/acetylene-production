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2" saveSubsetFonts="1">
  <p:sldMasterIdLst>
    <p:sldMasterId id="2147483804" r:id="rId4"/>
  </p:sldMasterIdLst>
  <p:notesMasterIdLst>
    <p:notesMasterId r:id="rId6"/>
  </p:notesMasterIdLst>
  <p:sldIdLst>
    <p:sldId id="271" r:id="rId5"/>
  </p:sldIdLst>
  <p:sldSz cx="173736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6FFF"/>
    <a:srgbClr val="009890"/>
    <a:srgbClr val="E4325C"/>
    <a:srgbClr val="00C862"/>
    <a:srgbClr val="FA9B41"/>
    <a:srgbClr val="333300"/>
    <a:srgbClr val="00FFCC"/>
    <a:srgbClr val="66FFFF"/>
    <a:srgbClr val="6161A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10101F-4963-40C3-BB42-EF3CF93F7E36}" v="19" dt="2025-01-06T23:40:28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6247" autoAdjust="0"/>
  </p:normalViewPr>
  <p:slideViewPr>
    <p:cSldViewPr snapToGrid="0">
      <p:cViewPr>
        <p:scale>
          <a:sx n="66" d="100"/>
          <a:sy n="66" d="100"/>
        </p:scale>
        <p:origin x="3112" y="12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Zihao" userId="26112959-846b-4648-8ed6-22f7e11ddcd4" providerId="ADAL" clId="{7A10101F-4963-40C3-BB42-EF3CF93F7E36}"/>
    <pc:docChg chg="undo custSel addSld delSld modSld">
      <pc:chgData name="Zhang, Zihao" userId="26112959-846b-4648-8ed6-22f7e11ddcd4" providerId="ADAL" clId="{7A10101F-4963-40C3-BB42-EF3CF93F7E36}" dt="2025-01-06T23:40:53.412" v="46" actId="478"/>
      <pc:docMkLst>
        <pc:docMk/>
      </pc:docMkLst>
      <pc:sldChg chg="addSp delSp modSp mod">
        <pc:chgData name="Zhang, Zihao" userId="26112959-846b-4648-8ed6-22f7e11ddcd4" providerId="ADAL" clId="{7A10101F-4963-40C3-BB42-EF3CF93F7E36}" dt="2025-01-06T23:40:53.412" v="46" actId="478"/>
        <pc:sldMkLst>
          <pc:docMk/>
          <pc:sldMk cId="3822094833" sldId="271"/>
        </pc:sldMkLst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3" creationId="{EB229D04-7786-1508-60FF-A649FC32ACD0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6" creationId="{397E0B9B-7662-3008-AA49-4ECEAAED3E96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8" creationId="{C1AEA9FC-6ACF-F1A5-D3DA-B02B0772A0C0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10" creationId="{FCFB3C33-E068-B774-8CD3-5BB457CA9464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12" creationId="{A6FFBB6D-975B-4065-A971-7EFFDD4FBCBD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14" creationId="{ABE33EE8-1B35-5724-E971-8C7D9C3FAAB1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15" creationId="{7C5DE7A8-5684-AF5C-513D-933E73E423C7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17" creationId="{BA2C311D-B908-4C67-36FD-E5E3AFE2181E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22" creationId="{DB5330E1-BC9E-470C-4E1A-EB96E3F96E60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23" creationId="{C1C747F5-C3DD-D3FE-5AFC-F7B44410AF2E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24" creationId="{DA873348-CB95-B1AD-21B7-C2C464A4CC30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32" creationId="{1D3E24A3-08E1-1E38-5390-F54EB1A5C5EB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33" creationId="{37C58FE0-F3AC-C480-B80B-CAB967078D32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34" creationId="{C31F8A04-008A-50A8-9DFA-B7A4FE39C89C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35" creationId="{57F6CE99-5C38-07AC-5D21-CCC6A4D58B72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36" creationId="{FC3E8997-8A43-CE99-D8C9-0EB38CBC5E07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37" creationId="{64A83BC7-143C-7BFA-F2CD-0499357C71EE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38" creationId="{22294A04-8BE7-B5C0-8073-54D29407B3F2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39" creationId="{376ED5FB-82F9-80C6-5D55-CE2004F8FC37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40" creationId="{BE297D15-2EAE-03DA-3DEF-1B8D9AF78BA6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41" creationId="{AB02B070-3C7D-59D8-6B98-E7C229C5FD74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42" creationId="{6DA01AF5-A6CC-4A85-1253-EFD4A7757755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43" creationId="{1D76718A-32F9-976C-CB89-413D6E8F5443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44" creationId="{A7F4FCA0-738C-5393-D7C0-FD0B80684AB5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45" creationId="{825D6343-35AB-4410-DEC4-AF022F2C8FA8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46" creationId="{BFB5D931-271B-1599-5D3C-713FADE1B36A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47" creationId="{A5AF3A07-F3CD-BDD7-D602-5D95A35C4260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48" creationId="{8EA6F89C-03F0-91F6-2FDD-AD8AE3A1C555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49" creationId="{372FBDE0-6251-474B-EAFD-1A0EADD09EBC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50" creationId="{E9FC09A6-1E0D-3D18-BD41-20D1BB19076E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51" creationId="{4888F64C-4286-DBF7-2A12-82CD7982361A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52" creationId="{D0F15058-B2E0-E51E-EA09-DE1A9D4FA6DD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53" creationId="{FBCE29D0-094D-3476-E485-DD976F79E05F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54" creationId="{55853024-F73A-00BB-398C-5F10B5A3A41E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55" creationId="{68D1CD7C-B1F0-47ED-9C48-273907FBF3CD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56" creationId="{982DD333-9F29-1538-D11F-5BD905635C22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57" creationId="{859DC1EC-5805-3DE8-5F7A-D52FE56E8121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58" creationId="{43AEBE87-5383-F43E-103B-7F139703AE91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59" creationId="{AD9B200E-D263-B3FD-7D55-8E8A2C8E4503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60" creationId="{6DFCDF9E-9DD1-0FE8-E407-AF752B9EBF9D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61" creationId="{52E0AA8D-ADD9-96AA-2867-54A661BDDD87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62" creationId="{FF51BA7E-4085-DDC3-6A61-E8A447227FAC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63" creationId="{619A511D-515C-533C-9258-C9957096B128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64" creationId="{AAC41737-124C-D81F-30F4-648EF94964B0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65" creationId="{261670CB-30B9-D64F-D1A6-2548A028F720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66" creationId="{9D4A3F35-BF1B-688A-CC9B-A9DB1AF3A752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67" creationId="{A6060192-4765-972E-5EC4-BFE4E4BFC746}"/>
          </ac:spMkLst>
        </pc:spChg>
        <pc:spChg chg="mod">
          <ac:chgData name="Zhang, Zihao" userId="26112959-846b-4648-8ed6-22f7e11ddcd4" providerId="ADAL" clId="{7A10101F-4963-40C3-BB42-EF3CF93F7E36}" dt="2025-01-06T15:34:09.758" v="13" actId="1076"/>
          <ac:spMkLst>
            <pc:docMk/>
            <pc:sldMk cId="3822094833" sldId="271"/>
            <ac:spMk id="69" creationId="{612ED0E9-159D-D10C-165A-717233EEE10B}"/>
          </ac:spMkLst>
        </pc:spChg>
        <pc:grpChg chg="mod">
          <ac:chgData name="Zhang, Zihao" userId="26112959-846b-4648-8ed6-22f7e11ddcd4" providerId="ADAL" clId="{7A10101F-4963-40C3-BB42-EF3CF93F7E36}" dt="2025-01-06T15:34:09.758" v="13" actId="1076"/>
          <ac:grpSpMkLst>
            <pc:docMk/>
            <pc:sldMk cId="3822094833" sldId="271"/>
            <ac:grpSpMk id="29" creationId="{3B56E034-67D7-7FD8-9E70-4A79E2D3DB47}"/>
          </ac:grpSpMkLst>
        </pc:grpChg>
        <pc:grpChg chg="mod">
          <ac:chgData name="Zhang, Zihao" userId="26112959-846b-4648-8ed6-22f7e11ddcd4" providerId="ADAL" clId="{7A10101F-4963-40C3-BB42-EF3CF93F7E36}" dt="2025-01-06T15:34:09.758" v="13" actId="1076"/>
          <ac:grpSpMkLst>
            <pc:docMk/>
            <pc:sldMk cId="3822094833" sldId="271"/>
            <ac:grpSpMk id="72" creationId="{10D86FA1-9025-127C-8BD8-E9AAA1EBA17A}"/>
          </ac:grpSpMkLst>
        </pc:grpChg>
        <pc:grpChg chg="mod">
          <ac:chgData name="Zhang, Zihao" userId="26112959-846b-4648-8ed6-22f7e11ddcd4" providerId="ADAL" clId="{7A10101F-4963-40C3-BB42-EF3CF93F7E36}" dt="2025-01-06T15:34:09.758" v="13" actId="1076"/>
          <ac:grpSpMkLst>
            <pc:docMk/>
            <pc:sldMk cId="3822094833" sldId="271"/>
            <ac:grpSpMk id="74" creationId="{8F91C53A-A99A-BD79-6CAE-8B4E4DC61D6B}"/>
          </ac:grpSpMkLst>
        </pc:grpChg>
        <pc:graphicFrameChg chg="mod modGraphic">
          <ac:chgData name="Zhang, Zihao" userId="26112959-846b-4648-8ed6-22f7e11ddcd4" providerId="ADAL" clId="{7A10101F-4963-40C3-BB42-EF3CF93F7E36}" dt="2025-01-06T15:37:43.918" v="29"/>
          <ac:graphicFrameMkLst>
            <pc:docMk/>
            <pc:sldMk cId="3822094833" sldId="271"/>
            <ac:graphicFrameMk id="2" creationId="{F7706CED-DD04-7608-6F1D-DB9ED730B1C4}"/>
          </ac:graphicFrameMkLst>
        </pc:graphicFrameChg>
        <pc:graphicFrameChg chg="mod">
          <ac:chgData name="Zhang, Zihao" userId="26112959-846b-4648-8ed6-22f7e11ddcd4" providerId="ADAL" clId="{7A10101F-4963-40C3-BB42-EF3CF93F7E36}" dt="2025-01-06T15:34:09.758" v="13" actId="1076"/>
          <ac:graphicFrameMkLst>
            <pc:docMk/>
            <pc:sldMk cId="3822094833" sldId="271"/>
            <ac:graphicFrameMk id="4" creationId="{A30DEDFF-1E25-F8B6-ED98-784A39CF0A5B}"/>
          </ac:graphicFrameMkLst>
        </pc:graphicFrameChg>
        <pc:graphicFrameChg chg="mod">
          <ac:chgData name="Zhang, Zihao" userId="26112959-846b-4648-8ed6-22f7e11ddcd4" providerId="ADAL" clId="{7A10101F-4963-40C3-BB42-EF3CF93F7E36}" dt="2025-01-06T15:34:09.758" v="13" actId="1076"/>
          <ac:graphicFrameMkLst>
            <pc:docMk/>
            <pc:sldMk cId="3822094833" sldId="271"/>
            <ac:graphicFrameMk id="5" creationId="{B0B78CF2-8E99-BB01-39E9-ED2C70651844}"/>
          </ac:graphicFrameMkLst>
        </pc:graphicFrameChg>
        <pc:graphicFrameChg chg="mod">
          <ac:chgData name="Zhang, Zihao" userId="26112959-846b-4648-8ed6-22f7e11ddcd4" providerId="ADAL" clId="{7A10101F-4963-40C3-BB42-EF3CF93F7E36}" dt="2025-01-06T15:34:09.758" v="13" actId="1076"/>
          <ac:graphicFrameMkLst>
            <pc:docMk/>
            <pc:sldMk cId="3822094833" sldId="271"/>
            <ac:graphicFrameMk id="7" creationId="{B4CBEF12-0513-623A-B5C8-497438ABCAD2}"/>
          </ac:graphicFrameMkLst>
        </pc:graphicFrameChg>
        <pc:graphicFrameChg chg="mod">
          <ac:chgData name="Zhang, Zihao" userId="26112959-846b-4648-8ed6-22f7e11ddcd4" providerId="ADAL" clId="{7A10101F-4963-40C3-BB42-EF3CF93F7E36}" dt="2025-01-06T15:34:09.758" v="13" actId="1076"/>
          <ac:graphicFrameMkLst>
            <pc:docMk/>
            <pc:sldMk cId="3822094833" sldId="271"/>
            <ac:graphicFrameMk id="9" creationId="{C958F1BE-3C60-DFE6-50BC-8C86688285E8}"/>
          </ac:graphicFrameMkLst>
        </pc:graphicFrameChg>
        <pc:graphicFrameChg chg="mod">
          <ac:chgData name="Zhang, Zihao" userId="26112959-846b-4648-8ed6-22f7e11ddcd4" providerId="ADAL" clId="{7A10101F-4963-40C3-BB42-EF3CF93F7E36}" dt="2025-01-06T15:34:09.758" v="13" actId="1076"/>
          <ac:graphicFrameMkLst>
            <pc:docMk/>
            <pc:sldMk cId="3822094833" sldId="271"/>
            <ac:graphicFrameMk id="11" creationId="{0D5571BE-D9C3-84B9-4C63-0A89FF1C4EF7}"/>
          </ac:graphicFrameMkLst>
        </pc:graphicFrameChg>
        <pc:graphicFrameChg chg="mod">
          <ac:chgData name="Zhang, Zihao" userId="26112959-846b-4648-8ed6-22f7e11ddcd4" providerId="ADAL" clId="{7A10101F-4963-40C3-BB42-EF3CF93F7E36}" dt="2025-01-06T15:34:09.758" v="13" actId="1076"/>
          <ac:graphicFrameMkLst>
            <pc:docMk/>
            <pc:sldMk cId="3822094833" sldId="271"/>
            <ac:graphicFrameMk id="13" creationId="{05BB7D3C-104B-533F-2BF3-1A492F6B2D62}"/>
          </ac:graphicFrameMkLst>
        </pc:graphicFrameChg>
        <pc:graphicFrameChg chg="mod">
          <ac:chgData name="Zhang, Zihao" userId="26112959-846b-4648-8ed6-22f7e11ddcd4" providerId="ADAL" clId="{7A10101F-4963-40C3-BB42-EF3CF93F7E36}" dt="2025-01-06T15:34:09.758" v="13" actId="1076"/>
          <ac:graphicFrameMkLst>
            <pc:docMk/>
            <pc:sldMk cId="3822094833" sldId="271"/>
            <ac:graphicFrameMk id="16" creationId="{B5DE7AEC-1FCA-60A9-57E0-510ACF3A2821}"/>
          </ac:graphicFrameMkLst>
        </pc:graphicFrameChg>
        <pc:graphicFrameChg chg="add mod">
          <ac:chgData name="Zhang, Zihao" userId="26112959-846b-4648-8ed6-22f7e11ddcd4" providerId="ADAL" clId="{7A10101F-4963-40C3-BB42-EF3CF93F7E36}" dt="2025-01-06T15:30:48.400" v="3"/>
          <ac:graphicFrameMkLst>
            <pc:docMk/>
            <pc:sldMk cId="3822094833" sldId="271"/>
            <ac:graphicFrameMk id="70" creationId="{2A4A69BE-F8B6-14D1-92D5-679275DEB050}"/>
          </ac:graphicFrameMkLst>
        </pc:graphicFrameChg>
        <pc:graphicFrameChg chg="add mod">
          <ac:chgData name="Zhang, Zihao" userId="26112959-846b-4648-8ed6-22f7e11ddcd4" providerId="ADAL" clId="{7A10101F-4963-40C3-BB42-EF3CF93F7E36}" dt="2025-01-06T15:31:31.553" v="10"/>
          <ac:graphicFrameMkLst>
            <pc:docMk/>
            <pc:sldMk cId="3822094833" sldId="271"/>
            <ac:graphicFrameMk id="71" creationId="{A9E146A5-1E32-7178-3ECD-D5CF9CA4F428}"/>
          </ac:graphicFrameMkLst>
        </pc:graphicFrameChg>
        <pc:picChg chg="mod">
          <ac:chgData name="Zhang, Zihao" userId="26112959-846b-4648-8ed6-22f7e11ddcd4" providerId="ADAL" clId="{7A10101F-4963-40C3-BB42-EF3CF93F7E36}" dt="2025-01-06T15:34:09.758" v="13" actId="1076"/>
          <ac:picMkLst>
            <pc:docMk/>
            <pc:sldMk cId="3822094833" sldId="271"/>
            <ac:picMk id="68" creationId="{51C688CC-EE5F-CF72-D3AE-64708C4E8737}"/>
          </ac:picMkLst>
        </pc:picChg>
        <pc:picChg chg="add del mod">
          <ac:chgData name="Zhang, Zihao" userId="26112959-846b-4648-8ed6-22f7e11ddcd4" providerId="ADAL" clId="{7A10101F-4963-40C3-BB42-EF3CF93F7E36}" dt="2025-01-06T23:40:53.412" v="46" actId="478"/>
          <ac:picMkLst>
            <pc:docMk/>
            <pc:sldMk cId="3822094833" sldId="271"/>
            <ac:picMk id="70" creationId="{47398D42-51DB-2585-035E-0D1560F55B8E}"/>
          </ac:picMkLst>
        </pc:picChg>
        <pc:cxnChg chg="mod">
          <ac:chgData name="Zhang, Zihao" userId="26112959-846b-4648-8ed6-22f7e11ddcd4" providerId="ADAL" clId="{7A10101F-4963-40C3-BB42-EF3CF93F7E36}" dt="2025-01-06T15:34:09.758" v="13" actId="1076"/>
          <ac:cxnSpMkLst>
            <pc:docMk/>
            <pc:sldMk cId="3822094833" sldId="271"/>
            <ac:cxnSpMk id="18" creationId="{F6878B51-4721-A4EC-99DF-E6F02151146E}"/>
          </ac:cxnSpMkLst>
        </pc:cxnChg>
        <pc:cxnChg chg="mod">
          <ac:chgData name="Zhang, Zihao" userId="26112959-846b-4648-8ed6-22f7e11ddcd4" providerId="ADAL" clId="{7A10101F-4963-40C3-BB42-EF3CF93F7E36}" dt="2025-01-06T15:34:09.758" v="13" actId="1076"/>
          <ac:cxnSpMkLst>
            <pc:docMk/>
            <pc:sldMk cId="3822094833" sldId="271"/>
            <ac:cxnSpMk id="19" creationId="{2D60D36F-145B-F4B2-FD8D-D85DDC82D23B}"/>
          </ac:cxnSpMkLst>
        </pc:cxnChg>
        <pc:cxnChg chg="mod">
          <ac:chgData name="Zhang, Zihao" userId="26112959-846b-4648-8ed6-22f7e11ddcd4" providerId="ADAL" clId="{7A10101F-4963-40C3-BB42-EF3CF93F7E36}" dt="2025-01-06T15:34:09.758" v="13" actId="1076"/>
          <ac:cxnSpMkLst>
            <pc:docMk/>
            <pc:sldMk cId="3822094833" sldId="271"/>
            <ac:cxnSpMk id="20" creationId="{2ED29483-BAE4-ACB9-A9BE-639AF16FA165}"/>
          </ac:cxnSpMkLst>
        </pc:cxnChg>
        <pc:cxnChg chg="mod">
          <ac:chgData name="Zhang, Zihao" userId="26112959-846b-4648-8ed6-22f7e11ddcd4" providerId="ADAL" clId="{7A10101F-4963-40C3-BB42-EF3CF93F7E36}" dt="2025-01-06T15:34:09.758" v="13" actId="1076"/>
          <ac:cxnSpMkLst>
            <pc:docMk/>
            <pc:sldMk cId="3822094833" sldId="271"/>
            <ac:cxnSpMk id="21" creationId="{A99029D4-B986-148A-DCB6-B71BA3747124}"/>
          </ac:cxnSpMkLst>
        </pc:cxnChg>
      </pc:sldChg>
      <pc:sldChg chg="addSp delSp new del mod">
        <pc:chgData name="Zhang, Zihao" userId="26112959-846b-4648-8ed6-22f7e11ddcd4" providerId="ADAL" clId="{7A10101F-4963-40C3-BB42-EF3CF93F7E36}" dt="2025-01-06T16:31:31.768" v="33" actId="47"/>
        <pc:sldMkLst>
          <pc:docMk/>
          <pc:sldMk cId="3153951061" sldId="272"/>
        </pc:sldMkLst>
        <pc:spChg chg="del">
          <ac:chgData name="Zhang, Zihao" userId="26112959-846b-4648-8ed6-22f7e11ddcd4" providerId="ADAL" clId="{7A10101F-4963-40C3-BB42-EF3CF93F7E36}" dt="2025-01-06T15:38:53.914" v="31" actId="478"/>
          <ac:spMkLst>
            <pc:docMk/>
            <pc:sldMk cId="3153951061" sldId="272"/>
            <ac:spMk id="2" creationId="{B60CC77B-0D85-FF11-90E6-71C52950185A}"/>
          </ac:spMkLst>
        </pc:spChg>
        <pc:spChg chg="del">
          <ac:chgData name="Zhang, Zihao" userId="26112959-846b-4648-8ed6-22f7e11ddcd4" providerId="ADAL" clId="{7A10101F-4963-40C3-BB42-EF3CF93F7E36}" dt="2025-01-06T15:38:53.914" v="31" actId="478"/>
          <ac:spMkLst>
            <pc:docMk/>
            <pc:sldMk cId="3153951061" sldId="272"/>
            <ac:spMk id="3" creationId="{85B2919D-B9EB-1407-3058-89226BDA0052}"/>
          </ac:spMkLst>
        </pc:spChg>
        <pc:picChg chg="add">
          <ac:chgData name="Zhang, Zihao" userId="26112959-846b-4648-8ed6-22f7e11ddcd4" providerId="ADAL" clId="{7A10101F-4963-40C3-BB42-EF3CF93F7E36}" dt="2025-01-06T15:38:54.803" v="32" actId="22"/>
          <ac:picMkLst>
            <pc:docMk/>
            <pc:sldMk cId="3153951061" sldId="272"/>
            <ac:picMk id="5" creationId="{D86DFC4A-47A8-31FF-A510-596E0C596F34}"/>
          </ac:picMkLst>
        </pc:picChg>
      </pc:sldChg>
    </pc:docChg>
  </pc:docChgLst>
  <pc:docChgLst>
    <pc:chgData name="Zhang, Zihao" userId="26112959-846b-4648-8ed6-22f7e11ddcd4" providerId="ADAL" clId="{25D79D08-D0E7-4502-87CF-FD5C747A4D03}"/>
    <pc:docChg chg="delSld">
      <pc:chgData name="Zhang, Zihao" userId="26112959-846b-4648-8ed6-22f7e11ddcd4" providerId="ADAL" clId="{25D79D08-D0E7-4502-87CF-FD5C747A4D03}" dt="2025-01-02T00:03:13.382" v="1" actId="47"/>
      <pc:docMkLst>
        <pc:docMk/>
      </pc:docMkLst>
      <pc:sldChg chg="del">
        <pc:chgData name="Zhang, Zihao" userId="26112959-846b-4648-8ed6-22f7e11ddcd4" providerId="ADAL" clId="{25D79D08-D0E7-4502-87CF-FD5C747A4D03}" dt="2025-01-02T00:03:13.382" v="1" actId="47"/>
        <pc:sldMkLst>
          <pc:docMk/>
          <pc:sldMk cId="1892413208" sldId="272"/>
        </pc:sldMkLst>
      </pc:sldChg>
      <pc:sldChg chg="del">
        <pc:chgData name="Zhang, Zihao" userId="26112959-846b-4648-8ed6-22f7e11ddcd4" providerId="ADAL" clId="{25D79D08-D0E7-4502-87CF-FD5C747A4D03}" dt="2025-01-02T00:03:09.965" v="0" actId="47"/>
        <pc:sldMkLst>
          <pc:docMk/>
          <pc:sldMk cId="3470546515" sldId="274"/>
        </pc:sldMkLst>
      </pc:sldChg>
    </pc:docChg>
  </pc:docChgLst>
  <pc:docChgLst>
    <pc:chgData name="Zhang, Zihao" userId="26112959-846b-4648-8ed6-22f7e11ddcd4" providerId="ADAL" clId="{A22EBC8F-9BDD-4DD9-AD7B-904A4398918E}"/>
    <pc:docChg chg="custSel delSld modSld">
      <pc:chgData name="Zhang, Zihao" userId="26112959-846b-4648-8ed6-22f7e11ddcd4" providerId="ADAL" clId="{A22EBC8F-9BDD-4DD9-AD7B-904A4398918E}" dt="2025-01-04T23:47:00.006" v="51" actId="478"/>
      <pc:docMkLst>
        <pc:docMk/>
      </pc:docMkLst>
      <pc:sldChg chg="del">
        <pc:chgData name="Zhang, Zihao" userId="26112959-846b-4648-8ed6-22f7e11ddcd4" providerId="ADAL" clId="{A22EBC8F-9BDD-4DD9-AD7B-904A4398918E}" dt="2025-01-02T00:04:16.166" v="2" actId="47"/>
        <pc:sldMkLst>
          <pc:docMk/>
          <pc:sldMk cId="2865581521" sldId="260"/>
        </pc:sldMkLst>
      </pc:sldChg>
      <pc:sldChg chg="del">
        <pc:chgData name="Zhang, Zihao" userId="26112959-846b-4648-8ed6-22f7e11ddcd4" providerId="ADAL" clId="{A22EBC8F-9BDD-4DD9-AD7B-904A4398918E}" dt="2025-01-02T00:04:16.301" v="3" actId="47"/>
        <pc:sldMkLst>
          <pc:docMk/>
          <pc:sldMk cId="729349239" sldId="268"/>
        </pc:sldMkLst>
      </pc:sldChg>
      <pc:sldChg chg="del">
        <pc:chgData name="Zhang, Zihao" userId="26112959-846b-4648-8ed6-22f7e11ddcd4" providerId="ADAL" clId="{A22EBC8F-9BDD-4DD9-AD7B-904A4398918E}" dt="2025-01-02T00:04:14.952" v="0" actId="47"/>
        <pc:sldMkLst>
          <pc:docMk/>
          <pc:sldMk cId="1416019772" sldId="270"/>
        </pc:sldMkLst>
      </pc:sldChg>
      <pc:sldChg chg="addSp delSp modSp mod">
        <pc:chgData name="Zhang, Zihao" userId="26112959-846b-4648-8ed6-22f7e11ddcd4" providerId="ADAL" clId="{A22EBC8F-9BDD-4DD9-AD7B-904A4398918E}" dt="2025-01-04T23:47:00.006" v="51" actId="478"/>
        <pc:sldMkLst>
          <pc:docMk/>
          <pc:sldMk cId="3822094833" sldId="271"/>
        </pc:sldMkLst>
        <pc:spChg chg="mod">
          <ac:chgData name="Zhang, Zihao" userId="26112959-846b-4648-8ed6-22f7e11ddcd4" providerId="ADAL" clId="{A22EBC8F-9BDD-4DD9-AD7B-904A4398918E}" dt="2025-01-02T20:13:53.374" v="25" actId="114"/>
          <ac:spMkLst>
            <pc:docMk/>
            <pc:sldMk cId="3822094833" sldId="271"/>
            <ac:spMk id="3" creationId="{EB229D04-7786-1508-60FF-A649FC32ACD0}"/>
          </ac:spMkLst>
        </pc:spChg>
        <pc:spChg chg="mod">
          <ac:chgData name="Zhang, Zihao" userId="26112959-846b-4648-8ed6-22f7e11ddcd4" providerId="ADAL" clId="{A22EBC8F-9BDD-4DD9-AD7B-904A4398918E}" dt="2025-01-02T20:13:43.374" v="21" actId="114"/>
          <ac:spMkLst>
            <pc:docMk/>
            <pc:sldMk cId="3822094833" sldId="271"/>
            <ac:spMk id="6" creationId="{397E0B9B-7662-3008-AA49-4ECEAAED3E96}"/>
          </ac:spMkLst>
        </pc:spChg>
        <pc:spChg chg="mod">
          <ac:chgData name="Zhang, Zihao" userId="26112959-846b-4648-8ed6-22f7e11ddcd4" providerId="ADAL" clId="{A22EBC8F-9BDD-4DD9-AD7B-904A4398918E}" dt="2025-01-02T20:13:35.599" v="18" actId="114"/>
          <ac:spMkLst>
            <pc:docMk/>
            <pc:sldMk cId="3822094833" sldId="271"/>
            <ac:spMk id="8" creationId="{C1AEA9FC-6ACF-F1A5-D3DA-B02B0772A0C0}"/>
          </ac:spMkLst>
        </pc:spChg>
        <pc:spChg chg="mod">
          <ac:chgData name="Zhang, Zihao" userId="26112959-846b-4648-8ed6-22f7e11ddcd4" providerId="ADAL" clId="{A22EBC8F-9BDD-4DD9-AD7B-904A4398918E}" dt="2025-01-02T20:13:38.399" v="19" actId="114"/>
          <ac:spMkLst>
            <pc:docMk/>
            <pc:sldMk cId="3822094833" sldId="271"/>
            <ac:spMk id="10" creationId="{FCFB3C33-E068-B774-8CD3-5BB457CA9464}"/>
          </ac:spMkLst>
        </pc:spChg>
        <pc:spChg chg="mod">
          <ac:chgData name="Zhang, Zihao" userId="26112959-846b-4648-8ed6-22f7e11ddcd4" providerId="ADAL" clId="{A22EBC8F-9BDD-4DD9-AD7B-904A4398918E}" dt="2025-01-02T20:13:50.954" v="24" actId="114"/>
          <ac:spMkLst>
            <pc:docMk/>
            <pc:sldMk cId="3822094833" sldId="271"/>
            <ac:spMk id="12" creationId="{A6FFBB6D-975B-4065-A971-7EFFDD4FBCBD}"/>
          </ac:spMkLst>
        </pc:spChg>
        <pc:spChg chg="mod">
          <ac:chgData name="Zhang, Zihao" userId="26112959-846b-4648-8ed6-22f7e11ddcd4" providerId="ADAL" clId="{A22EBC8F-9BDD-4DD9-AD7B-904A4398918E}" dt="2025-01-02T20:13:45.775" v="22" actId="114"/>
          <ac:spMkLst>
            <pc:docMk/>
            <pc:sldMk cId="3822094833" sldId="271"/>
            <ac:spMk id="14" creationId="{ABE33EE8-1B35-5724-E971-8C7D9C3FAAB1}"/>
          </ac:spMkLst>
        </pc:spChg>
        <pc:spChg chg="mod">
          <ac:chgData name="Zhang, Zihao" userId="26112959-846b-4648-8ed6-22f7e11ddcd4" providerId="ADAL" clId="{A22EBC8F-9BDD-4DD9-AD7B-904A4398918E}" dt="2025-01-02T20:13:40.880" v="20" actId="114"/>
          <ac:spMkLst>
            <pc:docMk/>
            <pc:sldMk cId="3822094833" sldId="271"/>
            <ac:spMk id="15" creationId="{7C5DE7A8-5684-AF5C-513D-933E73E423C7}"/>
          </ac:spMkLst>
        </pc:spChg>
        <pc:spChg chg="mod">
          <ac:chgData name="Zhang, Zihao" userId="26112959-846b-4648-8ed6-22f7e11ddcd4" providerId="ADAL" clId="{A22EBC8F-9BDD-4DD9-AD7B-904A4398918E}" dt="2025-01-02T20:13:48.093" v="23" actId="114"/>
          <ac:spMkLst>
            <pc:docMk/>
            <pc:sldMk cId="3822094833" sldId="271"/>
            <ac:spMk id="17" creationId="{BA2C311D-B908-4C67-36FD-E5E3AFE2181E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22" creationId="{DB5330E1-BC9E-470C-4E1A-EB96E3F96E60}"/>
          </ac:spMkLst>
        </pc:spChg>
        <pc:spChg chg="mod">
          <ac:chgData name="Zhang, Zihao" userId="26112959-846b-4648-8ed6-22f7e11ddcd4" providerId="ADAL" clId="{A22EBC8F-9BDD-4DD9-AD7B-904A4398918E}" dt="2025-01-02T20:18:45.585" v="29" actId="12788"/>
          <ac:spMkLst>
            <pc:docMk/>
            <pc:sldMk cId="3822094833" sldId="271"/>
            <ac:spMk id="23" creationId="{C1C747F5-C3DD-D3FE-5AFC-F7B44410AF2E}"/>
          </ac:spMkLst>
        </pc:spChg>
        <pc:spChg chg="mod">
          <ac:chgData name="Zhang, Zihao" userId="26112959-846b-4648-8ed6-22f7e11ddcd4" providerId="ADAL" clId="{A22EBC8F-9BDD-4DD9-AD7B-904A4398918E}" dt="2025-01-02T20:18:45.585" v="29" actId="12788"/>
          <ac:spMkLst>
            <pc:docMk/>
            <pc:sldMk cId="3822094833" sldId="271"/>
            <ac:spMk id="24" creationId="{DA873348-CB95-B1AD-21B7-C2C464A4CC30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32" creationId="{1D3E24A3-08E1-1E38-5390-F54EB1A5C5EB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33" creationId="{37C58FE0-F3AC-C480-B80B-CAB967078D32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34" creationId="{C31F8A04-008A-50A8-9DFA-B7A4FE39C89C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35" creationId="{57F6CE99-5C38-07AC-5D21-CCC6A4D58B72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36" creationId="{FC3E8997-8A43-CE99-D8C9-0EB38CBC5E07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37" creationId="{64A83BC7-143C-7BFA-F2CD-0499357C71EE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38" creationId="{22294A04-8BE7-B5C0-8073-54D29407B3F2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39" creationId="{376ED5FB-82F9-80C6-5D55-CE2004F8FC37}"/>
          </ac:spMkLst>
        </pc:spChg>
        <pc:spChg chg="mod">
          <ac:chgData name="Zhang, Zihao" userId="26112959-846b-4648-8ed6-22f7e11ddcd4" providerId="ADAL" clId="{A22EBC8F-9BDD-4DD9-AD7B-904A4398918E}" dt="2025-01-02T20:18:51.852" v="30" actId="12788"/>
          <ac:spMkLst>
            <pc:docMk/>
            <pc:sldMk cId="3822094833" sldId="271"/>
            <ac:spMk id="40" creationId="{BE297D15-2EAE-03DA-3DEF-1B8D9AF78BA6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41" creationId="{AB02B070-3C7D-59D8-6B98-E7C229C5FD74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42" creationId="{6DA01AF5-A6CC-4A85-1253-EFD4A7757755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43" creationId="{1D76718A-32F9-976C-CB89-413D6E8F5443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44" creationId="{A7F4FCA0-738C-5393-D7C0-FD0B80684AB5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45" creationId="{825D6343-35AB-4410-DEC4-AF022F2C8FA8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46" creationId="{BFB5D931-271B-1599-5D3C-713FADE1B36A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47" creationId="{A5AF3A07-F3CD-BDD7-D602-5D95A35C4260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48" creationId="{8EA6F89C-03F0-91F6-2FDD-AD8AE3A1C555}"/>
          </ac:spMkLst>
        </pc:spChg>
        <pc:spChg chg="mod">
          <ac:chgData name="Zhang, Zihao" userId="26112959-846b-4648-8ed6-22f7e11ddcd4" providerId="ADAL" clId="{A22EBC8F-9BDD-4DD9-AD7B-904A4398918E}" dt="2025-01-02T20:18:51.852" v="30" actId="12788"/>
          <ac:spMkLst>
            <pc:docMk/>
            <pc:sldMk cId="3822094833" sldId="271"/>
            <ac:spMk id="49" creationId="{372FBDE0-6251-474B-EAFD-1A0EADD09EBC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50" creationId="{E9FC09A6-1E0D-3D18-BD41-20D1BB19076E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51" creationId="{4888F64C-4286-DBF7-2A12-82CD7982361A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52" creationId="{D0F15058-B2E0-E51E-EA09-DE1A9D4FA6DD}"/>
          </ac:spMkLst>
        </pc:spChg>
        <pc:spChg chg="mod">
          <ac:chgData name="Zhang, Zihao" userId="26112959-846b-4648-8ed6-22f7e11ddcd4" providerId="ADAL" clId="{A22EBC8F-9BDD-4DD9-AD7B-904A4398918E}" dt="2025-01-02T20:18:51.852" v="30" actId="12788"/>
          <ac:spMkLst>
            <pc:docMk/>
            <pc:sldMk cId="3822094833" sldId="271"/>
            <ac:spMk id="53" creationId="{FBCE29D0-094D-3476-E485-DD976F79E05F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54" creationId="{55853024-F73A-00BB-398C-5F10B5A3A41E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55" creationId="{68D1CD7C-B1F0-47ED-9C48-273907FBF3CD}"/>
          </ac:spMkLst>
        </pc:spChg>
        <pc:spChg chg="mod">
          <ac:chgData name="Zhang, Zihao" userId="26112959-846b-4648-8ed6-22f7e11ddcd4" providerId="ADAL" clId="{A22EBC8F-9BDD-4DD9-AD7B-904A4398918E}" dt="2025-01-02T20:23:35.563" v="45" actId="20577"/>
          <ac:spMkLst>
            <pc:docMk/>
            <pc:sldMk cId="3822094833" sldId="271"/>
            <ac:spMk id="56" creationId="{982DD333-9F29-1538-D11F-5BD905635C22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57" creationId="{859DC1EC-5805-3DE8-5F7A-D52FE56E8121}"/>
          </ac:spMkLst>
        </pc:spChg>
        <pc:spChg chg="mod">
          <ac:chgData name="Zhang, Zihao" userId="26112959-846b-4648-8ed6-22f7e11ddcd4" providerId="ADAL" clId="{A22EBC8F-9BDD-4DD9-AD7B-904A4398918E}" dt="2025-01-02T20:18:45.585" v="29" actId="12788"/>
          <ac:spMkLst>
            <pc:docMk/>
            <pc:sldMk cId="3822094833" sldId="271"/>
            <ac:spMk id="58" creationId="{43AEBE87-5383-F43E-103B-7F139703AE91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59" creationId="{AD9B200E-D263-B3FD-7D55-8E8A2C8E4503}"/>
          </ac:spMkLst>
        </pc:spChg>
        <pc:spChg chg="mod">
          <ac:chgData name="Zhang, Zihao" userId="26112959-846b-4648-8ed6-22f7e11ddcd4" providerId="ADAL" clId="{A22EBC8F-9BDD-4DD9-AD7B-904A4398918E}" dt="2025-01-02T20:18:45.585" v="29" actId="12788"/>
          <ac:spMkLst>
            <pc:docMk/>
            <pc:sldMk cId="3822094833" sldId="271"/>
            <ac:spMk id="60" creationId="{6DFCDF9E-9DD1-0FE8-E407-AF752B9EBF9D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61" creationId="{52E0AA8D-ADD9-96AA-2867-54A661BDDD87}"/>
          </ac:spMkLst>
        </pc:spChg>
        <pc:spChg chg="mod">
          <ac:chgData name="Zhang, Zihao" userId="26112959-846b-4648-8ed6-22f7e11ddcd4" providerId="ADAL" clId="{A22EBC8F-9BDD-4DD9-AD7B-904A4398918E}" dt="2025-01-02T20:18:45.585" v="29" actId="12788"/>
          <ac:spMkLst>
            <pc:docMk/>
            <pc:sldMk cId="3822094833" sldId="271"/>
            <ac:spMk id="62" creationId="{FF51BA7E-4085-DDC3-6A61-E8A447227FAC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63" creationId="{619A511D-515C-533C-9258-C9957096B128}"/>
          </ac:spMkLst>
        </pc:spChg>
        <pc:spChg chg="mod">
          <ac:chgData name="Zhang, Zihao" userId="26112959-846b-4648-8ed6-22f7e11ddcd4" providerId="ADAL" clId="{A22EBC8F-9BDD-4DD9-AD7B-904A4398918E}" dt="2025-01-02T20:18:45.585" v="29" actId="12788"/>
          <ac:spMkLst>
            <pc:docMk/>
            <pc:sldMk cId="3822094833" sldId="271"/>
            <ac:spMk id="64" creationId="{AAC41737-124C-D81F-30F4-648EF94964B0}"/>
          </ac:spMkLst>
        </pc:spChg>
        <pc:spChg chg="mod">
          <ac:chgData name="Zhang, Zihao" userId="26112959-846b-4648-8ed6-22f7e11ddcd4" providerId="ADAL" clId="{A22EBC8F-9BDD-4DD9-AD7B-904A4398918E}" dt="2025-01-02T20:18:45.585" v="29" actId="12788"/>
          <ac:spMkLst>
            <pc:docMk/>
            <pc:sldMk cId="3822094833" sldId="271"/>
            <ac:spMk id="65" creationId="{261670CB-30B9-D64F-D1A6-2548A028F720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66" creationId="{9D4A3F35-BF1B-688A-CC9B-A9DB1AF3A752}"/>
          </ac:spMkLst>
        </pc:spChg>
        <pc:spChg chg="mod">
          <ac:chgData name="Zhang, Zihao" userId="26112959-846b-4648-8ed6-22f7e11ddcd4" providerId="ADAL" clId="{A22EBC8F-9BDD-4DD9-AD7B-904A4398918E}" dt="2025-01-02T20:18:45.585" v="29" actId="12788"/>
          <ac:spMkLst>
            <pc:docMk/>
            <pc:sldMk cId="3822094833" sldId="271"/>
            <ac:spMk id="67" creationId="{A6060192-4765-972E-5EC4-BFE4E4BFC746}"/>
          </ac:spMkLst>
        </pc:spChg>
        <pc:spChg chg="mod">
          <ac:chgData name="Zhang, Zihao" userId="26112959-846b-4648-8ed6-22f7e11ddcd4" providerId="ADAL" clId="{A22EBC8F-9BDD-4DD9-AD7B-904A4398918E}" dt="2025-01-02T00:04:47.502" v="5" actId="1076"/>
          <ac:spMkLst>
            <pc:docMk/>
            <pc:sldMk cId="3822094833" sldId="271"/>
            <ac:spMk id="69" creationId="{612ED0E9-159D-D10C-165A-717233EEE10B}"/>
          </ac:spMkLst>
        </pc:spChg>
        <pc:grpChg chg="mod">
          <ac:chgData name="Zhang, Zihao" userId="26112959-846b-4648-8ed6-22f7e11ddcd4" providerId="ADAL" clId="{A22EBC8F-9BDD-4DD9-AD7B-904A4398918E}" dt="2025-01-02T00:04:47.502" v="5" actId="1076"/>
          <ac:grpSpMkLst>
            <pc:docMk/>
            <pc:sldMk cId="3822094833" sldId="271"/>
            <ac:grpSpMk id="29" creationId="{3B56E034-67D7-7FD8-9E70-4A79E2D3DB47}"/>
          </ac:grpSpMkLst>
        </pc:grpChg>
        <pc:grpChg chg="mod">
          <ac:chgData name="Zhang, Zihao" userId="26112959-846b-4648-8ed6-22f7e11ddcd4" providerId="ADAL" clId="{A22EBC8F-9BDD-4DD9-AD7B-904A4398918E}" dt="2025-01-02T00:04:47.502" v="5" actId="1076"/>
          <ac:grpSpMkLst>
            <pc:docMk/>
            <pc:sldMk cId="3822094833" sldId="271"/>
            <ac:grpSpMk id="72" creationId="{10D86FA1-9025-127C-8BD8-E9AAA1EBA17A}"/>
          </ac:grpSpMkLst>
        </pc:grpChg>
        <pc:grpChg chg="mod">
          <ac:chgData name="Zhang, Zihao" userId="26112959-846b-4648-8ed6-22f7e11ddcd4" providerId="ADAL" clId="{A22EBC8F-9BDD-4DD9-AD7B-904A4398918E}" dt="2025-01-02T00:04:47.502" v="5" actId="1076"/>
          <ac:grpSpMkLst>
            <pc:docMk/>
            <pc:sldMk cId="3822094833" sldId="271"/>
            <ac:grpSpMk id="74" creationId="{8F91C53A-A99A-BD79-6CAE-8B4E4DC61D6B}"/>
          </ac:grpSpMkLst>
        </pc:grpChg>
        <pc:graphicFrameChg chg="mod modGraphic">
          <ac:chgData name="Zhang, Zihao" userId="26112959-846b-4648-8ed6-22f7e11ddcd4" providerId="ADAL" clId="{A22EBC8F-9BDD-4DD9-AD7B-904A4398918E}" dt="2025-01-02T20:14:15.239" v="27" actId="20577"/>
          <ac:graphicFrameMkLst>
            <pc:docMk/>
            <pc:sldMk cId="3822094833" sldId="271"/>
            <ac:graphicFrameMk id="2" creationId="{F7706CED-DD04-7608-6F1D-DB9ED730B1C4}"/>
          </ac:graphicFrameMkLst>
        </pc:graphicFrameChg>
        <pc:graphicFrameChg chg="mod">
          <ac:chgData name="Zhang, Zihao" userId="26112959-846b-4648-8ed6-22f7e11ddcd4" providerId="ADAL" clId="{A22EBC8F-9BDD-4DD9-AD7B-904A4398918E}" dt="2025-01-02T00:04:47.502" v="5" actId="1076"/>
          <ac:graphicFrameMkLst>
            <pc:docMk/>
            <pc:sldMk cId="3822094833" sldId="271"/>
            <ac:graphicFrameMk id="4" creationId="{A30DEDFF-1E25-F8B6-ED98-784A39CF0A5B}"/>
          </ac:graphicFrameMkLst>
        </pc:graphicFrameChg>
        <pc:graphicFrameChg chg="mod">
          <ac:chgData name="Zhang, Zihao" userId="26112959-846b-4648-8ed6-22f7e11ddcd4" providerId="ADAL" clId="{A22EBC8F-9BDD-4DD9-AD7B-904A4398918E}" dt="2025-01-02T00:04:47.502" v="5" actId="1076"/>
          <ac:graphicFrameMkLst>
            <pc:docMk/>
            <pc:sldMk cId="3822094833" sldId="271"/>
            <ac:graphicFrameMk id="5" creationId="{B0B78CF2-8E99-BB01-39E9-ED2C70651844}"/>
          </ac:graphicFrameMkLst>
        </pc:graphicFrameChg>
        <pc:graphicFrameChg chg="mod">
          <ac:chgData name="Zhang, Zihao" userId="26112959-846b-4648-8ed6-22f7e11ddcd4" providerId="ADAL" clId="{A22EBC8F-9BDD-4DD9-AD7B-904A4398918E}" dt="2025-01-02T00:29:30.730" v="17"/>
          <ac:graphicFrameMkLst>
            <pc:docMk/>
            <pc:sldMk cId="3822094833" sldId="271"/>
            <ac:graphicFrameMk id="7" creationId="{B4CBEF12-0513-623A-B5C8-497438ABCAD2}"/>
          </ac:graphicFrameMkLst>
        </pc:graphicFrameChg>
        <pc:graphicFrameChg chg="mod">
          <ac:chgData name="Zhang, Zihao" userId="26112959-846b-4648-8ed6-22f7e11ddcd4" providerId="ADAL" clId="{A22EBC8F-9BDD-4DD9-AD7B-904A4398918E}" dt="2025-01-02T00:04:47.502" v="5" actId="1076"/>
          <ac:graphicFrameMkLst>
            <pc:docMk/>
            <pc:sldMk cId="3822094833" sldId="271"/>
            <ac:graphicFrameMk id="9" creationId="{C958F1BE-3C60-DFE6-50BC-8C86688285E8}"/>
          </ac:graphicFrameMkLst>
        </pc:graphicFrameChg>
        <pc:graphicFrameChg chg="mod">
          <ac:chgData name="Zhang, Zihao" userId="26112959-846b-4648-8ed6-22f7e11ddcd4" providerId="ADAL" clId="{A22EBC8F-9BDD-4DD9-AD7B-904A4398918E}" dt="2025-01-02T00:04:47.502" v="5" actId="1076"/>
          <ac:graphicFrameMkLst>
            <pc:docMk/>
            <pc:sldMk cId="3822094833" sldId="271"/>
            <ac:graphicFrameMk id="11" creationId="{0D5571BE-D9C3-84B9-4C63-0A89FF1C4EF7}"/>
          </ac:graphicFrameMkLst>
        </pc:graphicFrameChg>
        <pc:graphicFrameChg chg="mod">
          <ac:chgData name="Zhang, Zihao" userId="26112959-846b-4648-8ed6-22f7e11ddcd4" providerId="ADAL" clId="{A22EBC8F-9BDD-4DD9-AD7B-904A4398918E}" dt="2025-01-02T00:04:47.502" v="5" actId="1076"/>
          <ac:graphicFrameMkLst>
            <pc:docMk/>
            <pc:sldMk cId="3822094833" sldId="271"/>
            <ac:graphicFrameMk id="13" creationId="{05BB7D3C-104B-533F-2BF3-1A492F6B2D62}"/>
          </ac:graphicFrameMkLst>
        </pc:graphicFrameChg>
        <pc:graphicFrameChg chg="mod">
          <ac:chgData name="Zhang, Zihao" userId="26112959-846b-4648-8ed6-22f7e11ddcd4" providerId="ADAL" clId="{A22EBC8F-9BDD-4DD9-AD7B-904A4398918E}" dt="2025-01-02T00:04:47.502" v="5" actId="1076"/>
          <ac:graphicFrameMkLst>
            <pc:docMk/>
            <pc:sldMk cId="3822094833" sldId="271"/>
            <ac:graphicFrameMk id="16" creationId="{B5DE7AEC-1FCA-60A9-57E0-510ACF3A2821}"/>
          </ac:graphicFrameMkLst>
        </pc:graphicFrameChg>
        <pc:picChg chg="mod">
          <ac:chgData name="Zhang, Zihao" userId="26112959-846b-4648-8ed6-22f7e11ddcd4" providerId="ADAL" clId="{A22EBC8F-9BDD-4DD9-AD7B-904A4398918E}" dt="2025-01-02T00:04:47.502" v="5" actId="1076"/>
          <ac:picMkLst>
            <pc:docMk/>
            <pc:sldMk cId="3822094833" sldId="271"/>
            <ac:picMk id="68" creationId="{51C688CC-EE5F-CF72-D3AE-64708C4E8737}"/>
          </ac:picMkLst>
        </pc:picChg>
        <pc:cxnChg chg="mod">
          <ac:chgData name="Zhang, Zihao" userId="26112959-846b-4648-8ed6-22f7e11ddcd4" providerId="ADAL" clId="{A22EBC8F-9BDD-4DD9-AD7B-904A4398918E}" dt="2025-01-02T00:04:47.502" v="5" actId="1076"/>
          <ac:cxnSpMkLst>
            <pc:docMk/>
            <pc:sldMk cId="3822094833" sldId="271"/>
            <ac:cxnSpMk id="18" creationId="{F6878B51-4721-A4EC-99DF-E6F02151146E}"/>
          </ac:cxnSpMkLst>
        </pc:cxnChg>
        <pc:cxnChg chg="mod">
          <ac:chgData name="Zhang, Zihao" userId="26112959-846b-4648-8ed6-22f7e11ddcd4" providerId="ADAL" clId="{A22EBC8F-9BDD-4DD9-AD7B-904A4398918E}" dt="2025-01-02T00:04:47.502" v="5" actId="1076"/>
          <ac:cxnSpMkLst>
            <pc:docMk/>
            <pc:sldMk cId="3822094833" sldId="271"/>
            <ac:cxnSpMk id="19" creationId="{2D60D36F-145B-F4B2-FD8D-D85DDC82D23B}"/>
          </ac:cxnSpMkLst>
        </pc:cxnChg>
        <pc:cxnChg chg="mod">
          <ac:chgData name="Zhang, Zihao" userId="26112959-846b-4648-8ed6-22f7e11ddcd4" providerId="ADAL" clId="{A22EBC8F-9BDD-4DD9-AD7B-904A4398918E}" dt="2025-01-02T00:04:47.502" v="5" actId="1076"/>
          <ac:cxnSpMkLst>
            <pc:docMk/>
            <pc:sldMk cId="3822094833" sldId="271"/>
            <ac:cxnSpMk id="20" creationId="{2ED29483-BAE4-ACB9-A9BE-639AF16FA165}"/>
          </ac:cxnSpMkLst>
        </pc:cxnChg>
        <pc:cxnChg chg="mod">
          <ac:chgData name="Zhang, Zihao" userId="26112959-846b-4648-8ed6-22f7e11ddcd4" providerId="ADAL" clId="{A22EBC8F-9BDD-4DD9-AD7B-904A4398918E}" dt="2025-01-02T00:04:47.502" v="5" actId="1076"/>
          <ac:cxnSpMkLst>
            <pc:docMk/>
            <pc:sldMk cId="3822094833" sldId="271"/>
            <ac:cxnSpMk id="21" creationId="{A99029D4-B986-148A-DCB6-B71BA3747124}"/>
          </ac:cxnSpMkLst>
        </pc:cxnChg>
      </pc:sldChg>
      <pc:sldChg chg="del">
        <pc:chgData name="Zhang, Zihao" userId="26112959-846b-4648-8ed6-22f7e11ddcd4" providerId="ADAL" clId="{A22EBC8F-9BDD-4DD9-AD7B-904A4398918E}" dt="2025-01-02T00:04:16.855" v="4" actId="47"/>
        <pc:sldMkLst>
          <pc:docMk/>
          <pc:sldMk cId="3669502245" sldId="273"/>
        </pc:sldMkLst>
      </pc:sldChg>
      <pc:sldChg chg="del">
        <pc:chgData name="Zhang, Zihao" userId="26112959-846b-4648-8ed6-22f7e11ddcd4" providerId="ADAL" clId="{A22EBC8F-9BDD-4DD9-AD7B-904A4398918E}" dt="2025-01-02T00:04:15.938" v="1" actId="47"/>
        <pc:sldMkLst>
          <pc:docMk/>
          <pc:sldMk cId="3264780388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2CD3C-B33B-43D3-97C7-5595ADBAC9F7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5838" y="1143000"/>
            <a:ext cx="4886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ABF19-8814-492F-B913-F98008D5E4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7818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1700" y="1795781"/>
            <a:ext cx="13030200" cy="3820160"/>
          </a:xfrm>
        </p:spPr>
        <p:txBody>
          <a:bodyPr anchor="b"/>
          <a:lstStyle>
            <a:lvl1pPr algn="ctr">
              <a:defRPr sz="85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700" y="5763261"/>
            <a:ext cx="13030200" cy="2649219"/>
          </a:xfrm>
        </p:spPr>
        <p:txBody>
          <a:bodyPr/>
          <a:lstStyle>
            <a:lvl1pPr marL="0" indent="0" algn="ctr">
              <a:buNone/>
              <a:defRPr sz="3420"/>
            </a:lvl1pPr>
            <a:lvl2pPr marL="651510" indent="0" algn="ctr">
              <a:buNone/>
              <a:defRPr sz="2850"/>
            </a:lvl2pPr>
            <a:lvl3pPr marL="1303020" indent="0" algn="ctr">
              <a:buNone/>
              <a:defRPr sz="2565"/>
            </a:lvl3pPr>
            <a:lvl4pPr marL="1954530" indent="0" algn="ctr">
              <a:buNone/>
              <a:defRPr sz="2280"/>
            </a:lvl4pPr>
            <a:lvl5pPr marL="2606040" indent="0" algn="ctr">
              <a:buNone/>
              <a:defRPr sz="2280"/>
            </a:lvl5pPr>
            <a:lvl6pPr marL="3257550" indent="0" algn="ctr">
              <a:buNone/>
              <a:defRPr sz="2280"/>
            </a:lvl6pPr>
            <a:lvl7pPr marL="3909060" indent="0" algn="ctr">
              <a:buNone/>
              <a:defRPr sz="2280"/>
            </a:lvl7pPr>
            <a:lvl8pPr marL="4560570" indent="0" algn="ctr">
              <a:buNone/>
              <a:defRPr sz="2280"/>
            </a:lvl8pPr>
            <a:lvl9pPr marL="5212080" indent="0" algn="ctr">
              <a:buNone/>
              <a:defRPr sz="2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7663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08985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386" y="2735582"/>
            <a:ext cx="14984730" cy="4564379"/>
          </a:xfrm>
        </p:spPr>
        <p:txBody>
          <a:bodyPr anchor="b"/>
          <a:lstStyle>
            <a:lvl1pPr>
              <a:defRPr sz="85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5386" y="7343142"/>
            <a:ext cx="14984730" cy="2400299"/>
          </a:xfrm>
        </p:spPr>
        <p:txBody>
          <a:bodyPr/>
          <a:lstStyle>
            <a:lvl1pPr marL="0" indent="0">
              <a:buNone/>
              <a:defRPr sz="3420">
                <a:solidFill>
                  <a:schemeClr val="tx1">
                    <a:tint val="82000"/>
                  </a:schemeClr>
                </a:solidFill>
              </a:defRPr>
            </a:lvl1pPr>
            <a:lvl2pPr marL="651510" indent="0">
              <a:buNone/>
              <a:defRPr sz="2850">
                <a:solidFill>
                  <a:schemeClr val="tx1">
                    <a:tint val="82000"/>
                  </a:schemeClr>
                </a:solidFill>
              </a:defRPr>
            </a:lvl2pPr>
            <a:lvl3pPr marL="1303020" indent="0">
              <a:buNone/>
              <a:defRPr sz="2565">
                <a:solidFill>
                  <a:schemeClr val="tx1">
                    <a:tint val="82000"/>
                  </a:schemeClr>
                </a:solidFill>
              </a:defRPr>
            </a:lvl3pPr>
            <a:lvl4pPr marL="1954530" indent="0">
              <a:buNone/>
              <a:defRPr sz="2280">
                <a:solidFill>
                  <a:schemeClr val="tx1">
                    <a:tint val="82000"/>
                  </a:schemeClr>
                </a:solidFill>
              </a:defRPr>
            </a:lvl4pPr>
            <a:lvl5pPr marL="2606040" indent="0">
              <a:buNone/>
              <a:defRPr sz="2280">
                <a:solidFill>
                  <a:schemeClr val="tx1">
                    <a:tint val="82000"/>
                  </a:schemeClr>
                </a:solidFill>
              </a:defRPr>
            </a:lvl5pPr>
            <a:lvl6pPr marL="3257550" indent="0">
              <a:buNone/>
              <a:defRPr sz="2280">
                <a:solidFill>
                  <a:schemeClr val="tx1">
                    <a:tint val="82000"/>
                  </a:schemeClr>
                </a:solidFill>
              </a:defRPr>
            </a:lvl6pPr>
            <a:lvl7pPr marL="3909060" indent="0">
              <a:buNone/>
              <a:defRPr sz="2280">
                <a:solidFill>
                  <a:schemeClr val="tx1">
                    <a:tint val="82000"/>
                  </a:schemeClr>
                </a:solidFill>
              </a:defRPr>
            </a:lvl7pPr>
            <a:lvl8pPr marL="4560570" indent="0">
              <a:buNone/>
              <a:defRPr sz="2280">
                <a:solidFill>
                  <a:schemeClr val="tx1">
                    <a:tint val="82000"/>
                  </a:schemeClr>
                </a:solidFill>
              </a:defRPr>
            </a:lvl8pPr>
            <a:lvl9pPr marL="5212080" indent="0">
              <a:buNone/>
              <a:defRPr sz="2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4892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4435" y="2921000"/>
            <a:ext cx="738378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95385" y="2921000"/>
            <a:ext cx="738378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44147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584201"/>
            <a:ext cx="1498473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6699" y="2689861"/>
            <a:ext cx="7349846" cy="1318259"/>
          </a:xfrm>
        </p:spPr>
        <p:txBody>
          <a:bodyPr anchor="b"/>
          <a:lstStyle>
            <a:lvl1pPr marL="0" indent="0">
              <a:buNone/>
              <a:defRPr sz="3420" b="1"/>
            </a:lvl1pPr>
            <a:lvl2pPr marL="651510" indent="0">
              <a:buNone/>
              <a:defRPr sz="2850" b="1"/>
            </a:lvl2pPr>
            <a:lvl3pPr marL="1303020" indent="0">
              <a:buNone/>
              <a:defRPr sz="2565" b="1"/>
            </a:lvl3pPr>
            <a:lvl4pPr marL="1954530" indent="0">
              <a:buNone/>
              <a:defRPr sz="2280" b="1"/>
            </a:lvl4pPr>
            <a:lvl5pPr marL="2606040" indent="0">
              <a:buNone/>
              <a:defRPr sz="2280" b="1"/>
            </a:lvl5pPr>
            <a:lvl6pPr marL="3257550" indent="0">
              <a:buNone/>
              <a:defRPr sz="2280" b="1"/>
            </a:lvl6pPr>
            <a:lvl7pPr marL="3909060" indent="0">
              <a:buNone/>
              <a:defRPr sz="2280" b="1"/>
            </a:lvl7pPr>
            <a:lvl8pPr marL="4560570" indent="0">
              <a:buNone/>
              <a:defRPr sz="2280" b="1"/>
            </a:lvl8pPr>
            <a:lvl9pPr marL="5212080" indent="0">
              <a:buNone/>
              <a:defRPr sz="2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6699" y="4008120"/>
            <a:ext cx="7349846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95385" y="2689861"/>
            <a:ext cx="7386043" cy="1318259"/>
          </a:xfrm>
        </p:spPr>
        <p:txBody>
          <a:bodyPr anchor="b"/>
          <a:lstStyle>
            <a:lvl1pPr marL="0" indent="0">
              <a:buNone/>
              <a:defRPr sz="3420" b="1"/>
            </a:lvl1pPr>
            <a:lvl2pPr marL="651510" indent="0">
              <a:buNone/>
              <a:defRPr sz="2850" b="1"/>
            </a:lvl2pPr>
            <a:lvl3pPr marL="1303020" indent="0">
              <a:buNone/>
              <a:defRPr sz="2565" b="1"/>
            </a:lvl3pPr>
            <a:lvl4pPr marL="1954530" indent="0">
              <a:buNone/>
              <a:defRPr sz="2280" b="1"/>
            </a:lvl4pPr>
            <a:lvl5pPr marL="2606040" indent="0">
              <a:buNone/>
              <a:defRPr sz="2280" b="1"/>
            </a:lvl5pPr>
            <a:lvl6pPr marL="3257550" indent="0">
              <a:buNone/>
              <a:defRPr sz="2280" b="1"/>
            </a:lvl6pPr>
            <a:lvl7pPr marL="3909060" indent="0">
              <a:buNone/>
              <a:defRPr sz="2280" b="1"/>
            </a:lvl7pPr>
            <a:lvl8pPr marL="4560570" indent="0">
              <a:buNone/>
              <a:defRPr sz="2280" b="1"/>
            </a:lvl8pPr>
            <a:lvl9pPr marL="5212080" indent="0">
              <a:buNone/>
              <a:defRPr sz="2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95385" y="4008120"/>
            <a:ext cx="7386043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72787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2040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0784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731520"/>
            <a:ext cx="5603438" cy="2560320"/>
          </a:xfrm>
        </p:spPr>
        <p:txBody>
          <a:bodyPr anchor="b"/>
          <a:lstStyle>
            <a:lvl1pPr>
              <a:defRPr sz="4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6043" y="1579881"/>
            <a:ext cx="8795385" cy="7797800"/>
          </a:xfrm>
        </p:spPr>
        <p:txBody>
          <a:bodyPr/>
          <a:lstStyle>
            <a:lvl1pPr>
              <a:defRPr sz="4560"/>
            </a:lvl1pPr>
            <a:lvl2pPr>
              <a:defRPr sz="3990"/>
            </a:lvl2pPr>
            <a:lvl3pPr>
              <a:defRPr sz="3420"/>
            </a:lvl3pPr>
            <a:lvl4pPr>
              <a:defRPr sz="2850"/>
            </a:lvl4pPr>
            <a:lvl5pPr>
              <a:defRPr sz="2850"/>
            </a:lvl5pPr>
            <a:lvl6pPr>
              <a:defRPr sz="2850"/>
            </a:lvl6pPr>
            <a:lvl7pPr>
              <a:defRPr sz="2850"/>
            </a:lvl7pPr>
            <a:lvl8pPr>
              <a:defRPr sz="2850"/>
            </a:lvl8pPr>
            <a:lvl9pPr>
              <a:defRPr sz="2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3291840"/>
            <a:ext cx="5603438" cy="6098541"/>
          </a:xfrm>
        </p:spPr>
        <p:txBody>
          <a:bodyPr/>
          <a:lstStyle>
            <a:lvl1pPr marL="0" indent="0">
              <a:buNone/>
              <a:defRPr sz="2280"/>
            </a:lvl1pPr>
            <a:lvl2pPr marL="651510" indent="0">
              <a:buNone/>
              <a:defRPr sz="1995"/>
            </a:lvl2pPr>
            <a:lvl3pPr marL="1303020" indent="0">
              <a:buNone/>
              <a:defRPr sz="1710"/>
            </a:lvl3pPr>
            <a:lvl4pPr marL="1954530" indent="0">
              <a:buNone/>
              <a:defRPr sz="1425"/>
            </a:lvl4pPr>
            <a:lvl5pPr marL="2606040" indent="0">
              <a:buNone/>
              <a:defRPr sz="1425"/>
            </a:lvl5pPr>
            <a:lvl6pPr marL="3257550" indent="0">
              <a:buNone/>
              <a:defRPr sz="1425"/>
            </a:lvl6pPr>
            <a:lvl7pPr marL="3909060" indent="0">
              <a:buNone/>
              <a:defRPr sz="1425"/>
            </a:lvl7pPr>
            <a:lvl8pPr marL="4560570" indent="0">
              <a:buNone/>
              <a:defRPr sz="1425"/>
            </a:lvl8pPr>
            <a:lvl9pPr marL="5212080" indent="0">
              <a:buNone/>
              <a:defRPr sz="14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66183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731520"/>
            <a:ext cx="5603438" cy="2560320"/>
          </a:xfrm>
        </p:spPr>
        <p:txBody>
          <a:bodyPr anchor="b"/>
          <a:lstStyle>
            <a:lvl1pPr>
              <a:defRPr sz="4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6043" y="1579881"/>
            <a:ext cx="8795385" cy="7797800"/>
          </a:xfrm>
        </p:spPr>
        <p:txBody>
          <a:bodyPr anchor="t"/>
          <a:lstStyle>
            <a:lvl1pPr marL="0" indent="0">
              <a:buNone/>
              <a:defRPr sz="4560"/>
            </a:lvl1pPr>
            <a:lvl2pPr marL="651510" indent="0">
              <a:buNone/>
              <a:defRPr sz="3990"/>
            </a:lvl2pPr>
            <a:lvl3pPr marL="1303020" indent="0">
              <a:buNone/>
              <a:defRPr sz="3420"/>
            </a:lvl3pPr>
            <a:lvl4pPr marL="1954530" indent="0">
              <a:buNone/>
              <a:defRPr sz="2850"/>
            </a:lvl4pPr>
            <a:lvl5pPr marL="2606040" indent="0">
              <a:buNone/>
              <a:defRPr sz="2850"/>
            </a:lvl5pPr>
            <a:lvl6pPr marL="3257550" indent="0">
              <a:buNone/>
              <a:defRPr sz="2850"/>
            </a:lvl6pPr>
            <a:lvl7pPr marL="3909060" indent="0">
              <a:buNone/>
              <a:defRPr sz="2850"/>
            </a:lvl7pPr>
            <a:lvl8pPr marL="4560570" indent="0">
              <a:buNone/>
              <a:defRPr sz="2850"/>
            </a:lvl8pPr>
            <a:lvl9pPr marL="5212080" indent="0">
              <a:buNone/>
              <a:defRPr sz="28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3291840"/>
            <a:ext cx="5603438" cy="6098541"/>
          </a:xfrm>
        </p:spPr>
        <p:txBody>
          <a:bodyPr/>
          <a:lstStyle>
            <a:lvl1pPr marL="0" indent="0">
              <a:buNone/>
              <a:defRPr sz="2280"/>
            </a:lvl1pPr>
            <a:lvl2pPr marL="651510" indent="0">
              <a:buNone/>
              <a:defRPr sz="1995"/>
            </a:lvl2pPr>
            <a:lvl3pPr marL="1303020" indent="0">
              <a:buNone/>
              <a:defRPr sz="1710"/>
            </a:lvl3pPr>
            <a:lvl4pPr marL="1954530" indent="0">
              <a:buNone/>
              <a:defRPr sz="1425"/>
            </a:lvl4pPr>
            <a:lvl5pPr marL="2606040" indent="0">
              <a:buNone/>
              <a:defRPr sz="1425"/>
            </a:lvl5pPr>
            <a:lvl6pPr marL="3257550" indent="0">
              <a:buNone/>
              <a:defRPr sz="1425"/>
            </a:lvl6pPr>
            <a:lvl7pPr marL="3909060" indent="0">
              <a:buNone/>
              <a:defRPr sz="1425"/>
            </a:lvl7pPr>
            <a:lvl8pPr marL="4560570" indent="0">
              <a:buNone/>
              <a:defRPr sz="1425"/>
            </a:lvl8pPr>
            <a:lvl9pPr marL="5212080" indent="0">
              <a:buNone/>
              <a:defRPr sz="14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17778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6385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32982" y="584200"/>
            <a:ext cx="3746183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4435" y="584200"/>
            <a:ext cx="11021378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93003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4435" y="584201"/>
            <a:ext cx="1498473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435" y="2921000"/>
            <a:ext cx="1498473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4435" y="10170161"/>
            <a:ext cx="390906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55005" y="10170161"/>
            <a:ext cx="586359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70105" y="10170161"/>
            <a:ext cx="390906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47548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1303020" rtl="0" eaLnBrk="1" latinLnBrk="0" hangingPunct="1">
        <a:lnSpc>
          <a:spcPct val="90000"/>
        </a:lnSpc>
        <a:spcBef>
          <a:spcPct val="0"/>
        </a:spcBef>
        <a:buNone/>
        <a:defRPr sz="62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755" indent="-325755" algn="l" defTabSz="1303020" rtl="0" eaLnBrk="1" latinLnBrk="0" hangingPunct="1">
        <a:lnSpc>
          <a:spcPct val="90000"/>
        </a:lnSpc>
        <a:spcBef>
          <a:spcPts val="1425"/>
        </a:spcBef>
        <a:buFont typeface="Arial" panose="020B0604020202020204" pitchFamily="34" charset="0"/>
        <a:buChar char="•"/>
        <a:defRPr sz="3990" kern="1200">
          <a:solidFill>
            <a:schemeClr val="tx1"/>
          </a:solidFill>
          <a:latin typeface="+mn-lt"/>
          <a:ea typeface="+mn-ea"/>
          <a:cs typeface="+mn-cs"/>
        </a:defRPr>
      </a:lvl1pPr>
      <a:lvl2pPr marL="977265" indent="-325755" algn="l" defTabSz="1303020" rtl="0" eaLnBrk="1" latinLnBrk="0" hangingPunct="1">
        <a:lnSpc>
          <a:spcPct val="90000"/>
        </a:lnSpc>
        <a:spcBef>
          <a:spcPts val="713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2pPr>
      <a:lvl3pPr marL="1628775" indent="-325755" algn="l" defTabSz="1303020" rtl="0" eaLnBrk="1" latinLnBrk="0" hangingPunct="1">
        <a:lnSpc>
          <a:spcPct val="90000"/>
        </a:lnSpc>
        <a:spcBef>
          <a:spcPts val="713"/>
        </a:spcBef>
        <a:buFont typeface="Arial" panose="020B0604020202020204" pitchFamily="34" charset="0"/>
        <a:buChar char="•"/>
        <a:defRPr sz="2850" kern="1200">
          <a:solidFill>
            <a:schemeClr val="tx1"/>
          </a:solidFill>
          <a:latin typeface="+mn-lt"/>
          <a:ea typeface="+mn-ea"/>
          <a:cs typeface="+mn-cs"/>
        </a:defRPr>
      </a:lvl3pPr>
      <a:lvl4pPr marL="2280285" indent="-325755" algn="l" defTabSz="1303020" rtl="0" eaLnBrk="1" latinLnBrk="0" hangingPunct="1">
        <a:lnSpc>
          <a:spcPct val="90000"/>
        </a:lnSpc>
        <a:spcBef>
          <a:spcPts val="713"/>
        </a:spcBef>
        <a:buFont typeface="Arial" panose="020B0604020202020204" pitchFamily="34" charset="0"/>
        <a:buChar char="•"/>
        <a:defRPr sz="2565" kern="1200">
          <a:solidFill>
            <a:schemeClr val="tx1"/>
          </a:solidFill>
          <a:latin typeface="+mn-lt"/>
          <a:ea typeface="+mn-ea"/>
          <a:cs typeface="+mn-cs"/>
        </a:defRPr>
      </a:lvl4pPr>
      <a:lvl5pPr marL="2931795" indent="-325755" algn="l" defTabSz="1303020" rtl="0" eaLnBrk="1" latinLnBrk="0" hangingPunct="1">
        <a:lnSpc>
          <a:spcPct val="90000"/>
        </a:lnSpc>
        <a:spcBef>
          <a:spcPts val="713"/>
        </a:spcBef>
        <a:buFont typeface="Arial" panose="020B0604020202020204" pitchFamily="34" charset="0"/>
        <a:buChar char="•"/>
        <a:defRPr sz="2565" kern="1200">
          <a:solidFill>
            <a:schemeClr val="tx1"/>
          </a:solidFill>
          <a:latin typeface="+mn-lt"/>
          <a:ea typeface="+mn-ea"/>
          <a:cs typeface="+mn-cs"/>
        </a:defRPr>
      </a:lvl5pPr>
      <a:lvl6pPr marL="3583305" indent="-325755" algn="l" defTabSz="1303020" rtl="0" eaLnBrk="1" latinLnBrk="0" hangingPunct="1">
        <a:lnSpc>
          <a:spcPct val="90000"/>
        </a:lnSpc>
        <a:spcBef>
          <a:spcPts val="713"/>
        </a:spcBef>
        <a:buFont typeface="Arial" panose="020B0604020202020204" pitchFamily="34" charset="0"/>
        <a:buChar char="•"/>
        <a:defRPr sz="2565" kern="1200">
          <a:solidFill>
            <a:schemeClr val="tx1"/>
          </a:solidFill>
          <a:latin typeface="+mn-lt"/>
          <a:ea typeface="+mn-ea"/>
          <a:cs typeface="+mn-cs"/>
        </a:defRPr>
      </a:lvl6pPr>
      <a:lvl7pPr marL="4234815" indent="-325755" algn="l" defTabSz="1303020" rtl="0" eaLnBrk="1" latinLnBrk="0" hangingPunct="1">
        <a:lnSpc>
          <a:spcPct val="90000"/>
        </a:lnSpc>
        <a:spcBef>
          <a:spcPts val="713"/>
        </a:spcBef>
        <a:buFont typeface="Arial" panose="020B0604020202020204" pitchFamily="34" charset="0"/>
        <a:buChar char="•"/>
        <a:defRPr sz="2565" kern="1200">
          <a:solidFill>
            <a:schemeClr val="tx1"/>
          </a:solidFill>
          <a:latin typeface="+mn-lt"/>
          <a:ea typeface="+mn-ea"/>
          <a:cs typeface="+mn-cs"/>
        </a:defRPr>
      </a:lvl7pPr>
      <a:lvl8pPr marL="4886325" indent="-325755" algn="l" defTabSz="1303020" rtl="0" eaLnBrk="1" latinLnBrk="0" hangingPunct="1">
        <a:lnSpc>
          <a:spcPct val="90000"/>
        </a:lnSpc>
        <a:spcBef>
          <a:spcPts val="713"/>
        </a:spcBef>
        <a:buFont typeface="Arial" panose="020B0604020202020204" pitchFamily="34" charset="0"/>
        <a:buChar char="•"/>
        <a:defRPr sz="2565" kern="1200">
          <a:solidFill>
            <a:schemeClr val="tx1"/>
          </a:solidFill>
          <a:latin typeface="+mn-lt"/>
          <a:ea typeface="+mn-ea"/>
          <a:cs typeface="+mn-cs"/>
        </a:defRPr>
      </a:lvl8pPr>
      <a:lvl9pPr marL="5537835" indent="-325755" algn="l" defTabSz="1303020" rtl="0" eaLnBrk="1" latinLnBrk="0" hangingPunct="1">
        <a:lnSpc>
          <a:spcPct val="90000"/>
        </a:lnSpc>
        <a:spcBef>
          <a:spcPts val="713"/>
        </a:spcBef>
        <a:buFont typeface="Arial" panose="020B0604020202020204" pitchFamily="34" charset="0"/>
        <a:buChar char="•"/>
        <a:defRPr sz="25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3020" rtl="0" eaLnBrk="1" latinLnBrk="0" hangingPunct="1">
        <a:defRPr sz="2565" kern="1200">
          <a:solidFill>
            <a:schemeClr val="tx1"/>
          </a:solidFill>
          <a:latin typeface="+mn-lt"/>
          <a:ea typeface="+mn-ea"/>
          <a:cs typeface="+mn-cs"/>
        </a:defRPr>
      </a:lvl1pPr>
      <a:lvl2pPr marL="651510" algn="l" defTabSz="1303020" rtl="0" eaLnBrk="1" latinLnBrk="0" hangingPunct="1">
        <a:defRPr sz="2565" kern="1200">
          <a:solidFill>
            <a:schemeClr val="tx1"/>
          </a:solidFill>
          <a:latin typeface="+mn-lt"/>
          <a:ea typeface="+mn-ea"/>
          <a:cs typeface="+mn-cs"/>
        </a:defRPr>
      </a:lvl2pPr>
      <a:lvl3pPr marL="1303020" algn="l" defTabSz="1303020" rtl="0" eaLnBrk="1" latinLnBrk="0" hangingPunct="1">
        <a:defRPr sz="2565" kern="1200">
          <a:solidFill>
            <a:schemeClr val="tx1"/>
          </a:solidFill>
          <a:latin typeface="+mn-lt"/>
          <a:ea typeface="+mn-ea"/>
          <a:cs typeface="+mn-cs"/>
        </a:defRPr>
      </a:lvl3pPr>
      <a:lvl4pPr marL="1954530" algn="l" defTabSz="1303020" rtl="0" eaLnBrk="1" latinLnBrk="0" hangingPunct="1">
        <a:defRPr sz="2565" kern="1200">
          <a:solidFill>
            <a:schemeClr val="tx1"/>
          </a:solidFill>
          <a:latin typeface="+mn-lt"/>
          <a:ea typeface="+mn-ea"/>
          <a:cs typeface="+mn-cs"/>
        </a:defRPr>
      </a:lvl4pPr>
      <a:lvl5pPr marL="2606040" algn="l" defTabSz="1303020" rtl="0" eaLnBrk="1" latinLnBrk="0" hangingPunct="1">
        <a:defRPr sz="2565" kern="1200">
          <a:solidFill>
            <a:schemeClr val="tx1"/>
          </a:solidFill>
          <a:latin typeface="+mn-lt"/>
          <a:ea typeface="+mn-ea"/>
          <a:cs typeface="+mn-cs"/>
        </a:defRPr>
      </a:lvl5pPr>
      <a:lvl6pPr marL="3257550" algn="l" defTabSz="1303020" rtl="0" eaLnBrk="1" latinLnBrk="0" hangingPunct="1">
        <a:defRPr sz="2565" kern="1200">
          <a:solidFill>
            <a:schemeClr val="tx1"/>
          </a:solidFill>
          <a:latin typeface="+mn-lt"/>
          <a:ea typeface="+mn-ea"/>
          <a:cs typeface="+mn-cs"/>
        </a:defRPr>
      </a:lvl6pPr>
      <a:lvl7pPr marL="3909060" algn="l" defTabSz="1303020" rtl="0" eaLnBrk="1" latinLnBrk="0" hangingPunct="1">
        <a:defRPr sz="2565" kern="1200">
          <a:solidFill>
            <a:schemeClr val="tx1"/>
          </a:solidFill>
          <a:latin typeface="+mn-lt"/>
          <a:ea typeface="+mn-ea"/>
          <a:cs typeface="+mn-cs"/>
        </a:defRPr>
      </a:lvl7pPr>
      <a:lvl8pPr marL="4560570" algn="l" defTabSz="1303020" rtl="0" eaLnBrk="1" latinLnBrk="0" hangingPunct="1">
        <a:defRPr sz="2565" kern="1200">
          <a:solidFill>
            <a:schemeClr val="tx1"/>
          </a:solidFill>
          <a:latin typeface="+mn-lt"/>
          <a:ea typeface="+mn-ea"/>
          <a:cs typeface="+mn-cs"/>
        </a:defRPr>
      </a:lvl8pPr>
      <a:lvl9pPr marL="5212080" algn="l" defTabSz="1303020" rtl="0" eaLnBrk="1" latinLnBrk="0" hangingPunct="1">
        <a:defRPr sz="25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emf"/><Relationship Id="rId17" Type="http://schemas.openxmlformats.org/officeDocument/2006/relationships/image" Target="../media/image8.png"/><Relationship Id="rId2" Type="http://schemas.openxmlformats.org/officeDocument/2006/relationships/hyperlink" Target="https://www.nordicenergy.org/" TargetMode="External"/><Relationship Id="rId16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emf"/><Relationship Id="rId4" Type="http://schemas.openxmlformats.org/officeDocument/2006/relationships/image" Target="../media/image1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706CED-DD04-7608-6F1D-DB9ED730B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949098"/>
              </p:ext>
            </p:extLst>
          </p:nvPr>
        </p:nvGraphicFramePr>
        <p:xfrm>
          <a:off x="10749744" y="1550670"/>
          <a:ext cx="4889004" cy="6927606"/>
        </p:xfrm>
        <a:graphic>
          <a:graphicData uri="http://schemas.openxmlformats.org/drawingml/2006/table">
            <a:tbl>
              <a:tblPr firstRow="1">
                <a:tableStyleId>{5FD0F851-EC5A-4D38-B0AD-8093EC10F338}</a:tableStyleId>
              </a:tblPr>
              <a:tblGrid>
                <a:gridCol w="1650813">
                  <a:extLst>
                    <a:ext uri="{9D8B030D-6E8A-4147-A177-3AD203B41FA5}">
                      <a16:colId xmlns:a16="http://schemas.microsoft.com/office/drawing/2014/main" val="2125372197"/>
                    </a:ext>
                  </a:extLst>
                </a:gridCol>
                <a:gridCol w="1428441">
                  <a:extLst>
                    <a:ext uri="{9D8B030D-6E8A-4147-A177-3AD203B41FA5}">
                      <a16:colId xmlns:a16="http://schemas.microsoft.com/office/drawing/2014/main" val="4203182186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6572898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lang="de-CH" sz="1700" dirty="0" err="1"/>
                        <a:t>Commodity</a:t>
                      </a:r>
                      <a:r>
                        <a:rPr lang="de-CH" sz="1700" dirty="0"/>
                        <a:t> </a:t>
                      </a:r>
                      <a:r>
                        <a:rPr lang="de-CH" sz="1700" dirty="0" err="1"/>
                        <a:t>chemicals</a:t>
                      </a:r>
                      <a:endParaRPr lang="de-CH" sz="17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287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700" dirty="0"/>
                        <a:t>P</a:t>
                      </a:r>
                      <a:r>
                        <a:rPr lang="de-CH" sz="1700" dirty="0"/>
                        <a:t>roduction (Mt yr</a:t>
                      </a:r>
                      <a:r>
                        <a:rPr lang="de-CH" sz="1700" baseline="30000" dirty="0"/>
                        <a:t>−1</a:t>
                      </a:r>
                      <a:r>
                        <a:rPr lang="de-CH" sz="1700" dirty="0"/>
                        <a:t>)</a:t>
                      </a:r>
                      <a:endParaRPr lang="de-CH" sz="17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700" dirty="0"/>
                        <a:t>Market </a:t>
                      </a:r>
                      <a:r>
                        <a:rPr lang="de-CH" sz="1700" dirty="0" err="1"/>
                        <a:t>size</a:t>
                      </a:r>
                      <a:endParaRPr lang="de-CH" sz="1700" dirty="0"/>
                    </a:p>
                    <a:p>
                      <a:pPr algn="ctr"/>
                      <a:r>
                        <a:rPr lang="de-CH" sz="1700" dirty="0"/>
                        <a:t>(USD billion yr</a:t>
                      </a:r>
                      <a:r>
                        <a:rPr lang="de-CH" sz="1700" baseline="30000" dirty="0"/>
                        <a:t>−1</a:t>
                      </a:r>
                      <a:r>
                        <a:rPr lang="de-CH" sz="1700" dirty="0"/>
                        <a:t>)</a:t>
                      </a:r>
                      <a:endParaRPr lang="de-CH" sz="17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9131507"/>
                  </a:ext>
                </a:extLst>
              </a:tr>
              <a:tr h="723268">
                <a:tc>
                  <a:txBody>
                    <a:bodyPr/>
                    <a:lstStyle/>
                    <a:p>
                      <a:pPr algn="ctr"/>
                      <a:endParaRPr lang="de-CH" sz="17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325C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00"/>
                        </a:spcBef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</a:t>
                      </a:r>
                      <a:endParaRPr lang="de-CH" sz="1700" baseline="300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325C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00"/>
                        </a:spcBef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68</a:t>
                      </a:r>
                      <a:r>
                        <a:rPr lang="de-CH" sz="1700" baseline="30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  <a:endParaRPr lang="de-CH" sz="17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325C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121798"/>
                  </a:ext>
                </a:extLst>
              </a:tr>
              <a:tr h="804224">
                <a:tc>
                  <a:txBody>
                    <a:bodyPr/>
                    <a:lstStyle/>
                    <a:p>
                      <a:pPr algn="ctr"/>
                      <a:endParaRPr lang="de-CH" sz="17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0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00"/>
                        </a:spcBef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2~2.5</a:t>
                      </a: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0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00"/>
                        </a:spcBef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6.5</a:t>
                      </a: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233473"/>
                  </a:ext>
                </a:extLst>
              </a:tr>
              <a:tr h="661255">
                <a:tc>
                  <a:txBody>
                    <a:bodyPr/>
                    <a:lstStyle/>
                    <a:p>
                      <a:pPr algn="ctr"/>
                      <a:endParaRPr lang="de-CH" sz="17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325C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00"/>
                        </a:spcBef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0.1~0.2</a:t>
                      </a: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325C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00"/>
                        </a:spcBef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</a:t>
                      </a: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325C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125441"/>
                  </a:ext>
                </a:extLst>
              </a:tr>
              <a:tr h="814559">
                <a:tc>
                  <a:txBody>
                    <a:bodyPr/>
                    <a:lstStyle/>
                    <a:p>
                      <a:pPr algn="ctr"/>
                      <a:endParaRPr lang="de-CH" sz="17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0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00"/>
                        </a:spcBef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6.2</a:t>
                      </a: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0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00"/>
                        </a:spcBef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9.0</a:t>
                      </a: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47568"/>
                  </a:ext>
                </a:extLst>
              </a:tr>
              <a:tr h="866999">
                <a:tc>
                  <a:txBody>
                    <a:bodyPr/>
                    <a:lstStyle/>
                    <a:p>
                      <a:pPr algn="ctr"/>
                      <a:endParaRPr lang="de-CH" sz="17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B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28700" rtl="0" eaLnBrk="1" fontAlgn="auto" latinLnBrk="0" hangingPunct="1">
                        <a:lnSpc>
                          <a:spcPct val="2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</a:t>
                      </a:r>
                      <a:r>
                        <a:rPr lang="de-CH" sz="1700" baseline="30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  <a:endParaRPr lang="de-CH" sz="17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B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28700" rtl="0" eaLnBrk="1" fontAlgn="auto" latinLnBrk="0" hangingPunct="1">
                        <a:lnSpc>
                          <a:spcPct val="2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1.9</a:t>
                      </a:r>
                      <a:r>
                        <a:rPr lang="de-CH" sz="1700" baseline="30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066285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ctr"/>
                      <a:endParaRPr lang="de-CH" sz="17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B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00"/>
                        </a:spcBef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</a:t>
                      </a: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B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00"/>
                        </a:spcBef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</a:t>
                      </a:r>
                      <a:r>
                        <a:rPr lang="de-CH" sz="1700" baseline="30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  <a:endParaRPr lang="de-CH" sz="17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335786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ctr"/>
                      <a:endParaRPr lang="de-CH" sz="17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B4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00"/>
                        </a:spcBef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8.8</a:t>
                      </a: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B4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00"/>
                        </a:spcBef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</a:t>
                      </a: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B4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899228"/>
                  </a:ext>
                </a:extLst>
              </a:tr>
              <a:tr h="599851">
                <a:tc>
                  <a:txBody>
                    <a:bodyPr/>
                    <a:lstStyle/>
                    <a:p>
                      <a:pPr algn="ctr"/>
                      <a:endParaRPr lang="de-CH" sz="17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B4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28700" rtl="0" eaLnBrk="1" fontAlgn="auto" latinLnBrk="0" hangingPunct="1">
                        <a:lnSpc>
                          <a:spcPct val="2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7.0</a:t>
                      </a: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B4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28700" rtl="0" eaLnBrk="1" fontAlgn="auto" latinLnBrk="0" hangingPunct="1">
                        <a:lnSpc>
                          <a:spcPct val="2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</a:t>
                      </a:r>
                    </a:p>
                  </a:txBody>
                  <a:tcPr marL="91441" marR="914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B4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49116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B229D04-7786-1508-60FF-A649FC32ACD0}"/>
              </a:ext>
            </a:extLst>
          </p:cNvPr>
          <p:cNvSpPr txBox="1"/>
          <p:nvPr/>
        </p:nvSpPr>
        <p:spPr>
          <a:xfrm>
            <a:off x="10887309" y="8118314"/>
            <a:ext cx="1381663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acrylonitrile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30DEDFF-1E25-F8B6-ED98-784A39CF0A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858986"/>
              </p:ext>
            </p:extLst>
          </p:nvPr>
        </p:nvGraphicFramePr>
        <p:xfrm>
          <a:off x="11133600" y="7729687"/>
          <a:ext cx="889078" cy="448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566549" imgH="286172" progId="ChemDraw.Document.6.0">
                  <p:embed/>
                </p:oleObj>
              </mc:Choice>
              <mc:Fallback>
                <p:oleObj name="CS ChemDraw Drawing" r:id="rId3" imgW="566549" imgH="286172" progId="ChemDraw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30DEDFF-1E25-F8B6-ED98-784A39CF0A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33600" y="7729687"/>
                        <a:ext cx="889078" cy="448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0B78CF2-8E99-BB01-39E9-ED2C706518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370936"/>
              </p:ext>
            </p:extLst>
          </p:nvPr>
        </p:nvGraphicFramePr>
        <p:xfrm>
          <a:off x="11054796" y="4328576"/>
          <a:ext cx="1046689" cy="65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679515" imgH="424598" progId="ChemDraw.Document.6.0">
                  <p:embed/>
                </p:oleObj>
              </mc:Choice>
              <mc:Fallback>
                <p:oleObj name="CS ChemDraw Drawing" r:id="rId5" imgW="679515" imgH="424598" progId="ChemDraw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0B78CF2-8E99-BB01-39E9-ED2C706518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054796" y="4328576"/>
                        <a:ext cx="1046689" cy="652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97E0B9B-7662-3008-AA49-4ECEAAED3E96}"/>
              </a:ext>
            </a:extLst>
          </p:cNvPr>
          <p:cNvSpPr txBox="1"/>
          <p:nvPr/>
        </p:nvSpPr>
        <p:spPr>
          <a:xfrm>
            <a:off x="10887309" y="4923396"/>
            <a:ext cx="1381663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v</a:t>
            </a:r>
            <a:r>
              <a:rPr lang="en-US" altLang="zh-CN" sz="1601" dirty="0" err="1">
                <a:latin typeface="Roboto" panose="02000000000000000000" pitchFamily="2" charset="0"/>
                <a:ea typeface="Roboto" panose="02000000000000000000" pitchFamily="2" charset="0"/>
              </a:rPr>
              <a:t>inyl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 acetate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4CBEF12-0513-623A-B5C8-497438ABCA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518840"/>
              </p:ext>
            </p:extLst>
          </p:nvPr>
        </p:nvGraphicFramePr>
        <p:xfrm>
          <a:off x="11204575" y="2290763"/>
          <a:ext cx="74612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7" imgW="468892" imgH="193085" progId="ChemDraw_x64.Document.6.0">
                  <p:embed/>
                </p:oleObj>
              </mc:Choice>
              <mc:Fallback>
                <p:oleObj name="CS ChemDraw 64-bit Drawing" r:id="rId7" imgW="468892" imgH="193085" progId="ChemDraw_x64.Document.6.0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B4CBEF12-0513-623A-B5C8-497438ABCA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204575" y="2290763"/>
                        <a:ext cx="746125" cy="307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1AEA9FC-6ACF-F1A5-D3DA-B02B0772A0C0}"/>
              </a:ext>
            </a:extLst>
          </p:cNvPr>
          <p:cNvSpPr txBox="1"/>
          <p:nvPr/>
        </p:nvSpPr>
        <p:spPr>
          <a:xfrm>
            <a:off x="10758765" y="2584329"/>
            <a:ext cx="1638748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v</a:t>
            </a:r>
            <a:r>
              <a:rPr lang="en-US" altLang="zh-CN" sz="1601" dirty="0" err="1">
                <a:latin typeface="Roboto" panose="02000000000000000000" pitchFamily="2" charset="0"/>
                <a:ea typeface="Roboto" panose="02000000000000000000" pitchFamily="2" charset="0"/>
              </a:rPr>
              <a:t>inyl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1" dirty="0" err="1">
                <a:latin typeface="Roboto" panose="02000000000000000000" pitchFamily="2" charset="0"/>
                <a:ea typeface="Roboto" panose="02000000000000000000" pitchFamily="2" charset="0"/>
              </a:rPr>
              <a:t>chloride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958F1BE-3C60-DFE6-50BC-8C86688285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686087"/>
              </p:ext>
            </p:extLst>
          </p:nvPr>
        </p:nvGraphicFramePr>
        <p:xfrm>
          <a:off x="10758765" y="3058495"/>
          <a:ext cx="1638748" cy="353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9" imgW="1118289" imgH="241986" progId="ChemDraw.Document.6.0">
                  <p:embed/>
                </p:oleObj>
              </mc:Choice>
              <mc:Fallback>
                <p:oleObj name="CS ChemDraw Drawing" r:id="rId9" imgW="1118289" imgH="241986" progId="ChemDraw.Document.6.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C958F1BE-3C60-DFE6-50BC-8C86688285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758765" y="3058495"/>
                        <a:ext cx="1638748" cy="3538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CFB3C33-E068-B774-8CD3-5BB457CA9464}"/>
              </a:ext>
            </a:extLst>
          </p:cNvPr>
          <p:cNvSpPr txBox="1"/>
          <p:nvPr/>
        </p:nvSpPr>
        <p:spPr>
          <a:xfrm>
            <a:off x="10758765" y="3412094"/>
            <a:ext cx="1638748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1,4-butanediol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0D5571BE-D9C3-84B9-4C63-0A89FF1C4E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204337"/>
              </p:ext>
            </p:extLst>
          </p:nvPr>
        </p:nvGraphicFramePr>
        <p:xfrm>
          <a:off x="11054796" y="6731079"/>
          <a:ext cx="1046689" cy="671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1" imgW="660917" imgH="424598" progId="ChemDraw.Document.6.0">
                  <p:embed/>
                </p:oleObj>
              </mc:Choice>
              <mc:Fallback>
                <p:oleObj name="CS ChemDraw Drawing" r:id="rId11" imgW="660917" imgH="424598" progId="ChemDraw.Document.6.0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0D5571BE-D9C3-84B9-4C63-0A89FF1C4E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054796" y="6731079"/>
                        <a:ext cx="1046689" cy="671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6FFBB6D-975B-4065-A971-7EFFDD4FBCBD}"/>
              </a:ext>
            </a:extLst>
          </p:cNvPr>
          <p:cNvSpPr txBox="1"/>
          <p:nvPr/>
        </p:nvSpPr>
        <p:spPr>
          <a:xfrm>
            <a:off x="10887309" y="7332346"/>
            <a:ext cx="1381663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altLang="zh-CN" sz="1601" dirty="0" err="1">
                <a:latin typeface="Roboto" panose="02000000000000000000" pitchFamily="2" charset="0"/>
                <a:ea typeface="Roboto" panose="02000000000000000000" pitchFamily="2" charset="0"/>
              </a:rPr>
              <a:t>acrylic</a:t>
            </a:r>
            <a:r>
              <a:rPr lang="de-CH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CH" altLang="zh-CN" sz="1601" dirty="0" err="1">
                <a:latin typeface="Roboto" panose="02000000000000000000" pitchFamily="2" charset="0"/>
                <a:ea typeface="Roboto" panose="02000000000000000000" pitchFamily="2" charset="0"/>
              </a:rPr>
              <a:t>acid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05BB7D3C-104B-533F-2BF3-1A492F6B2D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843506"/>
              </p:ext>
            </p:extLst>
          </p:nvPr>
        </p:nvGraphicFramePr>
        <p:xfrm>
          <a:off x="11206893" y="5869278"/>
          <a:ext cx="742492" cy="625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3" imgW="502489" imgH="424598" progId="ChemDraw.Document.6.0">
                  <p:embed/>
                </p:oleObj>
              </mc:Choice>
              <mc:Fallback>
                <p:oleObj name="CS ChemDraw Drawing" r:id="rId13" imgW="502489" imgH="424598" progId="ChemDraw.Document.6.0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05BB7D3C-104B-533F-2BF3-1A492F6B2D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206893" y="5869278"/>
                        <a:ext cx="742492" cy="6253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BE33EE8-1B35-5724-E971-8C7D9C3FAAB1}"/>
              </a:ext>
            </a:extLst>
          </p:cNvPr>
          <p:cNvSpPr txBox="1"/>
          <p:nvPr/>
        </p:nvSpPr>
        <p:spPr>
          <a:xfrm>
            <a:off x="10852159" y="5546330"/>
            <a:ext cx="1451963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a</a:t>
            </a:r>
            <a:r>
              <a:rPr lang="de-CH" altLang="zh-CN" sz="1601" dirty="0" err="1">
                <a:latin typeface="Roboto" panose="02000000000000000000" pitchFamily="2" charset="0"/>
                <a:ea typeface="Roboto" panose="02000000000000000000" pitchFamily="2" charset="0"/>
              </a:rPr>
              <a:t>cetaldehyde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5DE7A8-5684-AF5C-513D-933E73E423C7}"/>
              </a:ext>
            </a:extLst>
          </p:cNvPr>
          <p:cNvSpPr txBox="1"/>
          <p:nvPr/>
        </p:nvSpPr>
        <p:spPr>
          <a:xfrm>
            <a:off x="10704539" y="3946820"/>
            <a:ext cx="1747200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altLang="zh-CN" sz="1601" dirty="0" err="1">
                <a:latin typeface="Roboto" panose="02000000000000000000" pitchFamily="2" charset="0"/>
                <a:ea typeface="Roboto" panose="02000000000000000000" pitchFamily="2" charset="0"/>
              </a:rPr>
              <a:t>acetylene</a:t>
            </a:r>
            <a:r>
              <a:rPr lang="de-CH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CH" altLang="zh-CN" sz="1601" dirty="0" err="1">
                <a:latin typeface="Roboto" panose="02000000000000000000" pitchFamily="2" charset="0"/>
                <a:ea typeface="Roboto" panose="02000000000000000000" pitchFamily="2" charset="0"/>
              </a:rPr>
              <a:t>black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B5DE7AEC-1FCA-60A9-57E0-510ACF3A28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227350"/>
              </p:ext>
            </p:extLst>
          </p:nvPr>
        </p:nvGraphicFramePr>
        <p:xfrm>
          <a:off x="11256690" y="5289915"/>
          <a:ext cx="642898" cy="325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5" imgW="401923" imgH="203669" progId="ChemDraw.Document.6.0">
                  <p:embed/>
                </p:oleObj>
              </mc:Choice>
              <mc:Fallback>
                <p:oleObj name="CS ChemDraw Drawing" r:id="rId15" imgW="401923" imgH="203669" progId="ChemDraw.Document.6.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B5DE7AEC-1FCA-60A9-57E0-510ACF3A28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256690" y="5289915"/>
                        <a:ext cx="642898" cy="3252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A2C311D-B908-4C67-36FD-E5E3AFE2181E}"/>
              </a:ext>
            </a:extLst>
          </p:cNvPr>
          <p:cNvSpPr txBox="1"/>
          <p:nvPr/>
        </p:nvSpPr>
        <p:spPr>
          <a:xfrm>
            <a:off x="10887309" y="6445711"/>
            <a:ext cx="1381663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altLang="zh-CN" sz="1601" dirty="0" err="1">
                <a:latin typeface="Roboto" panose="02000000000000000000" pitchFamily="2" charset="0"/>
                <a:ea typeface="Roboto" panose="02000000000000000000" pitchFamily="2" charset="0"/>
              </a:rPr>
              <a:t>acetic</a:t>
            </a:r>
            <a:r>
              <a:rPr lang="de-CH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CH" altLang="zh-CN" sz="1601" dirty="0" err="1">
                <a:latin typeface="Roboto" panose="02000000000000000000" pitchFamily="2" charset="0"/>
                <a:ea typeface="Roboto" panose="02000000000000000000" pitchFamily="2" charset="0"/>
              </a:rPr>
              <a:t>acid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878B51-4721-A4EC-99DF-E6F02151146E}"/>
              </a:ext>
            </a:extLst>
          </p:cNvPr>
          <p:cNvCxnSpPr>
            <a:cxnSpLocks/>
          </p:cNvCxnSpPr>
          <p:nvPr/>
        </p:nvCxnSpPr>
        <p:spPr>
          <a:xfrm flipH="1" flipV="1">
            <a:off x="2830399" y="6332223"/>
            <a:ext cx="1210667" cy="21039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60D36F-145B-F4B2-FD8D-D85DDC82D23B}"/>
              </a:ext>
            </a:extLst>
          </p:cNvPr>
          <p:cNvCxnSpPr>
            <a:cxnSpLocks/>
          </p:cNvCxnSpPr>
          <p:nvPr/>
        </p:nvCxnSpPr>
        <p:spPr>
          <a:xfrm flipH="1">
            <a:off x="2848835" y="5526606"/>
            <a:ext cx="1207038" cy="59459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D29483-BAE4-ACB9-A9BE-639AF16FA165}"/>
              </a:ext>
            </a:extLst>
          </p:cNvPr>
          <p:cNvCxnSpPr>
            <a:cxnSpLocks/>
          </p:cNvCxnSpPr>
          <p:nvPr/>
        </p:nvCxnSpPr>
        <p:spPr>
          <a:xfrm flipH="1">
            <a:off x="2753572" y="4348535"/>
            <a:ext cx="1289587" cy="15568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99029D4-B986-148A-DCB6-B71BA3747124}"/>
              </a:ext>
            </a:extLst>
          </p:cNvPr>
          <p:cNvCxnSpPr>
            <a:cxnSpLocks/>
          </p:cNvCxnSpPr>
          <p:nvPr/>
        </p:nvCxnSpPr>
        <p:spPr>
          <a:xfrm>
            <a:off x="2701019" y="3998718"/>
            <a:ext cx="1350993" cy="125443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DB5330E1-BC9E-470C-4E1A-EB96E3F96E60}"/>
              </a:ext>
            </a:extLst>
          </p:cNvPr>
          <p:cNvSpPr/>
          <p:nvPr/>
        </p:nvSpPr>
        <p:spPr>
          <a:xfrm>
            <a:off x="6816494" y="4167704"/>
            <a:ext cx="1303273" cy="1303273"/>
          </a:xfrm>
          <a:prstGeom prst="ellipse">
            <a:avLst/>
          </a:prstGeom>
          <a:noFill/>
          <a:ln>
            <a:solidFill>
              <a:srgbClr val="009B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C747F5-C3DD-D3FE-5AFC-F7B44410AF2E}"/>
              </a:ext>
            </a:extLst>
          </p:cNvPr>
          <p:cNvSpPr txBox="1"/>
          <p:nvPr/>
        </p:nvSpPr>
        <p:spPr>
          <a:xfrm>
            <a:off x="9359868" y="1939364"/>
            <a:ext cx="1297200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 (35%)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873348-CB95-B1AD-21B7-C2C464A4CC30}"/>
              </a:ext>
            </a:extLst>
          </p:cNvPr>
          <p:cNvSpPr txBox="1"/>
          <p:nvPr/>
        </p:nvSpPr>
        <p:spPr>
          <a:xfrm>
            <a:off x="9336517" y="2773765"/>
            <a:ext cx="1343902" cy="5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 route dominates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0D86FA1-9025-127C-8BD8-E9AAA1EBA17A}"/>
              </a:ext>
            </a:extLst>
          </p:cNvPr>
          <p:cNvGrpSpPr/>
          <p:nvPr/>
        </p:nvGrpSpPr>
        <p:grpSpPr>
          <a:xfrm>
            <a:off x="1851563" y="4598180"/>
            <a:ext cx="1118875" cy="833878"/>
            <a:chOff x="1998565" y="5238260"/>
            <a:chExt cx="1118875" cy="833878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C37C97E-6303-760B-E43D-4BB2442EBC91}"/>
                </a:ext>
              </a:extLst>
            </p:cNvPr>
            <p:cNvSpPr/>
            <p:nvPr/>
          </p:nvSpPr>
          <p:spPr>
            <a:xfrm>
              <a:off x="2141561" y="5238260"/>
              <a:ext cx="833878" cy="833878"/>
            </a:xfrm>
            <a:prstGeom prst="ellipse">
              <a:avLst/>
            </a:prstGeom>
            <a:solidFill>
              <a:srgbClr val="009890">
                <a:alpha val="8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E617941-C1AF-1B24-95D3-20E0195260DD}"/>
                </a:ext>
              </a:extLst>
            </p:cNvPr>
            <p:cNvSpPr txBox="1"/>
            <p:nvPr/>
          </p:nvSpPr>
          <p:spPr>
            <a:xfrm>
              <a:off x="1998565" y="5393228"/>
              <a:ext cx="1118875" cy="585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zh-CN" sz="160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Natural gas</a:t>
              </a:r>
              <a:endParaRPr lang="de-CH" sz="1601" u="sng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F91C53A-A99A-BD79-6CAE-8B4E4DC61D6B}"/>
              </a:ext>
            </a:extLst>
          </p:cNvPr>
          <p:cNvGrpSpPr/>
          <p:nvPr/>
        </p:nvGrpSpPr>
        <p:grpSpPr>
          <a:xfrm>
            <a:off x="1996826" y="5801564"/>
            <a:ext cx="828346" cy="828346"/>
            <a:chOff x="2147094" y="6441644"/>
            <a:chExt cx="828346" cy="82834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7B0E98E-0462-FEAE-555C-FE39C4976683}"/>
                </a:ext>
              </a:extLst>
            </p:cNvPr>
            <p:cNvSpPr/>
            <p:nvPr/>
          </p:nvSpPr>
          <p:spPr>
            <a:xfrm>
              <a:off x="2147094" y="6441644"/>
              <a:ext cx="828346" cy="828346"/>
            </a:xfrm>
            <a:prstGeom prst="ellipse">
              <a:avLst/>
            </a:prstGeom>
            <a:solidFill>
              <a:srgbClr val="009890">
                <a:alpha val="8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A472149-FFBB-EAF0-1A6C-CB92FA87D4A0}"/>
                </a:ext>
              </a:extLst>
            </p:cNvPr>
            <p:cNvSpPr txBox="1"/>
            <p:nvPr/>
          </p:nvSpPr>
          <p:spPr>
            <a:xfrm>
              <a:off x="2188738" y="6686540"/>
              <a:ext cx="693256" cy="3386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zh-CN" sz="160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Oil</a:t>
              </a:r>
              <a:endParaRPr lang="de-CH" sz="1601" u="sng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B56E034-67D7-7FD8-9E70-4A79E2D3DB47}"/>
              </a:ext>
            </a:extLst>
          </p:cNvPr>
          <p:cNvGrpSpPr/>
          <p:nvPr/>
        </p:nvGrpSpPr>
        <p:grpSpPr>
          <a:xfrm>
            <a:off x="1994060" y="3241894"/>
            <a:ext cx="833878" cy="833878"/>
            <a:chOff x="501818" y="2256433"/>
            <a:chExt cx="833877" cy="833877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C7CF228-EAEB-1CE0-0E1A-3AC4D13F67BD}"/>
                </a:ext>
              </a:extLst>
            </p:cNvPr>
            <p:cNvSpPr/>
            <p:nvPr/>
          </p:nvSpPr>
          <p:spPr>
            <a:xfrm>
              <a:off x="501818" y="2256433"/>
              <a:ext cx="833877" cy="833877"/>
            </a:xfrm>
            <a:prstGeom prst="ellipse">
              <a:avLst/>
            </a:prstGeom>
            <a:solidFill>
              <a:srgbClr val="009890">
                <a:alpha val="8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0F5918F-4EB1-E7D4-9DD9-07FCA7869F3A}"/>
                </a:ext>
              </a:extLst>
            </p:cNvPr>
            <p:cNvSpPr txBox="1"/>
            <p:nvPr/>
          </p:nvSpPr>
          <p:spPr>
            <a:xfrm>
              <a:off x="576407" y="2496406"/>
              <a:ext cx="693257" cy="338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zh-CN" sz="160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Coal</a:t>
              </a:r>
              <a:endParaRPr lang="de-CH" sz="1601" u="sng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D3E24A3-08E1-1E38-5390-F54EB1A5C5EB}"/>
              </a:ext>
            </a:extLst>
          </p:cNvPr>
          <p:cNvSpPr txBox="1"/>
          <p:nvPr/>
        </p:nvSpPr>
        <p:spPr>
          <a:xfrm>
            <a:off x="1667145" y="2812979"/>
            <a:ext cx="1487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dirty="0" err="1">
                <a:solidFill>
                  <a:srgbClr val="00989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Feedstocks</a:t>
            </a:r>
            <a:endParaRPr lang="de-CH" u="sng" dirty="0">
              <a:solidFill>
                <a:srgbClr val="009890"/>
              </a:solidFill>
              <a:latin typeface="Roboto Medium" panose="02000000000000000000" pitchFamily="2" charset="0"/>
              <a:ea typeface="Roboto Medium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C58FE0-F3AC-C480-B80B-CAB967078D32}"/>
              </a:ext>
            </a:extLst>
          </p:cNvPr>
          <p:cNvSpPr txBox="1"/>
          <p:nvPr/>
        </p:nvSpPr>
        <p:spPr>
          <a:xfrm>
            <a:off x="3939237" y="2497001"/>
            <a:ext cx="1653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dirty="0">
                <a:solidFill>
                  <a:srgbClr val="FA9B4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Technologies</a:t>
            </a:r>
            <a:endParaRPr lang="de-CH" u="sng" dirty="0">
              <a:solidFill>
                <a:srgbClr val="FA9B41"/>
              </a:solidFill>
              <a:latin typeface="Roboto Medium" panose="02000000000000000000" pitchFamily="2" charset="0"/>
              <a:ea typeface="Roboto Medium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31F8A04-008A-50A8-9DFA-B7A4FE39C89C}"/>
              </a:ext>
            </a:extLst>
          </p:cNvPr>
          <p:cNvSpPr/>
          <p:nvPr/>
        </p:nvSpPr>
        <p:spPr>
          <a:xfrm>
            <a:off x="4081785" y="3910363"/>
            <a:ext cx="1367964" cy="610380"/>
          </a:xfrm>
          <a:prstGeom prst="roundRect">
            <a:avLst/>
          </a:prstGeom>
          <a:solidFill>
            <a:srgbClr val="FA9B41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F6CE99-5C38-07AC-5D21-CCC6A4D58B72}"/>
              </a:ext>
            </a:extLst>
          </p:cNvPr>
          <p:cNvSpPr txBox="1"/>
          <p:nvPr/>
        </p:nvSpPr>
        <p:spPr>
          <a:xfrm>
            <a:off x="4095143" y="3929599"/>
            <a:ext cx="1341248" cy="5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Partial </a:t>
            </a:r>
            <a:r>
              <a:rPr lang="de-DE" altLang="zh-CN" sz="1601" dirty="0" err="1">
                <a:latin typeface="Roboto" panose="02000000000000000000" pitchFamily="2" charset="0"/>
                <a:ea typeface="Roboto" panose="02000000000000000000" pitchFamily="2" charset="0"/>
              </a:rPr>
              <a:t>combustion</a:t>
            </a:r>
            <a:endParaRPr lang="de-CH" sz="1601" u="sng" baseline="-25000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C3E8997-8A43-CE99-D8C9-0EB38CBC5E07}"/>
              </a:ext>
            </a:extLst>
          </p:cNvPr>
          <p:cNvSpPr/>
          <p:nvPr/>
        </p:nvSpPr>
        <p:spPr>
          <a:xfrm>
            <a:off x="4081785" y="6121195"/>
            <a:ext cx="1367964" cy="610380"/>
          </a:xfrm>
          <a:prstGeom prst="roundRect">
            <a:avLst/>
          </a:prstGeom>
          <a:solidFill>
            <a:srgbClr val="FA9B41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A83BC7-143C-7BFA-F2CD-0499357C71EE}"/>
              </a:ext>
            </a:extLst>
          </p:cNvPr>
          <p:cNvSpPr txBox="1"/>
          <p:nvPr/>
        </p:nvSpPr>
        <p:spPr>
          <a:xfrm>
            <a:off x="4095143" y="6134010"/>
            <a:ext cx="1341248" cy="5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Thermal </a:t>
            </a:r>
            <a:r>
              <a:rPr lang="de-DE" altLang="zh-CN" sz="1601" dirty="0" err="1">
                <a:latin typeface="Roboto" panose="02000000000000000000" pitchFamily="2" charset="0"/>
                <a:ea typeface="Roboto" panose="02000000000000000000" pitchFamily="2" charset="0"/>
              </a:rPr>
              <a:t>pyrolysis</a:t>
            </a:r>
            <a:endParaRPr lang="de-CH" sz="1601" u="sng" baseline="-25000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2294A04-8BE7-B5C0-8073-54D29407B3F2}"/>
              </a:ext>
            </a:extLst>
          </p:cNvPr>
          <p:cNvSpPr/>
          <p:nvPr/>
        </p:nvSpPr>
        <p:spPr>
          <a:xfrm>
            <a:off x="4081785" y="5179707"/>
            <a:ext cx="1367964" cy="401147"/>
          </a:xfrm>
          <a:prstGeom prst="roundRect">
            <a:avLst/>
          </a:prstGeom>
          <a:solidFill>
            <a:srgbClr val="FA9B41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6ED5FB-82F9-80C6-5D55-CE2004F8FC37}"/>
              </a:ext>
            </a:extLst>
          </p:cNvPr>
          <p:cNvSpPr txBox="1"/>
          <p:nvPr/>
        </p:nvSpPr>
        <p:spPr>
          <a:xfrm>
            <a:off x="4095143" y="5221913"/>
            <a:ext cx="1341248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Plasma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297D15-2EAE-03DA-3DEF-1B8D9AF78BA6}"/>
              </a:ext>
            </a:extLst>
          </p:cNvPr>
          <p:cNvSpPr txBox="1"/>
          <p:nvPr/>
        </p:nvSpPr>
        <p:spPr>
          <a:xfrm>
            <a:off x="6396521" y="3481873"/>
            <a:ext cx="2121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1F9AD6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Commercial routes</a:t>
            </a:r>
            <a:endParaRPr lang="de-CH" u="sng" dirty="0">
              <a:solidFill>
                <a:srgbClr val="1F9AD6"/>
              </a:solidFill>
              <a:latin typeface="Roboto Medium" panose="02000000000000000000" pitchFamily="2" charset="0"/>
              <a:ea typeface="Roboto Medium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B02B070-3C7D-59D8-6B98-E7C229C5FD74}"/>
              </a:ext>
            </a:extLst>
          </p:cNvPr>
          <p:cNvSpPr/>
          <p:nvPr/>
        </p:nvSpPr>
        <p:spPr>
          <a:xfrm>
            <a:off x="2848836" y="3127292"/>
            <a:ext cx="1573743" cy="529967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2750" h="328182">
                <a:moveTo>
                  <a:pt x="0" y="328182"/>
                </a:moveTo>
                <a:cubicBezTo>
                  <a:pt x="217475" y="317234"/>
                  <a:pt x="450850" y="278969"/>
                  <a:pt x="654050" y="226582"/>
                </a:cubicBezTo>
                <a:cubicBezTo>
                  <a:pt x="857250" y="174195"/>
                  <a:pt x="1028700" y="38728"/>
                  <a:pt x="1219200" y="13857"/>
                </a:cubicBezTo>
                <a:cubicBezTo>
                  <a:pt x="1409700" y="-11014"/>
                  <a:pt x="1493837" y="4596"/>
                  <a:pt x="1682750" y="7507"/>
                </a:cubicBezTo>
              </a:path>
            </a:pathLst>
          </a:custGeom>
          <a:noFill/>
          <a:ln w="88900" cap="flat" cmpd="sng">
            <a:gradFill>
              <a:gsLst>
                <a:gs pos="0">
                  <a:srgbClr val="FA9B41"/>
                </a:gs>
                <a:gs pos="100000">
                  <a:srgbClr val="009890"/>
                </a:gs>
              </a:gsLst>
              <a:lin ang="5400000" scaled="1"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DA01AF5-A6CC-4A85-1253-EFD4A7757755}"/>
              </a:ext>
            </a:extLst>
          </p:cNvPr>
          <p:cNvSpPr/>
          <p:nvPr/>
        </p:nvSpPr>
        <p:spPr>
          <a:xfrm>
            <a:off x="2815684" y="4090220"/>
            <a:ext cx="1259211" cy="745763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692395"/>
              <a:gd name="connsiteY0" fmla="*/ 341303 h 341303"/>
              <a:gd name="connsiteX1" fmla="*/ 663695 w 1692395"/>
              <a:gd name="connsiteY1" fmla="*/ 226582 h 341303"/>
              <a:gd name="connsiteX2" fmla="*/ 1228845 w 1692395"/>
              <a:gd name="connsiteY2" fmla="*/ 13857 h 341303"/>
              <a:gd name="connsiteX3" fmla="*/ 1692395 w 1692395"/>
              <a:gd name="connsiteY3" fmla="*/ 7507 h 341303"/>
              <a:gd name="connsiteX0" fmla="*/ 0 w 1682750"/>
              <a:gd name="connsiteY0" fmla="*/ 326308 h 326308"/>
              <a:gd name="connsiteX1" fmla="*/ 654050 w 1682750"/>
              <a:gd name="connsiteY1" fmla="*/ 226582 h 326308"/>
              <a:gd name="connsiteX2" fmla="*/ 1219200 w 1682750"/>
              <a:gd name="connsiteY2" fmla="*/ 13857 h 326308"/>
              <a:gd name="connsiteX3" fmla="*/ 1682750 w 1682750"/>
              <a:gd name="connsiteY3" fmla="*/ 7507 h 326308"/>
              <a:gd name="connsiteX0" fmla="*/ 0 w 1682750"/>
              <a:gd name="connsiteY0" fmla="*/ 326308 h 326308"/>
              <a:gd name="connsiteX1" fmla="*/ 654050 w 1682750"/>
              <a:gd name="connsiteY1" fmla="*/ 226582 h 326308"/>
              <a:gd name="connsiteX2" fmla="*/ 1219200 w 1682750"/>
              <a:gd name="connsiteY2" fmla="*/ 13857 h 326308"/>
              <a:gd name="connsiteX3" fmla="*/ 1682750 w 1682750"/>
              <a:gd name="connsiteY3" fmla="*/ 7507 h 326308"/>
              <a:gd name="connsiteX0" fmla="*/ 0 w 1682750"/>
              <a:gd name="connsiteY0" fmla="*/ 326308 h 326308"/>
              <a:gd name="connsiteX1" fmla="*/ 654050 w 1682750"/>
              <a:gd name="connsiteY1" fmla="*/ 226582 h 326308"/>
              <a:gd name="connsiteX2" fmla="*/ 1219200 w 1682750"/>
              <a:gd name="connsiteY2" fmla="*/ 13857 h 326308"/>
              <a:gd name="connsiteX3" fmla="*/ 1682750 w 1682750"/>
              <a:gd name="connsiteY3" fmla="*/ 7507 h 326308"/>
              <a:gd name="connsiteX0" fmla="*/ 0 w 1682750"/>
              <a:gd name="connsiteY0" fmla="*/ 322037 h 322037"/>
              <a:gd name="connsiteX1" fmla="*/ 654050 w 1682750"/>
              <a:gd name="connsiteY1" fmla="*/ 222311 h 322037"/>
              <a:gd name="connsiteX2" fmla="*/ 1222415 w 1682750"/>
              <a:gd name="connsiteY2" fmla="*/ 18020 h 322037"/>
              <a:gd name="connsiteX3" fmla="*/ 1682750 w 1682750"/>
              <a:gd name="connsiteY3" fmla="*/ 3236 h 322037"/>
              <a:gd name="connsiteX0" fmla="*/ 0 w 1685964"/>
              <a:gd name="connsiteY0" fmla="*/ 321476 h 321476"/>
              <a:gd name="connsiteX1" fmla="*/ 654050 w 1685964"/>
              <a:gd name="connsiteY1" fmla="*/ 221750 h 321476"/>
              <a:gd name="connsiteX2" fmla="*/ 1222415 w 1685964"/>
              <a:gd name="connsiteY2" fmla="*/ 17459 h 321476"/>
              <a:gd name="connsiteX3" fmla="*/ 1685964 w 1685964"/>
              <a:gd name="connsiteY3" fmla="*/ 3612 h 321476"/>
              <a:gd name="connsiteX0" fmla="*/ 0 w 1685964"/>
              <a:gd name="connsiteY0" fmla="*/ 320432 h 320432"/>
              <a:gd name="connsiteX1" fmla="*/ 654050 w 1685964"/>
              <a:gd name="connsiteY1" fmla="*/ 220706 h 320432"/>
              <a:gd name="connsiteX2" fmla="*/ 1232060 w 1685964"/>
              <a:gd name="connsiteY2" fmla="*/ 19227 h 320432"/>
              <a:gd name="connsiteX3" fmla="*/ 1685964 w 1685964"/>
              <a:gd name="connsiteY3" fmla="*/ 2568 h 320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5964" h="320432">
                <a:moveTo>
                  <a:pt x="0" y="320432"/>
                </a:moveTo>
                <a:cubicBezTo>
                  <a:pt x="198412" y="288455"/>
                  <a:pt x="448707" y="270907"/>
                  <a:pt x="654050" y="220706"/>
                </a:cubicBezTo>
                <a:cubicBezTo>
                  <a:pt x="859393" y="170505"/>
                  <a:pt x="1041560" y="44098"/>
                  <a:pt x="1232060" y="19227"/>
                </a:cubicBezTo>
                <a:cubicBezTo>
                  <a:pt x="1422560" y="-5644"/>
                  <a:pt x="1497051" y="-343"/>
                  <a:pt x="1685964" y="2568"/>
                </a:cubicBezTo>
              </a:path>
            </a:pathLst>
          </a:custGeom>
          <a:noFill/>
          <a:ln w="88900" cmpd="sng">
            <a:gradFill>
              <a:gsLst>
                <a:gs pos="0">
                  <a:srgbClr val="FA9B41"/>
                </a:gs>
                <a:gs pos="100000">
                  <a:srgbClr val="00989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D76718A-32F9-976C-CB89-413D6E8F5443}"/>
              </a:ext>
            </a:extLst>
          </p:cNvPr>
          <p:cNvSpPr/>
          <p:nvPr/>
        </p:nvSpPr>
        <p:spPr>
          <a:xfrm flipV="1">
            <a:off x="2867872" y="5105361"/>
            <a:ext cx="1279508" cy="304605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692395"/>
              <a:gd name="connsiteY0" fmla="*/ 341303 h 341303"/>
              <a:gd name="connsiteX1" fmla="*/ 663695 w 1692395"/>
              <a:gd name="connsiteY1" fmla="*/ 226582 h 341303"/>
              <a:gd name="connsiteX2" fmla="*/ 1228845 w 1692395"/>
              <a:gd name="connsiteY2" fmla="*/ 13857 h 341303"/>
              <a:gd name="connsiteX3" fmla="*/ 1692395 w 1692395"/>
              <a:gd name="connsiteY3" fmla="*/ 7507 h 341303"/>
              <a:gd name="connsiteX0" fmla="*/ 0 w 1682750"/>
              <a:gd name="connsiteY0" fmla="*/ 326308 h 326308"/>
              <a:gd name="connsiteX1" fmla="*/ 654050 w 1682750"/>
              <a:gd name="connsiteY1" fmla="*/ 226582 h 326308"/>
              <a:gd name="connsiteX2" fmla="*/ 1219200 w 1682750"/>
              <a:gd name="connsiteY2" fmla="*/ 13857 h 326308"/>
              <a:gd name="connsiteX3" fmla="*/ 1682750 w 1682750"/>
              <a:gd name="connsiteY3" fmla="*/ 7507 h 326308"/>
              <a:gd name="connsiteX0" fmla="*/ 0 w 1682750"/>
              <a:gd name="connsiteY0" fmla="*/ 326308 h 326308"/>
              <a:gd name="connsiteX1" fmla="*/ 654050 w 1682750"/>
              <a:gd name="connsiteY1" fmla="*/ 226582 h 326308"/>
              <a:gd name="connsiteX2" fmla="*/ 1219200 w 1682750"/>
              <a:gd name="connsiteY2" fmla="*/ 13857 h 326308"/>
              <a:gd name="connsiteX3" fmla="*/ 1682750 w 1682750"/>
              <a:gd name="connsiteY3" fmla="*/ 7507 h 326308"/>
              <a:gd name="connsiteX0" fmla="*/ 0 w 1682750"/>
              <a:gd name="connsiteY0" fmla="*/ 326308 h 326308"/>
              <a:gd name="connsiteX1" fmla="*/ 654050 w 1682750"/>
              <a:gd name="connsiteY1" fmla="*/ 226582 h 326308"/>
              <a:gd name="connsiteX2" fmla="*/ 1219200 w 1682750"/>
              <a:gd name="connsiteY2" fmla="*/ 13857 h 326308"/>
              <a:gd name="connsiteX3" fmla="*/ 1682750 w 1682750"/>
              <a:gd name="connsiteY3" fmla="*/ 7507 h 326308"/>
              <a:gd name="connsiteX0" fmla="*/ 0 w 1682750"/>
              <a:gd name="connsiteY0" fmla="*/ 322037 h 322037"/>
              <a:gd name="connsiteX1" fmla="*/ 654050 w 1682750"/>
              <a:gd name="connsiteY1" fmla="*/ 222311 h 322037"/>
              <a:gd name="connsiteX2" fmla="*/ 1222415 w 1682750"/>
              <a:gd name="connsiteY2" fmla="*/ 18020 h 322037"/>
              <a:gd name="connsiteX3" fmla="*/ 1682750 w 1682750"/>
              <a:gd name="connsiteY3" fmla="*/ 3236 h 322037"/>
              <a:gd name="connsiteX0" fmla="*/ 0 w 1685964"/>
              <a:gd name="connsiteY0" fmla="*/ 321476 h 321476"/>
              <a:gd name="connsiteX1" fmla="*/ 654050 w 1685964"/>
              <a:gd name="connsiteY1" fmla="*/ 221750 h 321476"/>
              <a:gd name="connsiteX2" fmla="*/ 1222415 w 1685964"/>
              <a:gd name="connsiteY2" fmla="*/ 17459 h 321476"/>
              <a:gd name="connsiteX3" fmla="*/ 1685964 w 1685964"/>
              <a:gd name="connsiteY3" fmla="*/ 3612 h 321476"/>
              <a:gd name="connsiteX0" fmla="*/ 0 w 1685964"/>
              <a:gd name="connsiteY0" fmla="*/ 320432 h 320432"/>
              <a:gd name="connsiteX1" fmla="*/ 654050 w 1685964"/>
              <a:gd name="connsiteY1" fmla="*/ 220706 h 320432"/>
              <a:gd name="connsiteX2" fmla="*/ 1232060 w 1685964"/>
              <a:gd name="connsiteY2" fmla="*/ 19227 h 320432"/>
              <a:gd name="connsiteX3" fmla="*/ 1685964 w 1685964"/>
              <a:gd name="connsiteY3" fmla="*/ 2568 h 320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5964" h="320432">
                <a:moveTo>
                  <a:pt x="0" y="320432"/>
                </a:moveTo>
                <a:cubicBezTo>
                  <a:pt x="198412" y="288455"/>
                  <a:pt x="448707" y="270907"/>
                  <a:pt x="654050" y="220706"/>
                </a:cubicBezTo>
                <a:cubicBezTo>
                  <a:pt x="859393" y="170505"/>
                  <a:pt x="1041560" y="44098"/>
                  <a:pt x="1232060" y="19227"/>
                </a:cubicBezTo>
                <a:cubicBezTo>
                  <a:pt x="1422560" y="-5644"/>
                  <a:pt x="1497051" y="-343"/>
                  <a:pt x="1685964" y="2568"/>
                </a:cubicBezTo>
              </a:path>
            </a:pathLst>
          </a:custGeom>
          <a:noFill/>
          <a:ln w="38100" cmpd="sng">
            <a:solidFill>
              <a:srgbClr val="FA9B4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7F4FCA0-738C-5393-D7C0-FD0B80684AB5}"/>
              </a:ext>
            </a:extLst>
          </p:cNvPr>
          <p:cNvSpPr/>
          <p:nvPr/>
        </p:nvSpPr>
        <p:spPr>
          <a:xfrm flipV="1">
            <a:off x="2731261" y="5311728"/>
            <a:ext cx="1394626" cy="1031794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692395"/>
              <a:gd name="connsiteY0" fmla="*/ 341303 h 341303"/>
              <a:gd name="connsiteX1" fmla="*/ 663695 w 1692395"/>
              <a:gd name="connsiteY1" fmla="*/ 226582 h 341303"/>
              <a:gd name="connsiteX2" fmla="*/ 1228845 w 1692395"/>
              <a:gd name="connsiteY2" fmla="*/ 13857 h 341303"/>
              <a:gd name="connsiteX3" fmla="*/ 1692395 w 1692395"/>
              <a:gd name="connsiteY3" fmla="*/ 7507 h 341303"/>
              <a:gd name="connsiteX0" fmla="*/ 0 w 1682750"/>
              <a:gd name="connsiteY0" fmla="*/ 326308 h 326308"/>
              <a:gd name="connsiteX1" fmla="*/ 654050 w 1682750"/>
              <a:gd name="connsiteY1" fmla="*/ 226582 h 326308"/>
              <a:gd name="connsiteX2" fmla="*/ 1219200 w 1682750"/>
              <a:gd name="connsiteY2" fmla="*/ 13857 h 326308"/>
              <a:gd name="connsiteX3" fmla="*/ 1682750 w 1682750"/>
              <a:gd name="connsiteY3" fmla="*/ 7507 h 326308"/>
              <a:gd name="connsiteX0" fmla="*/ 0 w 1682750"/>
              <a:gd name="connsiteY0" fmla="*/ 326308 h 326308"/>
              <a:gd name="connsiteX1" fmla="*/ 654050 w 1682750"/>
              <a:gd name="connsiteY1" fmla="*/ 226582 h 326308"/>
              <a:gd name="connsiteX2" fmla="*/ 1219200 w 1682750"/>
              <a:gd name="connsiteY2" fmla="*/ 13857 h 326308"/>
              <a:gd name="connsiteX3" fmla="*/ 1682750 w 1682750"/>
              <a:gd name="connsiteY3" fmla="*/ 7507 h 326308"/>
              <a:gd name="connsiteX0" fmla="*/ 0 w 1682750"/>
              <a:gd name="connsiteY0" fmla="*/ 326308 h 326308"/>
              <a:gd name="connsiteX1" fmla="*/ 654050 w 1682750"/>
              <a:gd name="connsiteY1" fmla="*/ 226582 h 326308"/>
              <a:gd name="connsiteX2" fmla="*/ 1219200 w 1682750"/>
              <a:gd name="connsiteY2" fmla="*/ 13857 h 326308"/>
              <a:gd name="connsiteX3" fmla="*/ 1682750 w 1682750"/>
              <a:gd name="connsiteY3" fmla="*/ 7507 h 326308"/>
              <a:gd name="connsiteX0" fmla="*/ 0 w 1682750"/>
              <a:gd name="connsiteY0" fmla="*/ 322037 h 322037"/>
              <a:gd name="connsiteX1" fmla="*/ 654050 w 1682750"/>
              <a:gd name="connsiteY1" fmla="*/ 222311 h 322037"/>
              <a:gd name="connsiteX2" fmla="*/ 1222415 w 1682750"/>
              <a:gd name="connsiteY2" fmla="*/ 18020 h 322037"/>
              <a:gd name="connsiteX3" fmla="*/ 1682750 w 1682750"/>
              <a:gd name="connsiteY3" fmla="*/ 3236 h 322037"/>
              <a:gd name="connsiteX0" fmla="*/ 0 w 1685964"/>
              <a:gd name="connsiteY0" fmla="*/ 321476 h 321476"/>
              <a:gd name="connsiteX1" fmla="*/ 654050 w 1685964"/>
              <a:gd name="connsiteY1" fmla="*/ 221750 h 321476"/>
              <a:gd name="connsiteX2" fmla="*/ 1222415 w 1685964"/>
              <a:gd name="connsiteY2" fmla="*/ 17459 h 321476"/>
              <a:gd name="connsiteX3" fmla="*/ 1685964 w 1685964"/>
              <a:gd name="connsiteY3" fmla="*/ 3612 h 321476"/>
              <a:gd name="connsiteX0" fmla="*/ 0 w 1685964"/>
              <a:gd name="connsiteY0" fmla="*/ 320432 h 320432"/>
              <a:gd name="connsiteX1" fmla="*/ 654050 w 1685964"/>
              <a:gd name="connsiteY1" fmla="*/ 220706 h 320432"/>
              <a:gd name="connsiteX2" fmla="*/ 1232060 w 1685964"/>
              <a:gd name="connsiteY2" fmla="*/ 19227 h 320432"/>
              <a:gd name="connsiteX3" fmla="*/ 1685964 w 1685964"/>
              <a:gd name="connsiteY3" fmla="*/ 2568 h 320432"/>
              <a:gd name="connsiteX0" fmla="*/ 0 w 1685964"/>
              <a:gd name="connsiteY0" fmla="*/ 319169 h 319169"/>
              <a:gd name="connsiteX1" fmla="*/ 654050 w 1685964"/>
              <a:gd name="connsiteY1" fmla="*/ 219443 h 319169"/>
              <a:gd name="connsiteX2" fmla="*/ 1232060 w 1685964"/>
              <a:gd name="connsiteY2" fmla="*/ 17964 h 319169"/>
              <a:gd name="connsiteX3" fmla="*/ 1685964 w 1685964"/>
              <a:gd name="connsiteY3" fmla="*/ 1305 h 319169"/>
              <a:gd name="connsiteX0" fmla="*/ 0 w 1685964"/>
              <a:gd name="connsiteY0" fmla="*/ 318544 h 318544"/>
              <a:gd name="connsiteX1" fmla="*/ 654050 w 1685964"/>
              <a:gd name="connsiteY1" fmla="*/ 218818 h 318544"/>
              <a:gd name="connsiteX2" fmla="*/ 1232060 w 1685964"/>
              <a:gd name="connsiteY2" fmla="*/ 17339 h 318544"/>
              <a:gd name="connsiteX3" fmla="*/ 1685964 w 1685964"/>
              <a:gd name="connsiteY3" fmla="*/ 680 h 318544"/>
              <a:gd name="connsiteX0" fmla="*/ 0 w 1674160"/>
              <a:gd name="connsiteY0" fmla="*/ 320682 h 320682"/>
              <a:gd name="connsiteX1" fmla="*/ 642246 w 1674160"/>
              <a:gd name="connsiteY1" fmla="*/ 218818 h 320682"/>
              <a:gd name="connsiteX2" fmla="*/ 1220256 w 1674160"/>
              <a:gd name="connsiteY2" fmla="*/ 17339 h 320682"/>
              <a:gd name="connsiteX3" fmla="*/ 1674160 w 1674160"/>
              <a:gd name="connsiteY3" fmla="*/ 680 h 320682"/>
              <a:gd name="connsiteX0" fmla="*/ 0 w 1659405"/>
              <a:gd name="connsiteY0" fmla="*/ 326383 h 326383"/>
              <a:gd name="connsiteX1" fmla="*/ 627491 w 1659405"/>
              <a:gd name="connsiteY1" fmla="*/ 218818 h 326383"/>
              <a:gd name="connsiteX2" fmla="*/ 1205501 w 1659405"/>
              <a:gd name="connsiteY2" fmla="*/ 17339 h 326383"/>
              <a:gd name="connsiteX3" fmla="*/ 1659405 w 1659405"/>
              <a:gd name="connsiteY3" fmla="*/ 680 h 32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9405" h="326383">
                <a:moveTo>
                  <a:pt x="0" y="326383"/>
                </a:moveTo>
                <a:cubicBezTo>
                  <a:pt x="198412" y="294406"/>
                  <a:pt x="426574" y="270325"/>
                  <a:pt x="627491" y="218818"/>
                </a:cubicBezTo>
                <a:cubicBezTo>
                  <a:pt x="828408" y="167311"/>
                  <a:pt x="1015001" y="42210"/>
                  <a:pt x="1205501" y="17339"/>
                </a:cubicBezTo>
                <a:cubicBezTo>
                  <a:pt x="1396001" y="-7532"/>
                  <a:pt x="1500671" y="2118"/>
                  <a:pt x="1659405" y="680"/>
                </a:cubicBezTo>
              </a:path>
            </a:pathLst>
          </a:custGeom>
          <a:noFill/>
          <a:ln w="38100" cmpd="sng">
            <a:solidFill>
              <a:srgbClr val="FA9B4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25D6343-35AB-4410-DEC4-AF022F2C8FA8}"/>
              </a:ext>
            </a:extLst>
          </p:cNvPr>
          <p:cNvSpPr/>
          <p:nvPr/>
        </p:nvSpPr>
        <p:spPr>
          <a:xfrm flipV="1">
            <a:off x="5113182" y="3143205"/>
            <a:ext cx="1734930" cy="1370885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754800"/>
              <a:gd name="connsiteY0" fmla="*/ 311680 h 311680"/>
              <a:gd name="connsiteX1" fmla="*/ 726100 w 1754800"/>
              <a:gd name="connsiteY1" fmla="*/ 226582 h 311680"/>
              <a:gd name="connsiteX2" fmla="*/ 1291250 w 1754800"/>
              <a:gd name="connsiteY2" fmla="*/ 13857 h 311680"/>
              <a:gd name="connsiteX3" fmla="*/ 1754800 w 1754800"/>
              <a:gd name="connsiteY3" fmla="*/ 7507 h 311680"/>
              <a:gd name="connsiteX0" fmla="*/ 0 w 1741458"/>
              <a:gd name="connsiteY0" fmla="*/ 295178 h 295178"/>
              <a:gd name="connsiteX1" fmla="*/ 712758 w 1741458"/>
              <a:gd name="connsiteY1" fmla="*/ 226582 h 295178"/>
              <a:gd name="connsiteX2" fmla="*/ 1277908 w 1741458"/>
              <a:gd name="connsiteY2" fmla="*/ 13857 h 295178"/>
              <a:gd name="connsiteX3" fmla="*/ 1741458 w 1741458"/>
              <a:gd name="connsiteY3" fmla="*/ 7507 h 295178"/>
              <a:gd name="connsiteX0" fmla="*/ 0 w 1741458"/>
              <a:gd name="connsiteY0" fmla="*/ 295178 h 295178"/>
              <a:gd name="connsiteX1" fmla="*/ 577991 w 1741458"/>
              <a:gd name="connsiteY1" fmla="*/ 271132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41458"/>
              <a:gd name="connsiteY0" fmla="*/ 295178 h 295178"/>
              <a:gd name="connsiteX1" fmla="*/ 449901 w 1741458"/>
              <a:gd name="connsiteY1" fmla="*/ 286411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04098"/>
              <a:gd name="connsiteY0" fmla="*/ 289678 h 290207"/>
              <a:gd name="connsiteX1" fmla="*/ 412541 w 1704098"/>
              <a:gd name="connsiteY1" fmla="*/ 286411 h 290207"/>
              <a:gd name="connsiteX2" fmla="*/ 675398 w 1704098"/>
              <a:gd name="connsiteY2" fmla="*/ 226582 h 290207"/>
              <a:gd name="connsiteX3" fmla="*/ 1240548 w 1704098"/>
              <a:gd name="connsiteY3" fmla="*/ 13857 h 290207"/>
              <a:gd name="connsiteX4" fmla="*/ 1704098 w 1704098"/>
              <a:gd name="connsiteY4" fmla="*/ 7507 h 290207"/>
              <a:gd name="connsiteX0" fmla="*/ 0 w 1728115"/>
              <a:gd name="connsiteY0" fmla="*/ 287844 h 289944"/>
              <a:gd name="connsiteX1" fmla="*/ 436558 w 1728115"/>
              <a:gd name="connsiteY1" fmla="*/ 286411 h 289944"/>
              <a:gd name="connsiteX2" fmla="*/ 699415 w 1728115"/>
              <a:gd name="connsiteY2" fmla="*/ 226582 h 289944"/>
              <a:gd name="connsiteX3" fmla="*/ 1264565 w 1728115"/>
              <a:gd name="connsiteY3" fmla="*/ 13857 h 289944"/>
              <a:gd name="connsiteX4" fmla="*/ 1728115 w 1728115"/>
              <a:gd name="connsiteY4" fmla="*/ 7507 h 289944"/>
              <a:gd name="connsiteX0" fmla="*/ 0 w 1728115"/>
              <a:gd name="connsiteY0" fmla="*/ 287844 h 306273"/>
              <a:gd name="connsiteX1" fmla="*/ 444564 w 1728115"/>
              <a:gd name="connsiteY1" fmla="*/ 304135 h 306273"/>
              <a:gd name="connsiteX2" fmla="*/ 699415 w 1728115"/>
              <a:gd name="connsiteY2" fmla="*/ 226582 h 306273"/>
              <a:gd name="connsiteX3" fmla="*/ 1264565 w 1728115"/>
              <a:gd name="connsiteY3" fmla="*/ 13857 h 306273"/>
              <a:gd name="connsiteX4" fmla="*/ 1728115 w 1728115"/>
              <a:gd name="connsiteY4" fmla="*/ 7507 h 306273"/>
              <a:gd name="connsiteX0" fmla="*/ 0 w 1698761"/>
              <a:gd name="connsiteY0" fmla="*/ 289678 h 306363"/>
              <a:gd name="connsiteX1" fmla="*/ 415210 w 1698761"/>
              <a:gd name="connsiteY1" fmla="*/ 304135 h 306363"/>
              <a:gd name="connsiteX2" fmla="*/ 670061 w 1698761"/>
              <a:gd name="connsiteY2" fmla="*/ 226582 h 306363"/>
              <a:gd name="connsiteX3" fmla="*/ 1235211 w 1698761"/>
              <a:gd name="connsiteY3" fmla="*/ 13857 h 306363"/>
              <a:gd name="connsiteX4" fmla="*/ 1698761 w 1698761"/>
              <a:gd name="connsiteY4" fmla="*/ 7507 h 306363"/>
              <a:gd name="connsiteX0" fmla="*/ 0 w 1698761"/>
              <a:gd name="connsiteY0" fmla="*/ 289678 h 307703"/>
              <a:gd name="connsiteX1" fmla="*/ 415210 w 1698761"/>
              <a:gd name="connsiteY1" fmla="*/ 304135 h 307703"/>
              <a:gd name="connsiteX2" fmla="*/ 670061 w 1698761"/>
              <a:gd name="connsiteY2" fmla="*/ 226582 h 307703"/>
              <a:gd name="connsiteX3" fmla="*/ 1235211 w 1698761"/>
              <a:gd name="connsiteY3" fmla="*/ 13857 h 307703"/>
              <a:gd name="connsiteX4" fmla="*/ 1698761 w 1698761"/>
              <a:gd name="connsiteY4" fmla="*/ 7507 h 307703"/>
              <a:gd name="connsiteX0" fmla="*/ 0 w 1698761"/>
              <a:gd name="connsiteY0" fmla="*/ 289678 h 295490"/>
              <a:gd name="connsiteX1" fmla="*/ 417878 w 1698761"/>
              <a:gd name="connsiteY1" fmla="*/ 287633 h 295490"/>
              <a:gd name="connsiteX2" fmla="*/ 670061 w 1698761"/>
              <a:gd name="connsiteY2" fmla="*/ 226582 h 295490"/>
              <a:gd name="connsiteX3" fmla="*/ 1235211 w 1698761"/>
              <a:gd name="connsiteY3" fmla="*/ 13857 h 295490"/>
              <a:gd name="connsiteX4" fmla="*/ 1698761 w 1698761"/>
              <a:gd name="connsiteY4" fmla="*/ 7507 h 295490"/>
              <a:gd name="connsiteX0" fmla="*/ 0 w 1698761"/>
              <a:gd name="connsiteY0" fmla="*/ 289678 h 292963"/>
              <a:gd name="connsiteX1" fmla="*/ 420546 w 1698761"/>
              <a:gd name="connsiteY1" fmla="*/ 280910 h 292963"/>
              <a:gd name="connsiteX2" fmla="*/ 670061 w 1698761"/>
              <a:gd name="connsiteY2" fmla="*/ 226582 h 292963"/>
              <a:gd name="connsiteX3" fmla="*/ 1235211 w 1698761"/>
              <a:gd name="connsiteY3" fmla="*/ 13857 h 292963"/>
              <a:gd name="connsiteX4" fmla="*/ 1698761 w 1698761"/>
              <a:gd name="connsiteY4" fmla="*/ 7507 h 292963"/>
              <a:gd name="connsiteX0" fmla="*/ 0 w 1669407"/>
              <a:gd name="connsiteY0" fmla="*/ 288456 h 292074"/>
              <a:gd name="connsiteX1" fmla="*/ 391192 w 1669407"/>
              <a:gd name="connsiteY1" fmla="*/ 280910 h 292074"/>
              <a:gd name="connsiteX2" fmla="*/ 640707 w 1669407"/>
              <a:gd name="connsiteY2" fmla="*/ 226582 h 292074"/>
              <a:gd name="connsiteX3" fmla="*/ 1205857 w 1669407"/>
              <a:gd name="connsiteY3" fmla="*/ 13857 h 292074"/>
              <a:gd name="connsiteX4" fmla="*/ 1669407 w 1669407"/>
              <a:gd name="connsiteY4" fmla="*/ 7507 h 292074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597"/>
              <a:gd name="connsiteX1" fmla="*/ 391192 w 1669407"/>
              <a:gd name="connsiteY1" fmla="*/ 280910 h 288597"/>
              <a:gd name="connsiteX2" fmla="*/ 640707 w 1669407"/>
              <a:gd name="connsiteY2" fmla="*/ 226582 h 288597"/>
              <a:gd name="connsiteX3" fmla="*/ 1205857 w 1669407"/>
              <a:gd name="connsiteY3" fmla="*/ 13857 h 288597"/>
              <a:gd name="connsiteX4" fmla="*/ 1669407 w 1669407"/>
              <a:gd name="connsiteY4" fmla="*/ 7507 h 288597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92"/>
              <a:gd name="connsiteX1" fmla="*/ 391192 w 1669407"/>
              <a:gd name="connsiteY1" fmla="*/ 280910 h 288492"/>
              <a:gd name="connsiteX2" fmla="*/ 640707 w 1669407"/>
              <a:gd name="connsiteY2" fmla="*/ 226582 h 288492"/>
              <a:gd name="connsiteX3" fmla="*/ 1205857 w 1669407"/>
              <a:gd name="connsiteY3" fmla="*/ 13857 h 288492"/>
              <a:gd name="connsiteX4" fmla="*/ 1669407 w 1669407"/>
              <a:gd name="connsiteY4" fmla="*/ 7507 h 288492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425883 w 1669407"/>
              <a:gd name="connsiteY1" fmla="*/ 283355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586682"/>
              <a:gd name="connsiteY0" fmla="*/ 310073 h 310073"/>
              <a:gd name="connsiteX1" fmla="*/ 425883 w 1586682"/>
              <a:gd name="connsiteY1" fmla="*/ 304972 h 310073"/>
              <a:gd name="connsiteX2" fmla="*/ 640707 w 1586682"/>
              <a:gd name="connsiteY2" fmla="*/ 248199 h 310073"/>
              <a:gd name="connsiteX3" fmla="*/ 1205857 w 1586682"/>
              <a:gd name="connsiteY3" fmla="*/ 35474 h 310073"/>
              <a:gd name="connsiteX4" fmla="*/ 1586682 w 1586682"/>
              <a:gd name="connsiteY4" fmla="*/ 399 h 310073"/>
              <a:gd name="connsiteX0" fmla="*/ 0 w 1586682"/>
              <a:gd name="connsiteY0" fmla="*/ 310002 h 310002"/>
              <a:gd name="connsiteX1" fmla="*/ 425883 w 1586682"/>
              <a:gd name="connsiteY1" fmla="*/ 304901 h 310002"/>
              <a:gd name="connsiteX2" fmla="*/ 640707 w 1586682"/>
              <a:gd name="connsiteY2" fmla="*/ 248128 h 310002"/>
              <a:gd name="connsiteX3" fmla="*/ 1219201 w 1586682"/>
              <a:gd name="connsiteY3" fmla="*/ 39070 h 310002"/>
              <a:gd name="connsiteX4" fmla="*/ 1586682 w 1586682"/>
              <a:gd name="connsiteY4" fmla="*/ 328 h 310002"/>
              <a:gd name="connsiteX0" fmla="*/ 0 w 1586682"/>
              <a:gd name="connsiteY0" fmla="*/ 310105 h 310105"/>
              <a:gd name="connsiteX1" fmla="*/ 425883 w 1586682"/>
              <a:gd name="connsiteY1" fmla="*/ 305004 h 310105"/>
              <a:gd name="connsiteX2" fmla="*/ 640707 w 1586682"/>
              <a:gd name="connsiteY2" fmla="*/ 248231 h 310105"/>
              <a:gd name="connsiteX3" fmla="*/ 1197852 w 1586682"/>
              <a:gd name="connsiteY3" fmla="*/ 34284 h 310105"/>
              <a:gd name="connsiteX4" fmla="*/ 1586682 w 1586682"/>
              <a:gd name="connsiteY4" fmla="*/ 431 h 310105"/>
              <a:gd name="connsiteX0" fmla="*/ 0 w 1581345"/>
              <a:gd name="connsiteY0" fmla="*/ 316094 h 316094"/>
              <a:gd name="connsiteX1" fmla="*/ 425883 w 1581345"/>
              <a:gd name="connsiteY1" fmla="*/ 310993 h 316094"/>
              <a:gd name="connsiteX2" fmla="*/ 640707 w 1581345"/>
              <a:gd name="connsiteY2" fmla="*/ 254220 h 316094"/>
              <a:gd name="connsiteX3" fmla="*/ 1197852 w 1581345"/>
              <a:gd name="connsiteY3" fmla="*/ 40273 h 316094"/>
              <a:gd name="connsiteX4" fmla="*/ 1581345 w 1581345"/>
              <a:gd name="connsiteY4" fmla="*/ 308 h 316094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1345" h="315786">
                <a:moveTo>
                  <a:pt x="0" y="315786"/>
                </a:moveTo>
                <a:cubicBezTo>
                  <a:pt x="383909" y="315716"/>
                  <a:pt x="295486" y="313200"/>
                  <a:pt x="425883" y="310685"/>
                </a:cubicBezTo>
                <a:cubicBezTo>
                  <a:pt x="544676" y="299252"/>
                  <a:pt x="512935" y="298625"/>
                  <a:pt x="640707" y="253912"/>
                </a:cubicBezTo>
                <a:cubicBezTo>
                  <a:pt x="768479" y="209199"/>
                  <a:pt x="1002016" y="67281"/>
                  <a:pt x="1192516" y="42410"/>
                </a:cubicBezTo>
                <a:cubicBezTo>
                  <a:pt x="1383016" y="17539"/>
                  <a:pt x="1459146" y="14813"/>
                  <a:pt x="1581345" y="0"/>
                </a:cubicBezTo>
              </a:path>
            </a:pathLst>
          </a:custGeom>
          <a:noFill/>
          <a:ln w="88900" cap="flat" cmpd="sng">
            <a:gradFill>
              <a:gsLst>
                <a:gs pos="77000">
                  <a:srgbClr val="879B86"/>
                </a:gs>
                <a:gs pos="0">
                  <a:srgbClr val="009BD7"/>
                </a:gs>
                <a:gs pos="100000">
                  <a:srgbClr val="FA9B41"/>
                </a:gs>
              </a:gsLst>
              <a:lin ang="5400000" scaled="1"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FB5D931-271B-1599-5D3C-713FADE1B36A}"/>
              </a:ext>
            </a:extLst>
          </p:cNvPr>
          <p:cNvSpPr/>
          <p:nvPr/>
        </p:nvSpPr>
        <p:spPr>
          <a:xfrm flipV="1">
            <a:off x="5454996" y="4119357"/>
            <a:ext cx="1322062" cy="694220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754800"/>
              <a:gd name="connsiteY0" fmla="*/ 311680 h 311680"/>
              <a:gd name="connsiteX1" fmla="*/ 726100 w 1754800"/>
              <a:gd name="connsiteY1" fmla="*/ 226582 h 311680"/>
              <a:gd name="connsiteX2" fmla="*/ 1291250 w 1754800"/>
              <a:gd name="connsiteY2" fmla="*/ 13857 h 311680"/>
              <a:gd name="connsiteX3" fmla="*/ 1754800 w 1754800"/>
              <a:gd name="connsiteY3" fmla="*/ 7507 h 311680"/>
              <a:gd name="connsiteX0" fmla="*/ 0 w 1741458"/>
              <a:gd name="connsiteY0" fmla="*/ 295178 h 295178"/>
              <a:gd name="connsiteX1" fmla="*/ 712758 w 1741458"/>
              <a:gd name="connsiteY1" fmla="*/ 226582 h 295178"/>
              <a:gd name="connsiteX2" fmla="*/ 1277908 w 1741458"/>
              <a:gd name="connsiteY2" fmla="*/ 13857 h 295178"/>
              <a:gd name="connsiteX3" fmla="*/ 1741458 w 1741458"/>
              <a:gd name="connsiteY3" fmla="*/ 7507 h 295178"/>
              <a:gd name="connsiteX0" fmla="*/ 0 w 1741458"/>
              <a:gd name="connsiteY0" fmla="*/ 295178 h 295178"/>
              <a:gd name="connsiteX1" fmla="*/ 577991 w 1741458"/>
              <a:gd name="connsiteY1" fmla="*/ 271132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41458"/>
              <a:gd name="connsiteY0" fmla="*/ 295178 h 295178"/>
              <a:gd name="connsiteX1" fmla="*/ 449901 w 1741458"/>
              <a:gd name="connsiteY1" fmla="*/ 286411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04098"/>
              <a:gd name="connsiteY0" fmla="*/ 289678 h 290207"/>
              <a:gd name="connsiteX1" fmla="*/ 412541 w 1704098"/>
              <a:gd name="connsiteY1" fmla="*/ 286411 h 290207"/>
              <a:gd name="connsiteX2" fmla="*/ 675398 w 1704098"/>
              <a:gd name="connsiteY2" fmla="*/ 226582 h 290207"/>
              <a:gd name="connsiteX3" fmla="*/ 1240548 w 1704098"/>
              <a:gd name="connsiteY3" fmla="*/ 13857 h 290207"/>
              <a:gd name="connsiteX4" fmla="*/ 1704098 w 1704098"/>
              <a:gd name="connsiteY4" fmla="*/ 7507 h 290207"/>
              <a:gd name="connsiteX0" fmla="*/ 0 w 1728115"/>
              <a:gd name="connsiteY0" fmla="*/ 287844 h 289944"/>
              <a:gd name="connsiteX1" fmla="*/ 436558 w 1728115"/>
              <a:gd name="connsiteY1" fmla="*/ 286411 h 289944"/>
              <a:gd name="connsiteX2" fmla="*/ 699415 w 1728115"/>
              <a:gd name="connsiteY2" fmla="*/ 226582 h 289944"/>
              <a:gd name="connsiteX3" fmla="*/ 1264565 w 1728115"/>
              <a:gd name="connsiteY3" fmla="*/ 13857 h 289944"/>
              <a:gd name="connsiteX4" fmla="*/ 1728115 w 1728115"/>
              <a:gd name="connsiteY4" fmla="*/ 7507 h 289944"/>
              <a:gd name="connsiteX0" fmla="*/ 0 w 1728115"/>
              <a:gd name="connsiteY0" fmla="*/ 287844 h 306273"/>
              <a:gd name="connsiteX1" fmla="*/ 444564 w 1728115"/>
              <a:gd name="connsiteY1" fmla="*/ 304135 h 306273"/>
              <a:gd name="connsiteX2" fmla="*/ 699415 w 1728115"/>
              <a:gd name="connsiteY2" fmla="*/ 226582 h 306273"/>
              <a:gd name="connsiteX3" fmla="*/ 1264565 w 1728115"/>
              <a:gd name="connsiteY3" fmla="*/ 13857 h 306273"/>
              <a:gd name="connsiteX4" fmla="*/ 1728115 w 1728115"/>
              <a:gd name="connsiteY4" fmla="*/ 7507 h 306273"/>
              <a:gd name="connsiteX0" fmla="*/ 0 w 1698761"/>
              <a:gd name="connsiteY0" fmla="*/ 289678 h 306363"/>
              <a:gd name="connsiteX1" fmla="*/ 415210 w 1698761"/>
              <a:gd name="connsiteY1" fmla="*/ 304135 h 306363"/>
              <a:gd name="connsiteX2" fmla="*/ 670061 w 1698761"/>
              <a:gd name="connsiteY2" fmla="*/ 226582 h 306363"/>
              <a:gd name="connsiteX3" fmla="*/ 1235211 w 1698761"/>
              <a:gd name="connsiteY3" fmla="*/ 13857 h 306363"/>
              <a:gd name="connsiteX4" fmla="*/ 1698761 w 1698761"/>
              <a:gd name="connsiteY4" fmla="*/ 7507 h 306363"/>
              <a:gd name="connsiteX0" fmla="*/ 0 w 1698761"/>
              <a:gd name="connsiteY0" fmla="*/ 289678 h 307703"/>
              <a:gd name="connsiteX1" fmla="*/ 415210 w 1698761"/>
              <a:gd name="connsiteY1" fmla="*/ 304135 h 307703"/>
              <a:gd name="connsiteX2" fmla="*/ 670061 w 1698761"/>
              <a:gd name="connsiteY2" fmla="*/ 226582 h 307703"/>
              <a:gd name="connsiteX3" fmla="*/ 1235211 w 1698761"/>
              <a:gd name="connsiteY3" fmla="*/ 13857 h 307703"/>
              <a:gd name="connsiteX4" fmla="*/ 1698761 w 1698761"/>
              <a:gd name="connsiteY4" fmla="*/ 7507 h 307703"/>
              <a:gd name="connsiteX0" fmla="*/ 0 w 1698761"/>
              <a:gd name="connsiteY0" fmla="*/ 289678 h 295490"/>
              <a:gd name="connsiteX1" fmla="*/ 417878 w 1698761"/>
              <a:gd name="connsiteY1" fmla="*/ 287633 h 295490"/>
              <a:gd name="connsiteX2" fmla="*/ 670061 w 1698761"/>
              <a:gd name="connsiteY2" fmla="*/ 226582 h 295490"/>
              <a:gd name="connsiteX3" fmla="*/ 1235211 w 1698761"/>
              <a:gd name="connsiteY3" fmla="*/ 13857 h 295490"/>
              <a:gd name="connsiteX4" fmla="*/ 1698761 w 1698761"/>
              <a:gd name="connsiteY4" fmla="*/ 7507 h 295490"/>
              <a:gd name="connsiteX0" fmla="*/ 0 w 1698761"/>
              <a:gd name="connsiteY0" fmla="*/ 289678 h 292963"/>
              <a:gd name="connsiteX1" fmla="*/ 420546 w 1698761"/>
              <a:gd name="connsiteY1" fmla="*/ 280910 h 292963"/>
              <a:gd name="connsiteX2" fmla="*/ 670061 w 1698761"/>
              <a:gd name="connsiteY2" fmla="*/ 226582 h 292963"/>
              <a:gd name="connsiteX3" fmla="*/ 1235211 w 1698761"/>
              <a:gd name="connsiteY3" fmla="*/ 13857 h 292963"/>
              <a:gd name="connsiteX4" fmla="*/ 1698761 w 1698761"/>
              <a:gd name="connsiteY4" fmla="*/ 7507 h 292963"/>
              <a:gd name="connsiteX0" fmla="*/ 0 w 1669407"/>
              <a:gd name="connsiteY0" fmla="*/ 288456 h 292074"/>
              <a:gd name="connsiteX1" fmla="*/ 391192 w 1669407"/>
              <a:gd name="connsiteY1" fmla="*/ 280910 h 292074"/>
              <a:gd name="connsiteX2" fmla="*/ 640707 w 1669407"/>
              <a:gd name="connsiteY2" fmla="*/ 226582 h 292074"/>
              <a:gd name="connsiteX3" fmla="*/ 1205857 w 1669407"/>
              <a:gd name="connsiteY3" fmla="*/ 13857 h 292074"/>
              <a:gd name="connsiteX4" fmla="*/ 1669407 w 1669407"/>
              <a:gd name="connsiteY4" fmla="*/ 7507 h 292074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597"/>
              <a:gd name="connsiteX1" fmla="*/ 391192 w 1669407"/>
              <a:gd name="connsiteY1" fmla="*/ 280910 h 288597"/>
              <a:gd name="connsiteX2" fmla="*/ 640707 w 1669407"/>
              <a:gd name="connsiteY2" fmla="*/ 226582 h 288597"/>
              <a:gd name="connsiteX3" fmla="*/ 1205857 w 1669407"/>
              <a:gd name="connsiteY3" fmla="*/ 13857 h 288597"/>
              <a:gd name="connsiteX4" fmla="*/ 1669407 w 1669407"/>
              <a:gd name="connsiteY4" fmla="*/ 7507 h 288597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92"/>
              <a:gd name="connsiteX1" fmla="*/ 391192 w 1669407"/>
              <a:gd name="connsiteY1" fmla="*/ 280910 h 288492"/>
              <a:gd name="connsiteX2" fmla="*/ 640707 w 1669407"/>
              <a:gd name="connsiteY2" fmla="*/ 226582 h 288492"/>
              <a:gd name="connsiteX3" fmla="*/ 1205857 w 1669407"/>
              <a:gd name="connsiteY3" fmla="*/ 13857 h 288492"/>
              <a:gd name="connsiteX4" fmla="*/ 1669407 w 1669407"/>
              <a:gd name="connsiteY4" fmla="*/ 7507 h 288492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425883 w 1669407"/>
              <a:gd name="connsiteY1" fmla="*/ 283355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586682"/>
              <a:gd name="connsiteY0" fmla="*/ 310073 h 310073"/>
              <a:gd name="connsiteX1" fmla="*/ 425883 w 1586682"/>
              <a:gd name="connsiteY1" fmla="*/ 304972 h 310073"/>
              <a:gd name="connsiteX2" fmla="*/ 640707 w 1586682"/>
              <a:gd name="connsiteY2" fmla="*/ 248199 h 310073"/>
              <a:gd name="connsiteX3" fmla="*/ 1205857 w 1586682"/>
              <a:gd name="connsiteY3" fmla="*/ 35474 h 310073"/>
              <a:gd name="connsiteX4" fmla="*/ 1586682 w 1586682"/>
              <a:gd name="connsiteY4" fmla="*/ 399 h 310073"/>
              <a:gd name="connsiteX0" fmla="*/ 0 w 1586682"/>
              <a:gd name="connsiteY0" fmla="*/ 310002 h 310002"/>
              <a:gd name="connsiteX1" fmla="*/ 425883 w 1586682"/>
              <a:gd name="connsiteY1" fmla="*/ 304901 h 310002"/>
              <a:gd name="connsiteX2" fmla="*/ 640707 w 1586682"/>
              <a:gd name="connsiteY2" fmla="*/ 248128 h 310002"/>
              <a:gd name="connsiteX3" fmla="*/ 1219201 w 1586682"/>
              <a:gd name="connsiteY3" fmla="*/ 39070 h 310002"/>
              <a:gd name="connsiteX4" fmla="*/ 1586682 w 1586682"/>
              <a:gd name="connsiteY4" fmla="*/ 328 h 310002"/>
              <a:gd name="connsiteX0" fmla="*/ 0 w 1586682"/>
              <a:gd name="connsiteY0" fmla="*/ 310105 h 310105"/>
              <a:gd name="connsiteX1" fmla="*/ 425883 w 1586682"/>
              <a:gd name="connsiteY1" fmla="*/ 305004 h 310105"/>
              <a:gd name="connsiteX2" fmla="*/ 640707 w 1586682"/>
              <a:gd name="connsiteY2" fmla="*/ 248231 h 310105"/>
              <a:gd name="connsiteX3" fmla="*/ 1197852 w 1586682"/>
              <a:gd name="connsiteY3" fmla="*/ 34284 h 310105"/>
              <a:gd name="connsiteX4" fmla="*/ 1586682 w 1586682"/>
              <a:gd name="connsiteY4" fmla="*/ 431 h 310105"/>
              <a:gd name="connsiteX0" fmla="*/ 0 w 1581345"/>
              <a:gd name="connsiteY0" fmla="*/ 316094 h 316094"/>
              <a:gd name="connsiteX1" fmla="*/ 425883 w 1581345"/>
              <a:gd name="connsiteY1" fmla="*/ 310993 h 316094"/>
              <a:gd name="connsiteX2" fmla="*/ 640707 w 1581345"/>
              <a:gd name="connsiteY2" fmla="*/ 254220 h 316094"/>
              <a:gd name="connsiteX3" fmla="*/ 1197852 w 1581345"/>
              <a:gd name="connsiteY3" fmla="*/ 40273 h 316094"/>
              <a:gd name="connsiteX4" fmla="*/ 1581345 w 1581345"/>
              <a:gd name="connsiteY4" fmla="*/ 308 h 316094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1345" h="315786">
                <a:moveTo>
                  <a:pt x="0" y="315786"/>
                </a:moveTo>
                <a:cubicBezTo>
                  <a:pt x="383909" y="315716"/>
                  <a:pt x="295486" y="313200"/>
                  <a:pt x="425883" y="310685"/>
                </a:cubicBezTo>
                <a:cubicBezTo>
                  <a:pt x="544676" y="299252"/>
                  <a:pt x="512935" y="298625"/>
                  <a:pt x="640707" y="253912"/>
                </a:cubicBezTo>
                <a:cubicBezTo>
                  <a:pt x="768479" y="209199"/>
                  <a:pt x="1002016" y="67281"/>
                  <a:pt x="1192516" y="42410"/>
                </a:cubicBezTo>
                <a:cubicBezTo>
                  <a:pt x="1383016" y="17539"/>
                  <a:pt x="1459146" y="14813"/>
                  <a:pt x="1581345" y="0"/>
                </a:cubicBezTo>
              </a:path>
            </a:pathLst>
          </a:custGeom>
          <a:noFill/>
          <a:ln w="88900" cap="flat" cmpd="sng">
            <a:gradFill>
              <a:gsLst>
                <a:gs pos="74000">
                  <a:srgbClr val="9A9B7B"/>
                </a:gs>
                <a:gs pos="0">
                  <a:srgbClr val="009BD7"/>
                </a:gs>
                <a:gs pos="100000">
                  <a:srgbClr val="FA9B41"/>
                </a:gs>
              </a:gsLst>
              <a:lin ang="5400000" scaled="1"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5AF3A07-F3CD-BDD7-D602-5D95A35C4260}"/>
              </a:ext>
            </a:extLst>
          </p:cNvPr>
          <p:cNvSpPr/>
          <p:nvPr/>
        </p:nvSpPr>
        <p:spPr>
          <a:xfrm>
            <a:off x="5462758" y="4953575"/>
            <a:ext cx="1321923" cy="444226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754800"/>
              <a:gd name="connsiteY0" fmla="*/ 311680 h 311680"/>
              <a:gd name="connsiteX1" fmla="*/ 726100 w 1754800"/>
              <a:gd name="connsiteY1" fmla="*/ 226582 h 311680"/>
              <a:gd name="connsiteX2" fmla="*/ 1291250 w 1754800"/>
              <a:gd name="connsiteY2" fmla="*/ 13857 h 311680"/>
              <a:gd name="connsiteX3" fmla="*/ 1754800 w 1754800"/>
              <a:gd name="connsiteY3" fmla="*/ 7507 h 311680"/>
              <a:gd name="connsiteX0" fmla="*/ 0 w 1741458"/>
              <a:gd name="connsiteY0" fmla="*/ 295178 h 295178"/>
              <a:gd name="connsiteX1" fmla="*/ 712758 w 1741458"/>
              <a:gd name="connsiteY1" fmla="*/ 226582 h 295178"/>
              <a:gd name="connsiteX2" fmla="*/ 1277908 w 1741458"/>
              <a:gd name="connsiteY2" fmla="*/ 13857 h 295178"/>
              <a:gd name="connsiteX3" fmla="*/ 1741458 w 1741458"/>
              <a:gd name="connsiteY3" fmla="*/ 7507 h 295178"/>
              <a:gd name="connsiteX0" fmla="*/ 0 w 1741458"/>
              <a:gd name="connsiteY0" fmla="*/ 295178 h 295178"/>
              <a:gd name="connsiteX1" fmla="*/ 577991 w 1741458"/>
              <a:gd name="connsiteY1" fmla="*/ 271132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41458"/>
              <a:gd name="connsiteY0" fmla="*/ 295178 h 295178"/>
              <a:gd name="connsiteX1" fmla="*/ 449901 w 1741458"/>
              <a:gd name="connsiteY1" fmla="*/ 286411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04098"/>
              <a:gd name="connsiteY0" fmla="*/ 289678 h 290207"/>
              <a:gd name="connsiteX1" fmla="*/ 412541 w 1704098"/>
              <a:gd name="connsiteY1" fmla="*/ 286411 h 290207"/>
              <a:gd name="connsiteX2" fmla="*/ 675398 w 1704098"/>
              <a:gd name="connsiteY2" fmla="*/ 226582 h 290207"/>
              <a:gd name="connsiteX3" fmla="*/ 1240548 w 1704098"/>
              <a:gd name="connsiteY3" fmla="*/ 13857 h 290207"/>
              <a:gd name="connsiteX4" fmla="*/ 1704098 w 1704098"/>
              <a:gd name="connsiteY4" fmla="*/ 7507 h 290207"/>
              <a:gd name="connsiteX0" fmla="*/ 0 w 1728115"/>
              <a:gd name="connsiteY0" fmla="*/ 287844 h 289944"/>
              <a:gd name="connsiteX1" fmla="*/ 436558 w 1728115"/>
              <a:gd name="connsiteY1" fmla="*/ 286411 h 289944"/>
              <a:gd name="connsiteX2" fmla="*/ 699415 w 1728115"/>
              <a:gd name="connsiteY2" fmla="*/ 226582 h 289944"/>
              <a:gd name="connsiteX3" fmla="*/ 1264565 w 1728115"/>
              <a:gd name="connsiteY3" fmla="*/ 13857 h 289944"/>
              <a:gd name="connsiteX4" fmla="*/ 1728115 w 1728115"/>
              <a:gd name="connsiteY4" fmla="*/ 7507 h 289944"/>
              <a:gd name="connsiteX0" fmla="*/ 0 w 1728115"/>
              <a:gd name="connsiteY0" fmla="*/ 287844 h 306273"/>
              <a:gd name="connsiteX1" fmla="*/ 444564 w 1728115"/>
              <a:gd name="connsiteY1" fmla="*/ 304135 h 306273"/>
              <a:gd name="connsiteX2" fmla="*/ 699415 w 1728115"/>
              <a:gd name="connsiteY2" fmla="*/ 226582 h 306273"/>
              <a:gd name="connsiteX3" fmla="*/ 1264565 w 1728115"/>
              <a:gd name="connsiteY3" fmla="*/ 13857 h 306273"/>
              <a:gd name="connsiteX4" fmla="*/ 1728115 w 1728115"/>
              <a:gd name="connsiteY4" fmla="*/ 7507 h 306273"/>
              <a:gd name="connsiteX0" fmla="*/ 0 w 1698761"/>
              <a:gd name="connsiteY0" fmla="*/ 289678 h 306363"/>
              <a:gd name="connsiteX1" fmla="*/ 415210 w 1698761"/>
              <a:gd name="connsiteY1" fmla="*/ 304135 h 306363"/>
              <a:gd name="connsiteX2" fmla="*/ 670061 w 1698761"/>
              <a:gd name="connsiteY2" fmla="*/ 226582 h 306363"/>
              <a:gd name="connsiteX3" fmla="*/ 1235211 w 1698761"/>
              <a:gd name="connsiteY3" fmla="*/ 13857 h 306363"/>
              <a:gd name="connsiteX4" fmla="*/ 1698761 w 1698761"/>
              <a:gd name="connsiteY4" fmla="*/ 7507 h 306363"/>
              <a:gd name="connsiteX0" fmla="*/ 0 w 1698761"/>
              <a:gd name="connsiteY0" fmla="*/ 289678 h 307703"/>
              <a:gd name="connsiteX1" fmla="*/ 415210 w 1698761"/>
              <a:gd name="connsiteY1" fmla="*/ 304135 h 307703"/>
              <a:gd name="connsiteX2" fmla="*/ 670061 w 1698761"/>
              <a:gd name="connsiteY2" fmla="*/ 226582 h 307703"/>
              <a:gd name="connsiteX3" fmla="*/ 1235211 w 1698761"/>
              <a:gd name="connsiteY3" fmla="*/ 13857 h 307703"/>
              <a:gd name="connsiteX4" fmla="*/ 1698761 w 1698761"/>
              <a:gd name="connsiteY4" fmla="*/ 7507 h 307703"/>
              <a:gd name="connsiteX0" fmla="*/ 0 w 1698761"/>
              <a:gd name="connsiteY0" fmla="*/ 289678 h 295490"/>
              <a:gd name="connsiteX1" fmla="*/ 417878 w 1698761"/>
              <a:gd name="connsiteY1" fmla="*/ 287633 h 295490"/>
              <a:gd name="connsiteX2" fmla="*/ 670061 w 1698761"/>
              <a:gd name="connsiteY2" fmla="*/ 226582 h 295490"/>
              <a:gd name="connsiteX3" fmla="*/ 1235211 w 1698761"/>
              <a:gd name="connsiteY3" fmla="*/ 13857 h 295490"/>
              <a:gd name="connsiteX4" fmla="*/ 1698761 w 1698761"/>
              <a:gd name="connsiteY4" fmla="*/ 7507 h 295490"/>
              <a:gd name="connsiteX0" fmla="*/ 0 w 1698761"/>
              <a:gd name="connsiteY0" fmla="*/ 289678 h 292963"/>
              <a:gd name="connsiteX1" fmla="*/ 420546 w 1698761"/>
              <a:gd name="connsiteY1" fmla="*/ 280910 h 292963"/>
              <a:gd name="connsiteX2" fmla="*/ 670061 w 1698761"/>
              <a:gd name="connsiteY2" fmla="*/ 226582 h 292963"/>
              <a:gd name="connsiteX3" fmla="*/ 1235211 w 1698761"/>
              <a:gd name="connsiteY3" fmla="*/ 13857 h 292963"/>
              <a:gd name="connsiteX4" fmla="*/ 1698761 w 1698761"/>
              <a:gd name="connsiteY4" fmla="*/ 7507 h 292963"/>
              <a:gd name="connsiteX0" fmla="*/ 0 w 1669407"/>
              <a:gd name="connsiteY0" fmla="*/ 288456 h 292074"/>
              <a:gd name="connsiteX1" fmla="*/ 391192 w 1669407"/>
              <a:gd name="connsiteY1" fmla="*/ 280910 h 292074"/>
              <a:gd name="connsiteX2" fmla="*/ 640707 w 1669407"/>
              <a:gd name="connsiteY2" fmla="*/ 226582 h 292074"/>
              <a:gd name="connsiteX3" fmla="*/ 1205857 w 1669407"/>
              <a:gd name="connsiteY3" fmla="*/ 13857 h 292074"/>
              <a:gd name="connsiteX4" fmla="*/ 1669407 w 1669407"/>
              <a:gd name="connsiteY4" fmla="*/ 7507 h 292074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597"/>
              <a:gd name="connsiteX1" fmla="*/ 391192 w 1669407"/>
              <a:gd name="connsiteY1" fmla="*/ 280910 h 288597"/>
              <a:gd name="connsiteX2" fmla="*/ 640707 w 1669407"/>
              <a:gd name="connsiteY2" fmla="*/ 226582 h 288597"/>
              <a:gd name="connsiteX3" fmla="*/ 1205857 w 1669407"/>
              <a:gd name="connsiteY3" fmla="*/ 13857 h 288597"/>
              <a:gd name="connsiteX4" fmla="*/ 1669407 w 1669407"/>
              <a:gd name="connsiteY4" fmla="*/ 7507 h 288597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92"/>
              <a:gd name="connsiteX1" fmla="*/ 391192 w 1669407"/>
              <a:gd name="connsiteY1" fmla="*/ 280910 h 288492"/>
              <a:gd name="connsiteX2" fmla="*/ 640707 w 1669407"/>
              <a:gd name="connsiteY2" fmla="*/ 226582 h 288492"/>
              <a:gd name="connsiteX3" fmla="*/ 1205857 w 1669407"/>
              <a:gd name="connsiteY3" fmla="*/ 13857 h 288492"/>
              <a:gd name="connsiteX4" fmla="*/ 1669407 w 1669407"/>
              <a:gd name="connsiteY4" fmla="*/ 7507 h 288492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425883 w 1669407"/>
              <a:gd name="connsiteY1" fmla="*/ 283355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586682"/>
              <a:gd name="connsiteY0" fmla="*/ 310073 h 310073"/>
              <a:gd name="connsiteX1" fmla="*/ 425883 w 1586682"/>
              <a:gd name="connsiteY1" fmla="*/ 304972 h 310073"/>
              <a:gd name="connsiteX2" fmla="*/ 640707 w 1586682"/>
              <a:gd name="connsiteY2" fmla="*/ 248199 h 310073"/>
              <a:gd name="connsiteX3" fmla="*/ 1205857 w 1586682"/>
              <a:gd name="connsiteY3" fmla="*/ 35474 h 310073"/>
              <a:gd name="connsiteX4" fmla="*/ 1586682 w 1586682"/>
              <a:gd name="connsiteY4" fmla="*/ 399 h 310073"/>
              <a:gd name="connsiteX0" fmla="*/ 0 w 1586682"/>
              <a:gd name="connsiteY0" fmla="*/ 310002 h 310002"/>
              <a:gd name="connsiteX1" fmla="*/ 425883 w 1586682"/>
              <a:gd name="connsiteY1" fmla="*/ 304901 h 310002"/>
              <a:gd name="connsiteX2" fmla="*/ 640707 w 1586682"/>
              <a:gd name="connsiteY2" fmla="*/ 248128 h 310002"/>
              <a:gd name="connsiteX3" fmla="*/ 1219201 w 1586682"/>
              <a:gd name="connsiteY3" fmla="*/ 39070 h 310002"/>
              <a:gd name="connsiteX4" fmla="*/ 1586682 w 1586682"/>
              <a:gd name="connsiteY4" fmla="*/ 328 h 310002"/>
              <a:gd name="connsiteX0" fmla="*/ 0 w 1586682"/>
              <a:gd name="connsiteY0" fmla="*/ 310105 h 310105"/>
              <a:gd name="connsiteX1" fmla="*/ 425883 w 1586682"/>
              <a:gd name="connsiteY1" fmla="*/ 305004 h 310105"/>
              <a:gd name="connsiteX2" fmla="*/ 640707 w 1586682"/>
              <a:gd name="connsiteY2" fmla="*/ 248231 h 310105"/>
              <a:gd name="connsiteX3" fmla="*/ 1197852 w 1586682"/>
              <a:gd name="connsiteY3" fmla="*/ 34284 h 310105"/>
              <a:gd name="connsiteX4" fmla="*/ 1586682 w 1586682"/>
              <a:gd name="connsiteY4" fmla="*/ 431 h 310105"/>
              <a:gd name="connsiteX0" fmla="*/ 0 w 1581345"/>
              <a:gd name="connsiteY0" fmla="*/ 316094 h 316094"/>
              <a:gd name="connsiteX1" fmla="*/ 425883 w 1581345"/>
              <a:gd name="connsiteY1" fmla="*/ 310993 h 316094"/>
              <a:gd name="connsiteX2" fmla="*/ 640707 w 1581345"/>
              <a:gd name="connsiteY2" fmla="*/ 254220 h 316094"/>
              <a:gd name="connsiteX3" fmla="*/ 1197852 w 1581345"/>
              <a:gd name="connsiteY3" fmla="*/ 40273 h 316094"/>
              <a:gd name="connsiteX4" fmla="*/ 1581345 w 1581345"/>
              <a:gd name="connsiteY4" fmla="*/ 308 h 316094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743255 w 1581345"/>
              <a:gd name="connsiteY2" fmla="*/ 208450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743255 w 1581345"/>
              <a:gd name="connsiteY2" fmla="*/ 208450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743255 w 1581345"/>
              <a:gd name="connsiteY2" fmla="*/ 208450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743255 w 1581345"/>
              <a:gd name="connsiteY2" fmla="*/ 208450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743255 w 1581345"/>
              <a:gd name="connsiteY2" fmla="*/ 208450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0186 w 1581345"/>
              <a:gd name="connsiteY1" fmla="*/ 310685 h 315786"/>
              <a:gd name="connsiteX2" fmla="*/ 743255 w 1581345"/>
              <a:gd name="connsiteY2" fmla="*/ 208450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8035"/>
              <a:gd name="connsiteX1" fmla="*/ 420186 w 1581345"/>
              <a:gd name="connsiteY1" fmla="*/ 310685 h 318035"/>
              <a:gd name="connsiteX2" fmla="*/ 743255 w 1581345"/>
              <a:gd name="connsiteY2" fmla="*/ 208450 h 318035"/>
              <a:gd name="connsiteX3" fmla="*/ 1192516 w 1581345"/>
              <a:gd name="connsiteY3" fmla="*/ 42410 h 318035"/>
              <a:gd name="connsiteX4" fmla="*/ 1581345 w 1581345"/>
              <a:gd name="connsiteY4" fmla="*/ 0 h 318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1345" h="318035">
                <a:moveTo>
                  <a:pt x="0" y="315786"/>
                </a:moveTo>
                <a:cubicBezTo>
                  <a:pt x="383909" y="315716"/>
                  <a:pt x="306880" y="323429"/>
                  <a:pt x="420186" y="310685"/>
                </a:cubicBezTo>
                <a:cubicBezTo>
                  <a:pt x="607344" y="271977"/>
                  <a:pt x="614533" y="253163"/>
                  <a:pt x="743255" y="208450"/>
                </a:cubicBezTo>
                <a:cubicBezTo>
                  <a:pt x="871977" y="163737"/>
                  <a:pt x="1002016" y="67281"/>
                  <a:pt x="1192516" y="42410"/>
                </a:cubicBezTo>
                <a:cubicBezTo>
                  <a:pt x="1383016" y="17539"/>
                  <a:pt x="1459146" y="14813"/>
                  <a:pt x="1581345" y="0"/>
                </a:cubicBezTo>
              </a:path>
            </a:pathLst>
          </a:custGeom>
          <a:noFill/>
          <a:ln w="38100" cap="flat" cmpd="sng">
            <a:solidFill>
              <a:srgbClr val="FA9B41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8EA6F89C-03F0-91F6-2FDD-AD8AE3A1C555}"/>
              </a:ext>
            </a:extLst>
          </p:cNvPr>
          <p:cNvSpPr/>
          <p:nvPr/>
        </p:nvSpPr>
        <p:spPr>
          <a:xfrm>
            <a:off x="5479752" y="5089096"/>
            <a:ext cx="1380320" cy="1370885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754800"/>
              <a:gd name="connsiteY0" fmla="*/ 311680 h 311680"/>
              <a:gd name="connsiteX1" fmla="*/ 726100 w 1754800"/>
              <a:gd name="connsiteY1" fmla="*/ 226582 h 311680"/>
              <a:gd name="connsiteX2" fmla="*/ 1291250 w 1754800"/>
              <a:gd name="connsiteY2" fmla="*/ 13857 h 311680"/>
              <a:gd name="connsiteX3" fmla="*/ 1754800 w 1754800"/>
              <a:gd name="connsiteY3" fmla="*/ 7507 h 311680"/>
              <a:gd name="connsiteX0" fmla="*/ 0 w 1741458"/>
              <a:gd name="connsiteY0" fmla="*/ 295178 h 295178"/>
              <a:gd name="connsiteX1" fmla="*/ 712758 w 1741458"/>
              <a:gd name="connsiteY1" fmla="*/ 226582 h 295178"/>
              <a:gd name="connsiteX2" fmla="*/ 1277908 w 1741458"/>
              <a:gd name="connsiteY2" fmla="*/ 13857 h 295178"/>
              <a:gd name="connsiteX3" fmla="*/ 1741458 w 1741458"/>
              <a:gd name="connsiteY3" fmla="*/ 7507 h 295178"/>
              <a:gd name="connsiteX0" fmla="*/ 0 w 1741458"/>
              <a:gd name="connsiteY0" fmla="*/ 295178 h 295178"/>
              <a:gd name="connsiteX1" fmla="*/ 577991 w 1741458"/>
              <a:gd name="connsiteY1" fmla="*/ 271132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41458"/>
              <a:gd name="connsiteY0" fmla="*/ 295178 h 295178"/>
              <a:gd name="connsiteX1" fmla="*/ 449901 w 1741458"/>
              <a:gd name="connsiteY1" fmla="*/ 286411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04098"/>
              <a:gd name="connsiteY0" fmla="*/ 289678 h 290207"/>
              <a:gd name="connsiteX1" fmla="*/ 412541 w 1704098"/>
              <a:gd name="connsiteY1" fmla="*/ 286411 h 290207"/>
              <a:gd name="connsiteX2" fmla="*/ 675398 w 1704098"/>
              <a:gd name="connsiteY2" fmla="*/ 226582 h 290207"/>
              <a:gd name="connsiteX3" fmla="*/ 1240548 w 1704098"/>
              <a:gd name="connsiteY3" fmla="*/ 13857 h 290207"/>
              <a:gd name="connsiteX4" fmla="*/ 1704098 w 1704098"/>
              <a:gd name="connsiteY4" fmla="*/ 7507 h 290207"/>
              <a:gd name="connsiteX0" fmla="*/ 0 w 1728115"/>
              <a:gd name="connsiteY0" fmla="*/ 287844 h 289944"/>
              <a:gd name="connsiteX1" fmla="*/ 436558 w 1728115"/>
              <a:gd name="connsiteY1" fmla="*/ 286411 h 289944"/>
              <a:gd name="connsiteX2" fmla="*/ 699415 w 1728115"/>
              <a:gd name="connsiteY2" fmla="*/ 226582 h 289944"/>
              <a:gd name="connsiteX3" fmla="*/ 1264565 w 1728115"/>
              <a:gd name="connsiteY3" fmla="*/ 13857 h 289944"/>
              <a:gd name="connsiteX4" fmla="*/ 1728115 w 1728115"/>
              <a:gd name="connsiteY4" fmla="*/ 7507 h 289944"/>
              <a:gd name="connsiteX0" fmla="*/ 0 w 1728115"/>
              <a:gd name="connsiteY0" fmla="*/ 287844 h 306273"/>
              <a:gd name="connsiteX1" fmla="*/ 444564 w 1728115"/>
              <a:gd name="connsiteY1" fmla="*/ 304135 h 306273"/>
              <a:gd name="connsiteX2" fmla="*/ 699415 w 1728115"/>
              <a:gd name="connsiteY2" fmla="*/ 226582 h 306273"/>
              <a:gd name="connsiteX3" fmla="*/ 1264565 w 1728115"/>
              <a:gd name="connsiteY3" fmla="*/ 13857 h 306273"/>
              <a:gd name="connsiteX4" fmla="*/ 1728115 w 1728115"/>
              <a:gd name="connsiteY4" fmla="*/ 7507 h 306273"/>
              <a:gd name="connsiteX0" fmla="*/ 0 w 1698761"/>
              <a:gd name="connsiteY0" fmla="*/ 289678 h 306363"/>
              <a:gd name="connsiteX1" fmla="*/ 415210 w 1698761"/>
              <a:gd name="connsiteY1" fmla="*/ 304135 h 306363"/>
              <a:gd name="connsiteX2" fmla="*/ 670061 w 1698761"/>
              <a:gd name="connsiteY2" fmla="*/ 226582 h 306363"/>
              <a:gd name="connsiteX3" fmla="*/ 1235211 w 1698761"/>
              <a:gd name="connsiteY3" fmla="*/ 13857 h 306363"/>
              <a:gd name="connsiteX4" fmla="*/ 1698761 w 1698761"/>
              <a:gd name="connsiteY4" fmla="*/ 7507 h 306363"/>
              <a:gd name="connsiteX0" fmla="*/ 0 w 1698761"/>
              <a:gd name="connsiteY0" fmla="*/ 289678 h 307703"/>
              <a:gd name="connsiteX1" fmla="*/ 415210 w 1698761"/>
              <a:gd name="connsiteY1" fmla="*/ 304135 h 307703"/>
              <a:gd name="connsiteX2" fmla="*/ 670061 w 1698761"/>
              <a:gd name="connsiteY2" fmla="*/ 226582 h 307703"/>
              <a:gd name="connsiteX3" fmla="*/ 1235211 w 1698761"/>
              <a:gd name="connsiteY3" fmla="*/ 13857 h 307703"/>
              <a:gd name="connsiteX4" fmla="*/ 1698761 w 1698761"/>
              <a:gd name="connsiteY4" fmla="*/ 7507 h 307703"/>
              <a:gd name="connsiteX0" fmla="*/ 0 w 1698761"/>
              <a:gd name="connsiteY0" fmla="*/ 289678 h 295490"/>
              <a:gd name="connsiteX1" fmla="*/ 417878 w 1698761"/>
              <a:gd name="connsiteY1" fmla="*/ 287633 h 295490"/>
              <a:gd name="connsiteX2" fmla="*/ 670061 w 1698761"/>
              <a:gd name="connsiteY2" fmla="*/ 226582 h 295490"/>
              <a:gd name="connsiteX3" fmla="*/ 1235211 w 1698761"/>
              <a:gd name="connsiteY3" fmla="*/ 13857 h 295490"/>
              <a:gd name="connsiteX4" fmla="*/ 1698761 w 1698761"/>
              <a:gd name="connsiteY4" fmla="*/ 7507 h 295490"/>
              <a:gd name="connsiteX0" fmla="*/ 0 w 1698761"/>
              <a:gd name="connsiteY0" fmla="*/ 289678 h 292963"/>
              <a:gd name="connsiteX1" fmla="*/ 420546 w 1698761"/>
              <a:gd name="connsiteY1" fmla="*/ 280910 h 292963"/>
              <a:gd name="connsiteX2" fmla="*/ 670061 w 1698761"/>
              <a:gd name="connsiteY2" fmla="*/ 226582 h 292963"/>
              <a:gd name="connsiteX3" fmla="*/ 1235211 w 1698761"/>
              <a:gd name="connsiteY3" fmla="*/ 13857 h 292963"/>
              <a:gd name="connsiteX4" fmla="*/ 1698761 w 1698761"/>
              <a:gd name="connsiteY4" fmla="*/ 7507 h 292963"/>
              <a:gd name="connsiteX0" fmla="*/ 0 w 1669407"/>
              <a:gd name="connsiteY0" fmla="*/ 288456 h 292074"/>
              <a:gd name="connsiteX1" fmla="*/ 391192 w 1669407"/>
              <a:gd name="connsiteY1" fmla="*/ 280910 h 292074"/>
              <a:gd name="connsiteX2" fmla="*/ 640707 w 1669407"/>
              <a:gd name="connsiteY2" fmla="*/ 226582 h 292074"/>
              <a:gd name="connsiteX3" fmla="*/ 1205857 w 1669407"/>
              <a:gd name="connsiteY3" fmla="*/ 13857 h 292074"/>
              <a:gd name="connsiteX4" fmla="*/ 1669407 w 1669407"/>
              <a:gd name="connsiteY4" fmla="*/ 7507 h 292074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597"/>
              <a:gd name="connsiteX1" fmla="*/ 391192 w 1669407"/>
              <a:gd name="connsiteY1" fmla="*/ 280910 h 288597"/>
              <a:gd name="connsiteX2" fmla="*/ 640707 w 1669407"/>
              <a:gd name="connsiteY2" fmla="*/ 226582 h 288597"/>
              <a:gd name="connsiteX3" fmla="*/ 1205857 w 1669407"/>
              <a:gd name="connsiteY3" fmla="*/ 13857 h 288597"/>
              <a:gd name="connsiteX4" fmla="*/ 1669407 w 1669407"/>
              <a:gd name="connsiteY4" fmla="*/ 7507 h 288597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92"/>
              <a:gd name="connsiteX1" fmla="*/ 391192 w 1669407"/>
              <a:gd name="connsiteY1" fmla="*/ 280910 h 288492"/>
              <a:gd name="connsiteX2" fmla="*/ 640707 w 1669407"/>
              <a:gd name="connsiteY2" fmla="*/ 226582 h 288492"/>
              <a:gd name="connsiteX3" fmla="*/ 1205857 w 1669407"/>
              <a:gd name="connsiteY3" fmla="*/ 13857 h 288492"/>
              <a:gd name="connsiteX4" fmla="*/ 1669407 w 1669407"/>
              <a:gd name="connsiteY4" fmla="*/ 7507 h 288492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425883 w 1669407"/>
              <a:gd name="connsiteY1" fmla="*/ 283355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586682"/>
              <a:gd name="connsiteY0" fmla="*/ 310073 h 310073"/>
              <a:gd name="connsiteX1" fmla="*/ 425883 w 1586682"/>
              <a:gd name="connsiteY1" fmla="*/ 304972 h 310073"/>
              <a:gd name="connsiteX2" fmla="*/ 640707 w 1586682"/>
              <a:gd name="connsiteY2" fmla="*/ 248199 h 310073"/>
              <a:gd name="connsiteX3" fmla="*/ 1205857 w 1586682"/>
              <a:gd name="connsiteY3" fmla="*/ 35474 h 310073"/>
              <a:gd name="connsiteX4" fmla="*/ 1586682 w 1586682"/>
              <a:gd name="connsiteY4" fmla="*/ 399 h 310073"/>
              <a:gd name="connsiteX0" fmla="*/ 0 w 1586682"/>
              <a:gd name="connsiteY0" fmla="*/ 310002 h 310002"/>
              <a:gd name="connsiteX1" fmla="*/ 425883 w 1586682"/>
              <a:gd name="connsiteY1" fmla="*/ 304901 h 310002"/>
              <a:gd name="connsiteX2" fmla="*/ 640707 w 1586682"/>
              <a:gd name="connsiteY2" fmla="*/ 248128 h 310002"/>
              <a:gd name="connsiteX3" fmla="*/ 1219201 w 1586682"/>
              <a:gd name="connsiteY3" fmla="*/ 39070 h 310002"/>
              <a:gd name="connsiteX4" fmla="*/ 1586682 w 1586682"/>
              <a:gd name="connsiteY4" fmla="*/ 328 h 310002"/>
              <a:gd name="connsiteX0" fmla="*/ 0 w 1586682"/>
              <a:gd name="connsiteY0" fmla="*/ 310105 h 310105"/>
              <a:gd name="connsiteX1" fmla="*/ 425883 w 1586682"/>
              <a:gd name="connsiteY1" fmla="*/ 305004 h 310105"/>
              <a:gd name="connsiteX2" fmla="*/ 640707 w 1586682"/>
              <a:gd name="connsiteY2" fmla="*/ 248231 h 310105"/>
              <a:gd name="connsiteX3" fmla="*/ 1197852 w 1586682"/>
              <a:gd name="connsiteY3" fmla="*/ 34284 h 310105"/>
              <a:gd name="connsiteX4" fmla="*/ 1586682 w 1586682"/>
              <a:gd name="connsiteY4" fmla="*/ 431 h 310105"/>
              <a:gd name="connsiteX0" fmla="*/ 0 w 1581345"/>
              <a:gd name="connsiteY0" fmla="*/ 316094 h 316094"/>
              <a:gd name="connsiteX1" fmla="*/ 425883 w 1581345"/>
              <a:gd name="connsiteY1" fmla="*/ 310993 h 316094"/>
              <a:gd name="connsiteX2" fmla="*/ 640707 w 1581345"/>
              <a:gd name="connsiteY2" fmla="*/ 254220 h 316094"/>
              <a:gd name="connsiteX3" fmla="*/ 1197852 w 1581345"/>
              <a:gd name="connsiteY3" fmla="*/ 40273 h 316094"/>
              <a:gd name="connsiteX4" fmla="*/ 1581345 w 1581345"/>
              <a:gd name="connsiteY4" fmla="*/ 308 h 316094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62585 w 1581345"/>
              <a:gd name="connsiteY1" fmla="*/ 272654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62585 w 1581345"/>
              <a:gd name="connsiteY1" fmla="*/ 272654 h 315786"/>
              <a:gd name="connsiteX2" fmla="*/ 772837 w 1581345"/>
              <a:gd name="connsiteY2" fmla="*/ 177850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62585 w 1581345"/>
              <a:gd name="connsiteY1" fmla="*/ 272654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0391 w 1581345"/>
              <a:gd name="connsiteY1" fmla="*/ 264609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0391 w 1581345"/>
              <a:gd name="connsiteY1" fmla="*/ 264609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0391 w 1581345"/>
              <a:gd name="connsiteY1" fmla="*/ 264609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0391 w 1581345"/>
              <a:gd name="connsiteY1" fmla="*/ 264609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0391 w 1581345"/>
              <a:gd name="connsiteY1" fmla="*/ 264609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2133 w 1581345"/>
              <a:gd name="connsiteY1" fmla="*/ 264609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2133 w 1581345"/>
              <a:gd name="connsiteY1" fmla="*/ 264609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2133 w 1581345"/>
              <a:gd name="connsiteY1" fmla="*/ 264609 h 315786"/>
              <a:gd name="connsiteX2" fmla="*/ 757238 w 1581345"/>
              <a:gd name="connsiteY2" fmla="*/ 16852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2133 w 1581345"/>
              <a:gd name="connsiteY1" fmla="*/ 264609 h 315786"/>
              <a:gd name="connsiteX2" fmla="*/ 757238 w 1581345"/>
              <a:gd name="connsiteY2" fmla="*/ 16852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1345" h="315786">
                <a:moveTo>
                  <a:pt x="0" y="315786"/>
                </a:moveTo>
                <a:cubicBezTo>
                  <a:pt x="383909" y="315716"/>
                  <a:pt x="397332" y="295830"/>
                  <a:pt x="512133" y="264609"/>
                </a:cubicBezTo>
                <a:cubicBezTo>
                  <a:pt x="637351" y="218437"/>
                  <a:pt x="654852" y="207753"/>
                  <a:pt x="757238" y="168526"/>
                </a:cubicBezTo>
                <a:cubicBezTo>
                  <a:pt x="859624" y="129299"/>
                  <a:pt x="1002016" y="67281"/>
                  <a:pt x="1192516" y="42410"/>
                </a:cubicBezTo>
                <a:cubicBezTo>
                  <a:pt x="1383016" y="17539"/>
                  <a:pt x="1459146" y="14813"/>
                  <a:pt x="1581345" y="0"/>
                </a:cubicBezTo>
              </a:path>
            </a:pathLst>
          </a:custGeom>
          <a:noFill/>
          <a:ln w="38100" cap="flat" cmpd="sng">
            <a:solidFill>
              <a:srgbClr val="FA9B41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2FBDE0-6251-474B-EAFD-1A0EADD09EBC}"/>
              </a:ext>
            </a:extLst>
          </p:cNvPr>
          <p:cNvSpPr txBox="1"/>
          <p:nvPr/>
        </p:nvSpPr>
        <p:spPr>
          <a:xfrm>
            <a:off x="6493033" y="5561010"/>
            <a:ext cx="1928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FA9B4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Abandoned routes</a:t>
            </a:r>
            <a:endParaRPr lang="de-CH" u="sng" dirty="0">
              <a:solidFill>
                <a:srgbClr val="FA9B41"/>
              </a:solidFill>
              <a:latin typeface="Roboto Medium" panose="02000000000000000000" pitchFamily="2" charset="0"/>
              <a:ea typeface="Roboto Medium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9FC09A6-1E0D-3D18-BD41-20D1BB19076E}"/>
              </a:ext>
            </a:extLst>
          </p:cNvPr>
          <p:cNvSpPr/>
          <p:nvPr/>
        </p:nvSpPr>
        <p:spPr>
          <a:xfrm>
            <a:off x="4419139" y="2951112"/>
            <a:ext cx="693256" cy="405647"/>
          </a:xfrm>
          <a:prstGeom prst="roundRect">
            <a:avLst/>
          </a:prstGeom>
          <a:solidFill>
            <a:srgbClr val="FA9B41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88F64C-4286-DBF7-2A12-82CD7982361A}"/>
              </a:ext>
            </a:extLst>
          </p:cNvPr>
          <p:cNvSpPr txBox="1"/>
          <p:nvPr/>
        </p:nvSpPr>
        <p:spPr>
          <a:xfrm>
            <a:off x="4419139" y="2964131"/>
            <a:ext cx="693256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CaC</a:t>
            </a:r>
            <a:r>
              <a:rPr lang="de-DE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endParaRPr lang="de-CH" sz="1601" u="sng" baseline="-25000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F15058-B2E0-E51E-EA09-DE1A9D4FA6DD}"/>
              </a:ext>
            </a:extLst>
          </p:cNvPr>
          <p:cNvSpPr txBox="1"/>
          <p:nvPr/>
        </p:nvSpPr>
        <p:spPr>
          <a:xfrm>
            <a:off x="2677697" y="6552491"/>
            <a:ext cx="1349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Roboto" panose="02000000000000000000" pitchFamily="2" charset="0"/>
                <a:ea typeface="Roboto" panose="02000000000000000000" pitchFamily="2" charset="0"/>
              </a:rPr>
              <a:t>Trial routes</a:t>
            </a:r>
            <a:endParaRPr lang="de-CH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CE29D0-094D-3476-E485-DD976F79E05F}"/>
              </a:ext>
            </a:extLst>
          </p:cNvPr>
          <p:cNvSpPr txBox="1"/>
          <p:nvPr/>
        </p:nvSpPr>
        <p:spPr>
          <a:xfrm>
            <a:off x="7044043" y="5102732"/>
            <a:ext cx="8265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en-US" altLang="zh-CN" sz="1600" baseline="-250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en-US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en-US" altLang="zh-CN" sz="1600" baseline="-250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endParaRPr lang="de-CH" sz="1600" u="sng" baseline="-25000" dirty="0">
              <a:solidFill>
                <a:srgbClr val="009BD7"/>
              </a:solidFill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55853024-F73A-00BB-398C-5F10B5A3A41E}"/>
              </a:ext>
            </a:extLst>
          </p:cNvPr>
          <p:cNvSpPr/>
          <p:nvPr/>
        </p:nvSpPr>
        <p:spPr>
          <a:xfrm>
            <a:off x="8105693" y="2597709"/>
            <a:ext cx="2570512" cy="1950116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754800"/>
              <a:gd name="connsiteY0" fmla="*/ 311680 h 311680"/>
              <a:gd name="connsiteX1" fmla="*/ 726100 w 1754800"/>
              <a:gd name="connsiteY1" fmla="*/ 226582 h 311680"/>
              <a:gd name="connsiteX2" fmla="*/ 1291250 w 1754800"/>
              <a:gd name="connsiteY2" fmla="*/ 13857 h 311680"/>
              <a:gd name="connsiteX3" fmla="*/ 1754800 w 1754800"/>
              <a:gd name="connsiteY3" fmla="*/ 7507 h 311680"/>
              <a:gd name="connsiteX0" fmla="*/ 0 w 1741458"/>
              <a:gd name="connsiteY0" fmla="*/ 295178 h 295178"/>
              <a:gd name="connsiteX1" fmla="*/ 712758 w 1741458"/>
              <a:gd name="connsiteY1" fmla="*/ 226582 h 295178"/>
              <a:gd name="connsiteX2" fmla="*/ 1277908 w 1741458"/>
              <a:gd name="connsiteY2" fmla="*/ 13857 h 295178"/>
              <a:gd name="connsiteX3" fmla="*/ 1741458 w 1741458"/>
              <a:gd name="connsiteY3" fmla="*/ 7507 h 295178"/>
              <a:gd name="connsiteX0" fmla="*/ 0 w 1741458"/>
              <a:gd name="connsiteY0" fmla="*/ 295178 h 295178"/>
              <a:gd name="connsiteX1" fmla="*/ 577991 w 1741458"/>
              <a:gd name="connsiteY1" fmla="*/ 271132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41458"/>
              <a:gd name="connsiteY0" fmla="*/ 295178 h 295178"/>
              <a:gd name="connsiteX1" fmla="*/ 449901 w 1741458"/>
              <a:gd name="connsiteY1" fmla="*/ 286411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04098"/>
              <a:gd name="connsiteY0" fmla="*/ 289678 h 290207"/>
              <a:gd name="connsiteX1" fmla="*/ 412541 w 1704098"/>
              <a:gd name="connsiteY1" fmla="*/ 286411 h 290207"/>
              <a:gd name="connsiteX2" fmla="*/ 675398 w 1704098"/>
              <a:gd name="connsiteY2" fmla="*/ 226582 h 290207"/>
              <a:gd name="connsiteX3" fmla="*/ 1240548 w 1704098"/>
              <a:gd name="connsiteY3" fmla="*/ 13857 h 290207"/>
              <a:gd name="connsiteX4" fmla="*/ 1704098 w 1704098"/>
              <a:gd name="connsiteY4" fmla="*/ 7507 h 290207"/>
              <a:gd name="connsiteX0" fmla="*/ 0 w 1728115"/>
              <a:gd name="connsiteY0" fmla="*/ 287844 h 289944"/>
              <a:gd name="connsiteX1" fmla="*/ 436558 w 1728115"/>
              <a:gd name="connsiteY1" fmla="*/ 286411 h 289944"/>
              <a:gd name="connsiteX2" fmla="*/ 699415 w 1728115"/>
              <a:gd name="connsiteY2" fmla="*/ 226582 h 289944"/>
              <a:gd name="connsiteX3" fmla="*/ 1264565 w 1728115"/>
              <a:gd name="connsiteY3" fmla="*/ 13857 h 289944"/>
              <a:gd name="connsiteX4" fmla="*/ 1728115 w 1728115"/>
              <a:gd name="connsiteY4" fmla="*/ 7507 h 289944"/>
              <a:gd name="connsiteX0" fmla="*/ 0 w 1728115"/>
              <a:gd name="connsiteY0" fmla="*/ 287844 h 306273"/>
              <a:gd name="connsiteX1" fmla="*/ 444564 w 1728115"/>
              <a:gd name="connsiteY1" fmla="*/ 304135 h 306273"/>
              <a:gd name="connsiteX2" fmla="*/ 699415 w 1728115"/>
              <a:gd name="connsiteY2" fmla="*/ 226582 h 306273"/>
              <a:gd name="connsiteX3" fmla="*/ 1264565 w 1728115"/>
              <a:gd name="connsiteY3" fmla="*/ 13857 h 306273"/>
              <a:gd name="connsiteX4" fmla="*/ 1728115 w 1728115"/>
              <a:gd name="connsiteY4" fmla="*/ 7507 h 306273"/>
              <a:gd name="connsiteX0" fmla="*/ 0 w 1698761"/>
              <a:gd name="connsiteY0" fmla="*/ 289678 h 306363"/>
              <a:gd name="connsiteX1" fmla="*/ 415210 w 1698761"/>
              <a:gd name="connsiteY1" fmla="*/ 304135 h 306363"/>
              <a:gd name="connsiteX2" fmla="*/ 670061 w 1698761"/>
              <a:gd name="connsiteY2" fmla="*/ 226582 h 306363"/>
              <a:gd name="connsiteX3" fmla="*/ 1235211 w 1698761"/>
              <a:gd name="connsiteY3" fmla="*/ 13857 h 306363"/>
              <a:gd name="connsiteX4" fmla="*/ 1698761 w 1698761"/>
              <a:gd name="connsiteY4" fmla="*/ 7507 h 306363"/>
              <a:gd name="connsiteX0" fmla="*/ 0 w 1698761"/>
              <a:gd name="connsiteY0" fmla="*/ 289678 h 307703"/>
              <a:gd name="connsiteX1" fmla="*/ 415210 w 1698761"/>
              <a:gd name="connsiteY1" fmla="*/ 304135 h 307703"/>
              <a:gd name="connsiteX2" fmla="*/ 670061 w 1698761"/>
              <a:gd name="connsiteY2" fmla="*/ 226582 h 307703"/>
              <a:gd name="connsiteX3" fmla="*/ 1235211 w 1698761"/>
              <a:gd name="connsiteY3" fmla="*/ 13857 h 307703"/>
              <a:gd name="connsiteX4" fmla="*/ 1698761 w 1698761"/>
              <a:gd name="connsiteY4" fmla="*/ 7507 h 307703"/>
              <a:gd name="connsiteX0" fmla="*/ 0 w 1698761"/>
              <a:gd name="connsiteY0" fmla="*/ 289678 h 295490"/>
              <a:gd name="connsiteX1" fmla="*/ 417878 w 1698761"/>
              <a:gd name="connsiteY1" fmla="*/ 287633 h 295490"/>
              <a:gd name="connsiteX2" fmla="*/ 670061 w 1698761"/>
              <a:gd name="connsiteY2" fmla="*/ 226582 h 295490"/>
              <a:gd name="connsiteX3" fmla="*/ 1235211 w 1698761"/>
              <a:gd name="connsiteY3" fmla="*/ 13857 h 295490"/>
              <a:gd name="connsiteX4" fmla="*/ 1698761 w 1698761"/>
              <a:gd name="connsiteY4" fmla="*/ 7507 h 295490"/>
              <a:gd name="connsiteX0" fmla="*/ 0 w 1698761"/>
              <a:gd name="connsiteY0" fmla="*/ 289678 h 292963"/>
              <a:gd name="connsiteX1" fmla="*/ 420546 w 1698761"/>
              <a:gd name="connsiteY1" fmla="*/ 280910 h 292963"/>
              <a:gd name="connsiteX2" fmla="*/ 670061 w 1698761"/>
              <a:gd name="connsiteY2" fmla="*/ 226582 h 292963"/>
              <a:gd name="connsiteX3" fmla="*/ 1235211 w 1698761"/>
              <a:gd name="connsiteY3" fmla="*/ 13857 h 292963"/>
              <a:gd name="connsiteX4" fmla="*/ 1698761 w 1698761"/>
              <a:gd name="connsiteY4" fmla="*/ 7507 h 292963"/>
              <a:gd name="connsiteX0" fmla="*/ 0 w 1669407"/>
              <a:gd name="connsiteY0" fmla="*/ 288456 h 292074"/>
              <a:gd name="connsiteX1" fmla="*/ 391192 w 1669407"/>
              <a:gd name="connsiteY1" fmla="*/ 280910 h 292074"/>
              <a:gd name="connsiteX2" fmla="*/ 640707 w 1669407"/>
              <a:gd name="connsiteY2" fmla="*/ 226582 h 292074"/>
              <a:gd name="connsiteX3" fmla="*/ 1205857 w 1669407"/>
              <a:gd name="connsiteY3" fmla="*/ 13857 h 292074"/>
              <a:gd name="connsiteX4" fmla="*/ 1669407 w 1669407"/>
              <a:gd name="connsiteY4" fmla="*/ 7507 h 292074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597"/>
              <a:gd name="connsiteX1" fmla="*/ 391192 w 1669407"/>
              <a:gd name="connsiteY1" fmla="*/ 280910 h 288597"/>
              <a:gd name="connsiteX2" fmla="*/ 640707 w 1669407"/>
              <a:gd name="connsiteY2" fmla="*/ 226582 h 288597"/>
              <a:gd name="connsiteX3" fmla="*/ 1205857 w 1669407"/>
              <a:gd name="connsiteY3" fmla="*/ 13857 h 288597"/>
              <a:gd name="connsiteX4" fmla="*/ 1669407 w 1669407"/>
              <a:gd name="connsiteY4" fmla="*/ 7507 h 288597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92"/>
              <a:gd name="connsiteX1" fmla="*/ 391192 w 1669407"/>
              <a:gd name="connsiteY1" fmla="*/ 280910 h 288492"/>
              <a:gd name="connsiteX2" fmla="*/ 640707 w 1669407"/>
              <a:gd name="connsiteY2" fmla="*/ 226582 h 288492"/>
              <a:gd name="connsiteX3" fmla="*/ 1205857 w 1669407"/>
              <a:gd name="connsiteY3" fmla="*/ 13857 h 288492"/>
              <a:gd name="connsiteX4" fmla="*/ 1669407 w 1669407"/>
              <a:gd name="connsiteY4" fmla="*/ 7507 h 288492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425883 w 1669407"/>
              <a:gd name="connsiteY1" fmla="*/ 283355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586682"/>
              <a:gd name="connsiteY0" fmla="*/ 310073 h 310073"/>
              <a:gd name="connsiteX1" fmla="*/ 425883 w 1586682"/>
              <a:gd name="connsiteY1" fmla="*/ 304972 h 310073"/>
              <a:gd name="connsiteX2" fmla="*/ 640707 w 1586682"/>
              <a:gd name="connsiteY2" fmla="*/ 248199 h 310073"/>
              <a:gd name="connsiteX3" fmla="*/ 1205857 w 1586682"/>
              <a:gd name="connsiteY3" fmla="*/ 35474 h 310073"/>
              <a:gd name="connsiteX4" fmla="*/ 1586682 w 1586682"/>
              <a:gd name="connsiteY4" fmla="*/ 399 h 310073"/>
              <a:gd name="connsiteX0" fmla="*/ 0 w 1586682"/>
              <a:gd name="connsiteY0" fmla="*/ 310002 h 310002"/>
              <a:gd name="connsiteX1" fmla="*/ 425883 w 1586682"/>
              <a:gd name="connsiteY1" fmla="*/ 304901 h 310002"/>
              <a:gd name="connsiteX2" fmla="*/ 640707 w 1586682"/>
              <a:gd name="connsiteY2" fmla="*/ 248128 h 310002"/>
              <a:gd name="connsiteX3" fmla="*/ 1219201 w 1586682"/>
              <a:gd name="connsiteY3" fmla="*/ 39070 h 310002"/>
              <a:gd name="connsiteX4" fmla="*/ 1586682 w 1586682"/>
              <a:gd name="connsiteY4" fmla="*/ 328 h 310002"/>
              <a:gd name="connsiteX0" fmla="*/ 0 w 1586682"/>
              <a:gd name="connsiteY0" fmla="*/ 310105 h 310105"/>
              <a:gd name="connsiteX1" fmla="*/ 425883 w 1586682"/>
              <a:gd name="connsiteY1" fmla="*/ 305004 h 310105"/>
              <a:gd name="connsiteX2" fmla="*/ 640707 w 1586682"/>
              <a:gd name="connsiteY2" fmla="*/ 248231 h 310105"/>
              <a:gd name="connsiteX3" fmla="*/ 1197852 w 1586682"/>
              <a:gd name="connsiteY3" fmla="*/ 34284 h 310105"/>
              <a:gd name="connsiteX4" fmla="*/ 1586682 w 1586682"/>
              <a:gd name="connsiteY4" fmla="*/ 431 h 310105"/>
              <a:gd name="connsiteX0" fmla="*/ 0 w 1581345"/>
              <a:gd name="connsiteY0" fmla="*/ 316094 h 316094"/>
              <a:gd name="connsiteX1" fmla="*/ 425883 w 1581345"/>
              <a:gd name="connsiteY1" fmla="*/ 310993 h 316094"/>
              <a:gd name="connsiteX2" fmla="*/ 640707 w 1581345"/>
              <a:gd name="connsiteY2" fmla="*/ 254220 h 316094"/>
              <a:gd name="connsiteX3" fmla="*/ 1197852 w 1581345"/>
              <a:gd name="connsiteY3" fmla="*/ 40273 h 316094"/>
              <a:gd name="connsiteX4" fmla="*/ 1581345 w 1581345"/>
              <a:gd name="connsiteY4" fmla="*/ 308 h 316094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6122263"/>
              <a:gd name="connsiteY0" fmla="*/ 290715 h 290715"/>
              <a:gd name="connsiteX1" fmla="*/ 425883 w 6122263"/>
              <a:gd name="connsiteY1" fmla="*/ 285614 h 290715"/>
              <a:gd name="connsiteX2" fmla="*/ 640707 w 6122263"/>
              <a:gd name="connsiteY2" fmla="*/ 228841 h 290715"/>
              <a:gd name="connsiteX3" fmla="*/ 1192516 w 6122263"/>
              <a:gd name="connsiteY3" fmla="*/ 17339 h 290715"/>
              <a:gd name="connsiteX4" fmla="*/ 6122263 w 6122263"/>
              <a:gd name="connsiteY4" fmla="*/ 0 h 290715"/>
              <a:gd name="connsiteX0" fmla="*/ 0 w 6122263"/>
              <a:gd name="connsiteY0" fmla="*/ 291853 h 291853"/>
              <a:gd name="connsiteX1" fmla="*/ 425883 w 6122263"/>
              <a:gd name="connsiteY1" fmla="*/ 286752 h 291853"/>
              <a:gd name="connsiteX2" fmla="*/ 640707 w 6122263"/>
              <a:gd name="connsiteY2" fmla="*/ 229979 h 291853"/>
              <a:gd name="connsiteX3" fmla="*/ 1257698 w 6122263"/>
              <a:gd name="connsiteY3" fmla="*/ 10120 h 291853"/>
              <a:gd name="connsiteX4" fmla="*/ 6122263 w 6122263"/>
              <a:gd name="connsiteY4" fmla="*/ 1138 h 291853"/>
              <a:gd name="connsiteX0" fmla="*/ 0 w 6122263"/>
              <a:gd name="connsiteY0" fmla="*/ 292933 h 292933"/>
              <a:gd name="connsiteX1" fmla="*/ 425883 w 6122263"/>
              <a:gd name="connsiteY1" fmla="*/ 287832 h 292933"/>
              <a:gd name="connsiteX2" fmla="*/ 640707 w 6122263"/>
              <a:gd name="connsiteY2" fmla="*/ 231059 h 292933"/>
              <a:gd name="connsiteX3" fmla="*/ 1344605 w 6122263"/>
              <a:gd name="connsiteY3" fmla="*/ 9807 h 292933"/>
              <a:gd name="connsiteX4" fmla="*/ 6122263 w 6122263"/>
              <a:gd name="connsiteY4" fmla="*/ 2218 h 292933"/>
              <a:gd name="connsiteX0" fmla="*/ 0 w 6122263"/>
              <a:gd name="connsiteY0" fmla="*/ 295152 h 295152"/>
              <a:gd name="connsiteX1" fmla="*/ 425883 w 6122263"/>
              <a:gd name="connsiteY1" fmla="*/ 290051 h 295152"/>
              <a:gd name="connsiteX2" fmla="*/ 640707 w 6122263"/>
              <a:gd name="connsiteY2" fmla="*/ 233278 h 295152"/>
              <a:gd name="connsiteX3" fmla="*/ 3343478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5152 h 295152"/>
              <a:gd name="connsiteX1" fmla="*/ 425883 w 6122263"/>
              <a:gd name="connsiteY1" fmla="*/ 290051 h 295152"/>
              <a:gd name="connsiteX2" fmla="*/ 2031227 w 6122263"/>
              <a:gd name="connsiteY2" fmla="*/ 23427 h 295152"/>
              <a:gd name="connsiteX3" fmla="*/ 3343478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5152 h 295152"/>
              <a:gd name="connsiteX1" fmla="*/ 556245 w 6122263"/>
              <a:gd name="connsiteY1" fmla="*/ 251052 h 295152"/>
              <a:gd name="connsiteX2" fmla="*/ 2031227 w 6122263"/>
              <a:gd name="connsiteY2" fmla="*/ 23427 h 295152"/>
              <a:gd name="connsiteX3" fmla="*/ 3343478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5152 h 295152"/>
              <a:gd name="connsiteX1" fmla="*/ 556245 w 6122263"/>
              <a:gd name="connsiteY1" fmla="*/ 251052 h 295152"/>
              <a:gd name="connsiteX2" fmla="*/ 2031227 w 6122263"/>
              <a:gd name="connsiteY2" fmla="*/ 23427 h 295152"/>
              <a:gd name="connsiteX3" fmla="*/ 3778016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0715 h 290715"/>
              <a:gd name="connsiteX1" fmla="*/ 556245 w 6122263"/>
              <a:gd name="connsiteY1" fmla="*/ 246615 h 290715"/>
              <a:gd name="connsiteX2" fmla="*/ 2031227 w 6122263"/>
              <a:gd name="connsiteY2" fmla="*/ 18990 h 290715"/>
              <a:gd name="connsiteX3" fmla="*/ 3778016 w 6122263"/>
              <a:gd name="connsiteY3" fmla="*/ 4803 h 290715"/>
              <a:gd name="connsiteX4" fmla="*/ 6122263 w 6122263"/>
              <a:gd name="connsiteY4" fmla="*/ 0 h 290715"/>
              <a:gd name="connsiteX0" fmla="*/ 0 w 6122263"/>
              <a:gd name="connsiteY0" fmla="*/ 292314 h 292314"/>
              <a:gd name="connsiteX1" fmla="*/ 556245 w 6122263"/>
              <a:gd name="connsiteY1" fmla="*/ 248214 h 292314"/>
              <a:gd name="connsiteX2" fmla="*/ 2031227 w 6122263"/>
              <a:gd name="connsiteY2" fmla="*/ 20589 h 292314"/>
              <a:gd name="connsiteX3" fmla="*/ 3778016 w 6122263"/>
              <a:gd name="connsiteY3" fmla="*/ 6402 h 292314"/>
              <a:gd name="connsiteX4" fmla="*/ 6122263 w 6122263"/>
              <a:gd name="connsiteY4" fmla="*/ 1599 h 292314"/>
              <a:gd name="connsiteX0" fmla="*/ 0 w 6122263"/>
              <a:gd name="connsiteY0" fmla="*/ 293120 h 293120"/>
              <a:gd name="connsiteX1" fmla="*/ 556245 w 6122263"/>
              <a:gd name="connsiteY1" fmla="*/ 249020 h 293120"/>
              <a:gd name="connsiteX2" fmla="*/ 2031227 w 6122263"/>
              <a:gd name="connsiteY2" fmla="*/ 21395 h 293120"/>
              <a:gd name="connsiteX3" fmla="*/ 3821470 w 6122263"/>
              <a:gd name="connsiteY3" fmla="*/ 5351 h 293120"/>
              <a:gd name="connsiteX4" fmla="*/ 6122263 w 6122263"/>
              <a:gd name="connsiteY4" fmla="*/ 2405 h 293120"/>
              <a:gd name="connsiteX0" fmla="*/ 0 w 6122263"/>
              <a:gd name="connsiteY0" fmla="*/ 295200 h 295200"/>
              <a:gd name="connsiteX1" fmla="*/ 556245 w 6122263"/>
              <a:gd name="connsiteY1" fmla="*/ 251100 h 295200"/>
              <a:gd name="connsiteX2" fmla="*/ 2031227 w 6122263"/>
              <a:gd name="connsiteY2" fmla="*/ 23475 h 295200"/>
              <a:gd name="connsiteX3" fmla="*/ 3821470 w 6122263"/>
              <a:gd name="connsiteY3" fmla="*/ 7431 h 295200"/>
              <a:gd name="connsiteX4" fmla="*/ 6122263 w 6122263"/>
              <a:gd name="connsiteY4" fmla="*/ 4485 h 295200"/>
              <a:gd name="connsiteX0" fmla="*/ 0 w 6122263"/>
              <a:gd name="connsiteY0" fmla="*/ 295200 h 295200"/>
              <a:gd name="connsiteX1" fmla="*/ 556245 w 6122263"/>
              <a:gd name="connsiteY1" fmla="*/ 251100 h 295200"/>
              <a:gd name="connsiteX2" fmla="*/ 2031227 w 6122263"/>
              <a:gd name="connsiteY2" fmla="*/ 23475 h 295200"/>
              <a:gd name="connsiteX3" fmla="*/ 3821470 w 6122263"/>
              <a:gd name="connsiteY3" fmla="*/ 7431 h 295200"/>
              <a:gd name="connsiteX4" fmla="*/ 6122263 w 6122263"/>
              <a:gd name="connsiteY4" fmla="*/ 4485 h 295200"/>
              <a:gd name="connsiteX0" fmla="*/ 0 w 6122263"/>
              <a:gd name="connsiteY0" fmla="*/ 290715 h 290715"/>
              <a:gd name="connsiteX1" fmla="*/ 556245 w 6122263"/>
              <a:gd name="connsiteY1" fmla="*/ 246615 h 290715"/>
              <a:gd name="connsiteX2" fmla="*/ 2016743 w 6122263"/>
              <a:gd name="connsiteY2" fmla="*/ 31990 h 290715"/>
              <a:gd name="connsiteX3" fmla="*/ 3821470 w 6122263"/>
              <a:gd name="connsiteY3" fmla="*/ 2946 h 290715"/>
              <a:gd name="connsiteX4" fmla="*/ 6122263 w 6122263"/>
              <a:gd name="connsiteY4" fmla="*/ 0 h 290715"/>
              <a:gd name="connsiteX0" fmla="*/ 0 w 6122263"/>
              <a:gd name="connsiteY0" fmla="*/ 290715 h 290715"/>
              <a:gd name="connsiteX1" fmla="*/ 556245 w 6122263"/>
              <a:gd name="connsiteY1" fmla="*/ 246615 h 290715"/>
              <a:gd name="connsiteX2" fmla="*/ 2045712 w 6122263"/>
              <a:gd name="connsiteY2" fmla="*/ 35704 h 290715"/>
              <a:gd name="connsiteX3" fmla="*/ 3821470 w 6122263"/>
              <a:gd name="connsiteY3" fmla="*/ 2946 h 290715"/>
              <a:gd name="connsiteX4" fmla="*/ 6122263 w 6122263"/>
              <a:gd name="connsiteY4" fmla="*/ 0 h 290715"/>
              <a:gd name="connsiteX0" fmla="*/ 0 w 6093294"/>
              <a:gd name="connsiteY0" fmla="*/ 290715 h 290715"/>
              <a:gd name="connsiteX1" fmla="*/ 556245 w 6093294"/>
              <a:gd name="connsiteY1" fmla="*/ 246615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93294"/>
              <a:gd name="connsiteY0" fmla="*/ 290715 h 290715"/>
              <a:gd name="connsiteX1" fmla="*/ 599698 w 6093294"/>
              <a:gd name="connsiteY1" fmla="*/ 241972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93294"/>
              <a:gd name="connsiteY0" fmla="*/ 290715 h 290715"/>
              <a:gd name="connsiteX1" fmla="*/ 599698 w 6093294"/>
              <a:gd name="connsiteY1" fmla="*/ 241972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93294"/>
              <a:gd name="connsiteY0" fmla="*/ 290715 h 290715"/>
              <a:gd name="connsiteX1" fmla="*/ 599698 w 6093294"/>
              <a:gd name="connsiteY1" fmla="*/ 241972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20871" h="291644">
                <a:moveTo>
                  <a:pt x="0" y="291644"/>
                </a:moveTo>
                <a:cubicBezTo>
                  <a:pt x="253549" y="286003"/>
                  <a:pt x="425847" y="255629"/>
                  <a:pt x="527275" y="241972"/>
                </a:cubicBezTo>
                <a:cubicBezTo>
                  <a:pt x="617098" y="224968"/>
                  <a:pt x="1436327" y="75542"/>
                  <a:pt x="1973289" y="35704"/>
                </a:cubicBezTo>
                <a:cubicBezTo>
                  <a:pt x="2510251" y="-4134"/>
                  <a:pt x="3181947" y="2746"/>
                  <a:pt x="3749047" y="2946"/>
                </a:cubicBezTo>
                <a:lnTo>
                  <a:pt x="6020871" y="0"/>
                </a:lnTo>
              </a:path>
            </a:pathLst>
          </a:custGeom>
          <a:noFill/>
          <a:ln w="88900" cap="flat" cmpd="sng">
            <a:gradFill>
              <a:gsLst>
                <a:gs pos="44000">
                  <a:srgbClr val="5C71A5"/>
                </a:gs>
                <a:gs pos="0">
                  <a:srgbClr val="E4325C"/>
                </a:gs>
                <a:gs pos="100000">
                  <a:srgbClr val="009BD7"/>
                </a:gs>
              </a:gsLst>
              <a:lin ang="5400000" scaled="1"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68D1CD7C-B1F0-47ED-9C48-273907FBF3CD}"/>
              </a:ext>
            </a:extLst>
          </p:cNvPr>
          <p:cNvSpPr/>
          <p:nvPr/>
        </p:nvSpPr>
        <p:spPr>
          <a:xfrm>
            <a:off x="8148166" y="3413321"/>
            <a:ext cx="2528039" cy="1267468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754800"/>
              <a:gd name="connsiteY0" fmla="*/ 311680 h 311680"/>
              <a:gd name="connsiteX1" fmla="*/ 726100 w 1754800"/>
              <a:gd name="connsiteY1" fmla="*/ 226582 h 311680"/>
              <a:gd name="connsiteX2" fmla="*/ 1291250 w 1754800"/>
              <a:gd name="connsiteY2" fmla="*/ 13857 h 311680"/>
              <a:gd name="connsiteX3" fmla="*/ 1754800 w 1754800"/>
              <a:gd name="connsiteY3" fmla="*/ 7507 h 311680"/>
              <a:gd name="connsiteX0" fmla="*/ 0 w 1741458"/>
              <a:gd name="connsiteY0" fmla="*/ 295178 h 295178"/>
              <a:gd name="connsiteX1" fmla="*/ 712758 w 1741458"/>
              <a:gd name="connsiteY1" fmla="*/ 226582 h 295178"/>
              <a:gd name="connsiteX2" fmla="*/ 1277908 w 1741458"/>
              <a:gd name="connsiteY2" fmla="*/ 13857 h 295178"/>
              <a:gd name="connsiteX3" fmla="*/ 1741458 w 1741458"/>
              <a:gd name="connsiteY3" fmla="*/ 7507 h 295178"/>
              <a:gd name="connsiteX0" fmla="*/ 0 w 1741458"/>
              <a:gd name="connsiteY0" fmla="*/ 295178 h 295178"/>
              <a:gd name="connsiteX1" fmla="*/ 577991 w 1741458"/>
              <a:gd name="connsiteY1" fmla="*/ 271132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41458"/>
              <a:gd name="connsiteY0" fmla="*/ 295178 h 295178"/>
              <a:gd name="connsiteX1" fmla="*/ 449901 w 1741458"/>
              <a:gd name="connsiteY1" fmla="*/ 286411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04098"/>
              <a:gd name="connsiteY0" fmla="*/ 289678 h 290207"/>
              <a:gd name="connsiteX1" fmla="*/ 412541 w 1704098"/>
              <a:gd name="connsiteY1" fmla="*/ 286411 h 290207"/>
              <a:gd name="connsiteX2" fmla="*/ 675398 w 1704098"/>
              <a:gd name="connsiteY2" fmla="*/ 226582 h 290207"/>
              <a:gd name="connsiteX3" fmla="*/ 1240548 w 1704098"/>
              <a:gd name="connsiteY3" fmla="*/ 13857 h 290207"/>
              <a:gd name="connsiteX4" fmla="*/ 1704098 w 1704098"/>
              <a:gd name="connsiteY4" fmla="*/ 7507 h 290207"/>
              <a:gd name="connsiteX0" fmla="*/ 0 w 1728115"/>
              <a:gd name="connsiteY0" fmla="*/ 287844 h 289944"/>
              <a:gd name="connsiteX1" fmla="*/ 436558 w 1728115"/>
              <a:gd name="connsiteY1" fmla="*/ 286411 h 289944"/>
              <a:gd name="connsiteX2" fmla="*/ 699415 w 1728115"/>
              <a:gd name="connsiteY2" fmla="*/ 226582 h 289944"/>
              <a:gd name="connsiteX3" fmla="*/ 1264565 w 1728115"/>
              <a:gd name="connsiteY3" fmla="*/ 13857 h 289944"/>
              <a:gd name="connsiteX4" fmla="*/ 1728115 w 1728115"/>
              <a:gd name="connsiteY4" fmla="*/ 7507 h 289944"/>
              <a:gd name="connsiteX0" fmla="*/ 0 w 1728115"/>
              <a:gd name="connsiteY0" fmla="*/ 287844 h 306273"/>
              <a:gd name="connsiteX1" fmla="*/ 444564 w 1728115"/>
              <a:gd name="connsiteY1" fmla="*/ 304135 h 306273"/>
              <a:gd name="connsiteX2" fmla="*/ 699415 w 1728115"/>
              <a:gd name="connsiteY2" fmla="*/ 226582 h 306273"/>
              <a:gd name="connsiteX3" fmla="*/ 1264565 w 1728115"/>
              <a:gd name="connsiteY3" fmla="*/ 13857 h 306273"/>
              <a:gd name="connsiteX4" fmla="*/ 1728115 w 1728115"/>
              <a:gd name="connsiteY4" fmla="*/ 7507 h 306273"/>
              <a:gd name="connsiteX0" fmla="*/ 0 w 1698761"/>
              <a:gd name="connsiteY0" fmla="*/ 289678 h 306363"/>
              <a:gd name="connsiteX1" fmla="*/ 415210 w 1698761"/>
              <a:gd name="connsiteY1" fmla="*/ 304135 h 306363"/>
              <a:gd name="connsiteX2" fmla="*/ 670061 w 1698761"/>
              <a:gd name="connsiteY2" fmla="*/ 226582 h 306363"/>
              <a:gd name="connsiteX3" fmla="*/ 1235211 w 1698761"/>
              <a:gd name="connsiteY3" fmla="*/ 13857 h 306363"/>
              <a:gd name="connsiteX4" fmla="*/ 1698761 w 1698761"/>
              <a:gd name="connsiteY4" fmla="*/ 7507 h 306363"/>
              <a:gd name="connsiteX0" fmla="*/ 0 w 1698761"/>
              <a:gd name="connsiteY0" fmla="*/ 289678 h 307703"/>
              <a:gd name="connsiteX1" fmla="*/ 415210 w 1698761"/>
              <a:gd name="connsiteY1" fmla="*/ 304135 h 307703"/>
              <a:gd name="connsiteX2" fmla="*/ 670061 w 1698761"/>
              <a:gd name="connsiteY2" fmla="*/ 226582 h 307703"/>
              <a:gd name="connsiteX3" fmla="*/ 1235211 w 1698761"/>
              <a:gd name="connsiteY3" fmla="*/ 13857 h 307703"/>
              <a:gd name="connsiteX4" fmla="*/ 1698761 w 1698761"/>
              <a:gd name="connsiteY4" fmla="*/ 7507 h 307703"/>
              <a:gd name="connsiteX0" fmla="*/ 0 w 1698761"/>
              <a:gd name="connsiteY0" fmla="*/ 289678 h 295490"/>
              <a:gd name="connsiteX1" fmla="*/ 417878 w 1698761"/>
              <a:gd name="connsiteY1" fmla="*/ 287633 h 295490"/>
              <a:gd name="connsiteX2" fmla="*/ 670061 w 1698761"/>
              <a:gd name="connsiteY2" fmla="*/ 226582 h 295490"/>
              <a:gd name="connsiteX3" fmla="*/ 1235211 w 1698761"/>
              <a:gd name="connsiteY3" fmla="*/ 13857 h 295490"/>
              <a:gd name="connsiteX4" fmla="*/ 1698761 w 1698761"/>
              <a:gd name="connsiteY4" fmla="*/ 7507 h 295490"/>
              <a:gd name="connsiteX0" fmla="*/ 0 w 1698761"/>
              <a:gd name="connsiteY0" fmla="*/ 289678 h 292963"/>
              <a:gd name="connsiteX1" fmla="*/ 420546 w 1698761"/>
              <a:gd name="connsiteY1" fmla="*/ 280910 h 292963"/>
              <a:gd name="connsiteX2" fmla="*/ 670061 w 1698761"/>
              <a:gd name="connsiteY2" fmla="*/ 226582 h 292963"/>
              <a:gd name="connsiteX3" fmla="*/ 1235211 w 1698761"/>
              <a:gd name="connsiteY3" fmla="*/ 13857 h 292963"/>
              <a:gd name="connsiteX4" fmla="*/ 1698761 w 1698761"/>
              <a:gd name="connsiteY4" fmla="*/ 7507 h 292963"/>
              <a:gd name="connsiteX0" fmla="*/ 0 w 1669407"/>
              <a:gd name="connsiteY0" fmla="*/ 288456 h 292074"/>
              <a:gd name="connsiteX1" fmla="*/ 391192 w 1669407"/>
              <a:gd name="connsiteY1" fmla="*/ 280910 h 292074"/>
              <a:gd name="connsiteX2" fmla="*/ 640707 w 1669407"/>
              <a:gd name="connsiteY2" fmla="*/ 226582 h 292074"/>
              <a:gd name="connsiteX3" fmla="*/ 1205857 w 1669407"/>
              <a:gd name="connsiteY3" fmla="*/ 13857 h 292074"/>
              <a:gd name="connsiteX4" fmla="*/ 1669407 w 1669407"/>
              <a:gd name="connsiteY4" fmla="*/ 7507 h 292074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597"/>
              <a:gd name="connsiteX1" fmla="*/ 391192 w 1669407"/>
              <a:gd name="connsiteY1" fmla="*/ 280910 h 288597"/>
              <a:gd name="connsiteX2" fmla="*/ 640707 w 1669407"/>
              <a:gd name="connsiteY2" fmla="*/ 226582 h 288597"/>
              <a:gd name="connsiteX3" fmla="*/ 1205857 w 1669407"/>
              <a:gd name="connsiteY3" fmla="*/ 13857 h 288597"/>
              <a:gd name="connsiteX4" fmla="*/ 1669407 w 1669407"/>
              <a:gd name="connsiteY4" fmla="*/ 7507 h 288597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92"/>
              <a:gd name="connsiteX1" fmla="*/ 391192 w 1669407"/>
              <a:gd name="connsiteY1" fmla="*/ 280910 h 288492"/>
              <a:gd name="connsiteX2" fmla="*/ 640707 w 1669407"/>
              <a:gd name="connsiteY2" fmla="*/ 226582 h 288492"/>
              <a:gd name="connsiteX3" fmla="*/ 1205857 w 1669407"/>
              <a:gd name="connsiteY3" fmla="*/ 13857 h 288492"/>
              <a:gd name="connsiteX4" fmla="*/ 1669407 w 1669407"/>
              <a:gd name="connsiteY4" fmla="*/ 7507 h 288492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425883 w 1669407"/>
              <a:gd name="connsiteY1" fmla="*/ 283355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586682"/>
              <a:gd name="connsiteY0" fmla="*/ 310073 h 310073"/>
              <a:gd name="connsiteX1" fmla="*/ 425883 w 1586682"/>
              <a:gd name="connsiteY1" fmla="*/ 304972 h 310073"/>
              <a:gd name="connsiteX2" fmla="*/ 640707 w 1586682"/>
              <a:gd name="connsiteY2" fmla="*/ 248199 h 310073"/>
              <a:gd name="connsiteX3" fmla="*/ 1205857 w 1586682"/>
              <a:gd name="connsiteY3" fmla="*/ 35474 h 310073"/>
              <a:gd name="connsiteX4" fmla="*/ 1586682 w 1586682"/>
              <a:gd name="connsiteY4" fmla="*/ 399 h 310073"/>
              <a:gd name="connsiteX0" fmla="*/ 0 w 1586682"/>
              <a:gd name="connsiteY0" fmla="*/ 310002 h 310002"/>
              <a:gd name="connsiteX1" fmla="*/ 425883 w 1586682"/>
              <a:gd name="connsiteY1" fmla="*/ 304901 h 310002"/>
              <a:gd name="connsiteX2" fmla="*/ 640707 w 1586682"/>
              <a:gd name="connsiteY2" fmla="*/ 248128 h 310002"/>
              <a:gd name="connsiteX3" fmla="*/ 1219201 w 1586682"/>
              <a:gd name="connsiteY3" fmla="*/ 39070 h 310002"/>
              <a:gd name="connsiteX4" fmla="*/ 1586682 w 1586682"/>
              <a:gd name="connsiteY4" fmla="*/ 328 h 310002"/>
              <a:gd name="connsiteX0" fmla="*/ 0 w 1586682"/>
              <a:gd name="connsiteY0" fmla="*/ 310105 h 310105"/>
              <a:gd name="connsiteX1" fmla="*/ 425883 w 1586682"/>
              <a:gd name="connsiteY1" fmla="*/ 305004 h 310105"/>
              <a:gd name="connsiteX2" fmla="*/ 640707 w 1586682"/>
              <a:gd name="connsiteY2" fmla="*/ 248231 h 310105"/>
              <a:gd name="connsiteX3" fmla="*/ 1197852 w 1586682"/>
              <a:gd name="connsiteY3" fmla="*/ 34284 h 310105"/>
              <a:gd name="connsiteX4" fmla="*/ 1586682 w 1586682"/>
              <a:gd name="connsiteY4" fmla="*/ 431 h 310105"/>
              <a:gd name="connsiteX0" fmla="*/ 0 w 1581345"/>
              <a:gd name="connsiteY0" fmla="*/ 316094 h 316094"/>
              <a:gd name="connsiteX1" fmla="*/ 425883 w 1581345"/>
              <a:gd name="connsiteY1" fmla="*/ 310993 h 316094"/>
              <a:gd name="connsiteX2" fmla="*/ 640707 w 1581345"/>
              <a:gd name="connsiteY2" fmla="*/ 254220 h 316094"/>
              <a:gd name="connsiteX3" fmla="*/ 1197852 w 1581345"/>
              <a:gd name="connsiteY3" fmla="*/ 40273 h 316094"/>
              <a:gd name="connsiteX4" fmla="*/ 1581345 w 1581345"/>
              <a:gd name="connsiteY4" fmla="*/ 308 h 316094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6122263"/>
              <a:gd name="connsiteY0" fmla="*/ 290715 h 290715"/>
              <a:gd name="connsiteX1" fmla="*/ 425883 w 6122263"/>
              <a:gd name="connsiteY1" fmla="*/ 285614 h 290715"/>
              <a:gd name="connsiteX2" fmla="*/ 640707 w 6122263"/>
              <a:gd name="connsiteY2" fmla="*/ 228841 h 290715"/>
              <a:gd name="connsiteX3" fmla="*/ 1192516 w 6122263"/>
              <a:gd name="connsiteY3" fmla="*/ 17339 h 290715"/>
              <a:gd name="connsiteX4" fmla="*/ 6122263 w 6122263"/>
              <a:gd name="connsiteY4" fmla="*/ 0 h 290715"/>
              <a:gd name="connsiteX0" fmla="*/ 0 w 6122263"/>
              <a:gd name="connsiteY0" fmla="*/ 291853 h 291853"/>
              <a:gd name="connsiteX1" fmla="*/ 425883 w 6122263"/>
              <a:gd name="connsiteY1" fmla="*/ 286752 h 291853"/>
              <a:gd name="connsiteX2" fmla="*/ 640707 w 6122263"/>
              <a:gd name="connsiteY2" fmla="*/ 229979 h 291853"/>
              <a:gd name="connsiteX3" fmla="*/ 1257698 w 6122263"/>
              <a:gd name="connsiteY3" fmla="*/ 10120 h 291853"/>
              <a:gd name="connsiteX4" fmla="*/ 6122263 w 6122263"/>
              <a:gd name="connsiteY4" fmla="*/ 1138 h 291853"/>
              <a:gd name="connsiteX0" fmla="*/ 0 w 6122263"/>
              <a:gd name="connsiteY0" fmla="*/ 292933 h 292933"/>
              <a:gd name="connsiteX1" fmla="*/ 425883 w 6122263"/>
              <a:gd name="connsiteY1" fmla="*/ 287832 h 292933"/>
              <a:gd name="connsiteX2" fmla="*/ 640707 w 6122263"/>
              <a:gd name="connsiteY2" fmla="*/ 231059 h 292933"/>
              <a:gd name="connsiteX3" fmla="*/ 1344605 w 6122263"/>
              <a:gd name="connsiteY3" fmla="*/ 9807 h 292933"/>
              <a:gd name="connsiteX4" fmla="*/ 6122263 w 6122263"/>
              <a:gd name="connsiteY4" fmla="*/ 2218 h 292933"/>
              <a:gd name="connsiteX0" fmla="*/ 0 w 6122263"/>
              <a:gd name="connsiteY0" fmla="*/ 295152 h 295152"/>
              <a:gd name="connsiteX1" fmla="*/ 425883 w 6122263"/>
              <a:gd name="connsiteY1" fmla="*/ 290051 h 295152"/>
              <a:gd name="connsiteX2" fmla="*/ 640707 w 6122263"/>
              <a:gd name="connsiteY2" fmla="*/ 233278 h 295152"/>
              <a:gd name="connsiteX3" fmla="*/ 3343478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5152 h 295152"/>
              <a:gd name="connsiteX1" fmla="*/ 425883 w 6122263"/>
              <a:gd name="connsiteY1" fmla="*/ 290051 h 295152"/>
              <a:gd name="connsiteX2" fmla="*/ 2031227 w 6122263"/>
              <a:gd name="connsiteY2" fmla="*/ 23427 h 295152"/>
              <a:gd name="connsiteX3" fmla="*/ 3343478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5152 h 295152"/>
              <a:gd name="connsiteX1" fmla="*/ 556245 w 6122263"/>
              <a:gd name="connsiteY1" fmla="*/ 251052 h 295152"/>
              <a:gd name="connsiteX2" fmla="*/ 2031227 w 6122263"/>
              <a:gd name="connsiteY2" fmla="*/ 23427 h 295152"/>
              <a:gd name="connsiteX3" fmla="*/ 3343478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5152 h 295152"/>
              <a:gd name="connsiteX1" fmla="*/ 556245 w 6122263"/>
              <a:gd name="connsiteY1" fmla="*/ 251052 h 295152"/>
              <a:gd name="connsiteX2" fmla="*/ 2031227 w 6122263"/>
              <a:gd name="connsiteY2" fmla="*/ 23427 h 295152"/>
              <a:gd name="connsiteX3" fmla="*/ 3778016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0715 h 290715"/>
              <a:gd name="connsiteX1" fmla="*/ 556245 w 6122263"/>
              <a:gd name="connsiteY1" fmla="*/ 246615 h 290715"/>
              <a:gd name="connsiteX2" fmla="*/ 2031227 w 6122263"/>
              <a:gd name="connsiteY2" fmla="*/ 18990 h 290715"/>
              <a:gd name="connsiteX3" fmla="*/ 3778016 w 6122263"/>
              <a:gd name="connsiteY3" fmla="*/ 4803 h 290715"/>
              <a:gd name="connsiteX4" fmla="*/ 6122263 w 6122263"/>
              <a:gd name="connsiteY4" fmla="*/ 0 h 290715"/>
              <a:gd name="connsiteX0" fmla="*/ 0 w 6122263"/>
              <a:gd name="connsiteY0" fmla="*/ 292314 h 292314"/>
              <a:gd name="connsiteX1" fmla="*/ 556245 w 6122263"/>
              <a:gd name="connsiteY1" fmla="*/ 248214 h 292314"/>
              <a:gd name="connsiteX2" fmla="*/ 2031227 w 6122263"/>
              <a:gd name="connsiteY2" fmla="*/ 20589 h 292314"/>
              <a:gd name="connsiteX3" fmla="*/ 3778016 w 6122263"/>
              <a:gd name="connsiteY3" fmla="*/ 6402 h 292314"/>
              <a:gd name="connsiteX4" fmla="*/ 6122263 w 6122263"/>
              <a:gd name="connsiteY4" fmla="*/ 1599 h 292314"/>
              <a:gd name="connsiteX0" fmla="*/ 0 w 6122263"/>
              <a:gd name="connsiteY0" fmla="*/ 293120 h 293120"/>
              <a:gd name="connsiteX1" fmla="*/ 556245 w 6122263"/>
              <a:gd name="connsiteY1" fmla="*/ 249020 h 293120"/>
              <a:gd name="connsiteX2" fmla="*/ 2031227 w 6122263"/>
              <a:gd name="connsiteY2" fmla="*/ 21395 h 293120"/>
              <a:gd name="connsiteX3" fmla="*/ 3821470 w 6122263"/>
              <a:gd name="connsiteY3" fmla="*/ 5351 h 293120"/>
              <a:gd name="connsiteX4" fmla="*/ 6122263 w 6122263"/>
              <a:gd name="connsiteY4" fmla="*/ 2405 h 293120"/>
              <a:gd name="connsiteX0" fmla="*/ 0 w 6122263"/>
              <a:gd name="connsiteY0" fmla="*/ 295200 h 295200"/>
              <a:gd name="connsiteX1" fmla="*/ 556245 w 6122263"/>
              <a:gd name="connsiteY1" fmla="*/ 251100 h 295200"/>
              <a:gd name="connsiteX2" fmla="*/ 2031227 w 6122263"/>
              <a:gd name="connsiteY2" fmla="*/ 23475 h 295200"/>
              <a:gd name="connsiteX3" fmla="*/ 3821470 w 6122263"/>
              <a:gd name="connsiteY3" fmla="*/ 7431 h 295200"/>
              <a:gd name="connsiteX4" fmla="*/ 6122263 w 6122263"/>
              <a:gd name="connsiteY4" fmla="*/ 4485 h 295200"/>
              <a:gd name="connsiteX0" fmla="*/ 0 w 6122263"/>
              <a:gd name="connsiteY0" fmla="*/ 295200 h 295200"/>
              <a:gd name="connsiteX1" fmla="*/ 556245 w 6122263"/>
              <a:gd name="connsiteY1" fmla="*/ 251100 h 295200"/>
              <a:gd name="connsiteX2" fmla="*/ 2031227 w 6122263"/>
              <a:gd name="connsiteY2" fmla="*/ 23475 h 295200"/>
              <a:gd name="connsiteX3" fmla="*/ 3821470 w 6122263"/>
              <a:gd name="connsiteY3" fmla="*/ 7431 h 295200"/>
              <a:gd name="connsiteX4" fmla="*/ 6122263 w 6122263"/>
              <a:gd name="connsiteY4" fmla="*/ 4485 h 295200"/>
              <a:gd name="connsiteX0" fmla="*/ 0 w 6122263"/>
              <a:gd name="connsiteY0" fmla="*/ 290715 h 290715"/>
              <a:gd name="connsiteX1" fmla="*/ 556245 w 6122263"/>
              <a:gd name="connsiteY1" fmla="*/ 246615 h 290715"/>
              <a:gd name="connsiteX2" fmla="*/ 2016743 w 6122263"/>
              <a:gd name="connsiteY2" fmla="*/ 31990 h 290715"/>
              <a:gd name="connsiteX3" fmla="*/ 3821470 w 6122263"/>
              <a:gd name="connsiteY3" fmla="*/ 2946 h 290715"/>
              <a:gd name="connsiteX4" fmla="*/ 6122263 w 6122263"/>
              <a:gd name="connsiteY4" fmla="*/ 0 h 290715"/>
              <a:gd name="connsiteX0" fmla="*/ 0 w 6122263"/>
              <a:gd name="connsiteY0" fmla="*/ 290715 h 290715"/>
              <a:gd name="connsiteX1" fmla="*/ 556245 w 6122263"/>
              <a:gd name="connsiteY1" fmla="*/ 246615 h 290715"/>
              <a:gd name="connsiteX2" fmla="*/ 2045712 w 6122263"/>
              <a:gd name="connsiteY2" fmla="*/ 35704 h 290715"/>
              <a:gd name="connsiteX3" fmla="*/ 3821470 w 6122263"/>
              <a:gd name="connsiteY3" fmla="*/ 2946 h 290715"/>
              <a:gd name="connsiteX4" fmla="*/ 6122263 w 6122263"/>
              <a:gd name="connsiteY4" fmla="*/ 0 h 290715"/>
              <a:gd name="connsiteX0" fmla="*/ 0 w 6093294"/>
              <a:gd name="connsiteY0" fmla="*/ 290715 h 290715"/>
              <a:gd name="connsiteX1" fmla="*/ 556245 w 6093294"/>
              <a:gd name="connsiteY1" fmla="*/ 246615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93294"/>
              <a:gd name="connsiteY0" fmla="*/ 290715 h 290715"/>
              <a:gd name="connsiteX1" fmla="*/ 599698 w 6093294"/>
              <a:gd name="connsiteY1" fmla="*/ 241972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93294"/>
              <a:gd name="connsiteY0" fmla="*/ 290715 h 290715"/>
              <a:gd name="connsiteX1" fmla="*/ 599698 w 6093294"/>
              <a:gd name="connsiteY1" fmla="*/ 241972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93294"/>
              <a:gd name="connsiteY0" fmla="*/ 290715 h 290715"/>
              <a:gd name="connsiteX1" fmla="*/ 599698 w 6093294"/>
              <a:gd name="connsiteY1" fmla="*/ 241972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20871" h="291644">
                <a:moveTo>
                  <a:pt x="0" y="291644"/>
                </a:moveTo>
                <a:cubicBezTo>
                  <a:pt x="253549" y="286003"/>
                  <a:pt x="425847" y="255629"/>
                  <a:pt x="527275" y="241972"/>
                </a:cubicBezTo>
                <a:cubicBezTo>
                  <a:pt x="617098" y="224968"/>
                  <a:pt x="1436327" y="75542"/>
                  <a:pt x="1973289" y="35704"/>
                </a:cubicBezTo>
                <a:cubicBezTo>
                  <a:pt x="2510251" y="-4134"/>
                  <a:pt x="3181947" y="2746"/>
                  <a:pt x="3749047" y="2946"/>
                </a:cubicBezTo>
                <a:lnTo>
                  <a:pt x="6020871" y="0"/>
                </a:lnTo>
              </a:path>
            </a:pathLst>
          </a:custGeom>
          <a:noFill/>
          <a:ln w="88900" cap="flat" cmpd="sng">
            <a:gradFill>
              <a:gsLst>
                <a:gs pos="37000">
                  <a:srgbClr val="6D699C"/>
                </a:gs>
                <a:gs pos="0">
                  <a:srgbClr val="E4325C"/>
                </a:gs>
                <a:gs pos="100000">
                  <a:srgbClr val="009BD7"/>
                </a:gs>
              </a:gsLst>
              <a:lin ang="5400000" scaled="1"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2DD333-9F29-1538-D11F-5BD905635C22}"/>
              </a:ext>
            </a:extLst>
          </p:cNvPr>
          <p:cNvSpPr txBox="1"/>
          <p:nvPr/>
        </p:nvSpPr>
        <p:spPr>
          <a:xfrm>
            <a:off x="9322920" y="4369180"/>
            <a:ext cx="1371096" cy="5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4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 or C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2 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route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59DC1EC-5805-3DE8-5F7A-D52FE56E8121}"/>
              </a:ext>
            </a:extLst>
          </p:cNvPr>
          <p:cNvSpPr/>
          <p:nvPr/>
        </p:nvSpPr>
        <p:spPr>
          <a:xfrm>
            <a:off x="8174742" y="4103939"/>
            <a:ext cx="2501046" cy="701523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754800"/>
              <a:gd name="connsiteY0" fmla="*/ 311680 h 311680"/>
              <a:gd name="connsiteX1" fmla="*/ 726100 w 1754800"/>
              <a:gd name="connsiteY1" fmla="*/ 226582 h 311680"/>
              <a:gd name="connsiteX2" fmla="*/ 1291250 w 1754800"/>
              <a:gd name="connsiteY2" fmla="*/ 13857 h 311680"/>
              <a:gd name="connsiteX3" fmla="*/ 1754800 w 1754800"/>
              <a:gd name="connsiteY3" fmla="*/ 7507 h 311680"/>
              <a:gd name="connsiteX0" fmla="*/ 0 w 1741458"/>
              <a:gd name="connsiteY0" fmla="*/ 295178 h 295178"/>
              <a:gd name="connsiteX1" fmla="*/ 712758 w 1741458"/>
              <a:gd name="connsiteY1" fmla="*/ 226582 h 295178"/>
              <a:gd name="connsiteX2" fmla="*/ 1277908 w 1741458"/>
              <a:gd name="connsiteY2" fmla="*/ 13857 h 295178"/>
              <a:gd name="connsiteX3" fmla="*/ 1741458 w 1741458"/>
              <a:gd name="connsiteY3" fmla="*/ 7507 h 295178"/>
              <a:gd name="connsiteX0" fmla="*/ 0 w 1741458"/>
              <a:gd name="connsiteY0" fmla="*/ 295178 h 295178"/>
              <a:gd name="connsiteX1" fmla="*/ 577991 w 1741458"/>
              <a:gd name="connsiteY1" fmla="*/ 271132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41458"/>
              <a:gd name="connsiteY0" fmla="*/ 295178 h 295178"/>
              <a:gd name="connsiteX1" fmla="*/ 449901 w 1741458"/>
              <a:gd name="connsiteY1" fmla="*/ 286411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04098"/>
              <a:gd name="connsiteY0" fmla="*/ 289678 h 290207"/>
              <a:gd name="connsiteX1" fmla="*/ 412541 w 1704098"/>
              <a:gd name="connsiteY1" fmla="*/ 286411 h 290207"/>
              <a:gd name="connsiteX2" fmla="*/ 675398 w 1704098"/>
              <a:gd name="connsiteY2" fmla="*/ 226582 h 290207"/>
              <a:gd name="connsiteX3" fmla="*/ 1240548 w 1704098"/>
              <a:gd name="connsiteY3" fmla="*/ 13857 h 290207"/>
              <a:gd name="connsiteX4" fmla="*/ 1704098 w 1704098"/>
              <a:gd name="connsiteY4" fmla="*/ 7507 h 290207"/>
              <a:gd name="connsiteX0" fmla="*/ 0 w 1728115"/>
              <a:gd name="connsiteY0" fmla="*/ 287844 h 289944"/>
              <a:gd name="connsiteX1" fmla="*/ 436558 w 1728115"/>
              <a:gd name="connsiteY1" fmla="*/ 286411 h 289944"/>
              <a:gd name="connsiteX2" fmla="*/ 699415 w 1728115"/>
              <a:gd name="connsiteY2" fmla="*/ 226582 h 289944"/>
              <a:gd name="connsiteX3" fmla="*/ 1264565 w 1728115"/>
              <a:gd name="connsiteY3" fmla="*/ 13857 h 289944"/>
              <a:gd name="connsiteX4" fmla="*/ 1728115 w 1728115"/>
              <a:gd name="connsiteY4" fmla="*/ 7507 h 289944"/>
              <a:gd name="connsiteX0" fmla="*/ 0 w 1728115"/>
              <a:gd name="connsiteY0" fmla="*/ 287844 h 306273"/>
              <a:gd name="connsiteX1" fmla="*/ 444564 w 1728115"/>
              <a:gd name="connsiteY1" fmla="*/ 304135 h 306273"/>
              <a:gd name="connsiteX2" fmla="*/ 699415 w 1728115"/>
              <a:gd name="connsiteY2" fmla="*/ 226582 h 306273"/>
              <a:gd name="connsiteX3" fmla="*/ 1264565 w 1728115"/>
              <a:gd name="connsiteY3" fmla="*/ 13857 h 306273"/>
              <a:gd name="connsiteX4" fmla="*/ 1728115 w 1728115"/>
              <a:gd name="connsiteY4" fmla="*/ 7507 h 306273"/>
              <a:gd name="connsiteX0" fmla="*/ 0 w 1698761"/>
              <a:gd name="connsiteY0" fmla="*/ 289678 h 306363"/>
              <a:gd name="connsiteX1" fmla="*/ 415210 w 1698761"/>
              <a:gd name="connsiteY1" fmla="*/ 304135 h 306363"/>
              <a:gd name="connsiteX2" fmla="*/ 670061 w 1698761"/>
              <a:gd name="connsiteY2" fmla="*/ 226582 h 306363"/>
              <a:gd name="connsiteX3" fmla="*/ 1235211 w 1698761"/>
              <a:gd name="connsiteY3" fmla="*/ 13857 h 306363"/>
              <a:gd name="connsiteX4" fmla="*/ 1698761 w 1698761"/>
              <a:gd name="connsiteY4" fmla="*/ 7507 h 306363"/>
              <a:gd name="connsiteX0" fmla="*/ 0 w 1698761"/>
              <a:gd name="connsiteY0" fmla="*/ 289678 h 307703"/>
              <a:gd name="connsiteX1" fmla="*/ 415210 w 1698761"/>
              <a:gd name="connsiteY1" fmla="*/ 304135 h 307703"/>
              <a:gd name="connsiteX2" fmla="*/ 670061 w 1698761"/>
              <a:gd name="connsiteY2" fmla="*/ 226582 h 307703"/>
              <a:gd name="connsiteX3" fmla="*/ 1235211 w 1698761"/>
              <a:gd name="connsiteY3" fmla="*/ 13857 h 307703"/>
              <a:gd name="connsiteX4" fmla="*/ 1698761 w 1698761"/>
              <a:gd name="connsiteY4" fmla="*/ 7507 h 307703"/>
              <a:gd name="connsiteX0" fmla="*/ 0 w 1698761"/>
              <a:gd name="connsiteY0" fmla="*/ 289678 h 295490"/>
              <a:gd name="connsiteX1" fmla="*/ 417878 w 1698761"/>
              <a:gd name="connsiteY1" fmla="*/ 287633 h 295490"/>
              <a:gd name="connsiteX2" fmla="*/ 670061 w 1698761"/>
              <a:gd name="connsiteY2" fmla="*/ 226582 h 295490"/>
              <a:gd name="connsiteX3" fmla="*/ 1235211 w 1698761"/>
              <a:gd name="connsiteY3" fmla="*/ 13857 h 295490"/>
              <a:gd name="connsiteX4" fmla="*/ 1698761 w 1698761"/>
              <a:gd name="connsiteY4" fmla="*/ 7507 h 295490"/>
              <a:gd name="connsiteX0" fmla="*/ 0 w 1698761"/>
              <a:gd name="connsiteY0" fmla="*/ 289678 h 292963"/>
              <a:gd name="connsiteX1" fmla="*/ 420546 w 1698761"/>
              <a:gd name="connsiteY1" fmla="*/ 280910 h 292963"/>
              <a:gd name="connsiteX2" fmla="*/ 670061 w 1698761"/>
              <a:gd name="connsiteY2" fmla="*/ 226582 h 292963"/>
              <a:gd name="connsiteX3" fmla="*/ 1235211 w 1698761"/>
              <a:gd name="connsiteY3" fmla="*/ 13857 h 292963"/>
              <a:gd name="connsiteX4" fmla="*/ 1698761 w 1698761"/>
              <a:gd name="connsiteY4" fmla="*/ 7507 h 292963"/>
              <a:gd name="connsiteX0" fmla="*/ 0 w 1669407"/>
              <a:gd name="connsiteY0" fmla="*/ 288456 h 292074"/>
              <a:gd name="connsiteX1" fmla="*/ 391192 w 1669407"/>
              <a:gd name="connsiteY1" fmla="*/ 280910 h 292074"/>
              <a:gd name="connsiteX2" fmla="*/ 640707 w 1669407"/>
              <a:gd name="connsiteY2" fmla="*/ 226582 h 292074"/>
              <a:gd name="connsiteX3" fmla="*/ 1205857 w 1669407"/>
              <a:gd name="connsiteY3" fmla="*/ 13857 h 292074"/>
              <a:gd name="connsiteX4" fmla="*/ 1669407 w 1669407"/>
              <a:gd name="connsiteY4" fmla="*/ 7507 h 292074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597"/>
              <a:gd name="connsiteX1" fmla="*/ 391192 w 1669407"/>
              <a:gd name="connsiteY1" fmla="*/ 280910 h 288597"/>
              <a:gd name="connsiteX2" fmla="*/ 640707 w 1669407"/>
              <a:gd name="connsiteY2" fmla="*/ 226582 h 288597"/>
              <a:gd name="connsiteX3" fmla="*/ 1205857 w 1669407"/>
              <a:gd name="connsiteY3" fmla="*/ 13857 h 288597"/>
              <a:gd name="connsiteX4" fmla="*/ 1669407 w 1669407"/>
              <a:gd name="connsiteY4" fmla="*/ 7507 h 288597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92"/>
              <a:gd name="connsiteX1" fmla="*/ 391192 w 1669407"/>
              <a:gd name="connsiteY1" fmla="*/ 280910 h 288492"/>
              <a:gd name="connsiteX2" fmla="*/ 640707 w 1669407"/>
              <a:gd name="connsiteY2" fmla="*/ 226582 h 288492"/>
              <a:gd name="connsiteX3" fmla="*/ 1205857 w 1669407"/>
              <a:gd name="connsiteY3" fmla="*/ 13857 h 288492"/>
              <a:gd name="connsiteX4" fmla="*/ 1669407 w 1669407"/>
              <a:gd name="connsiteY4" fmla="*/ 7507 h 288492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425883 w 1669407"/>
              <a:gd name="connsiteY1" fmla="*/ 283355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586682"/>
              <a:gd name="connsiteY0" fmla="*/ 310073 h 310073"/>
              <a:gd name="connsiteX1" fmla="*/ 425883 w 1586682"/>
              <a:gd name="connsiteY1" fmla="*/ 304972 h 310073"/>
              <a:gd name="connsiteX2" fmla="*/ 640707 w 1586682"/>
              <a:gd name="connsiteY2" fmla="*/ 248199 h 310073"/>
              <a:gd name="connsiteX3" fmla="*/ 1205857 w 1586682"/>
              <a:gd name="connsiteY3" fmla="*/ 35474 h 310073"/>
              <a:gd name="connsiteX4" fmla="*/ 1586682 w 1586682"/>
              <a:gd name="connsiteY4" fmla="*/ 399 h 310073"/>
              <a:gd name="connsiteX0" fmla="*/ 0 w 1586682"/>
              <a:gd name="connsiteY0" fmla="*/ 310002 h 310002"/>
              <a:gd name="connsiteX1" fmla="*/ 425883 w 1586682"/>
              <a:gd name="connsiteY1" fmla="*/ 304901 h 310002"/>
              <a:gd name="connsiteX2" fmla="*/ 640707 w 1586682"/>
              <a:gd name="connsiteY2" fmla="*/ 248128 h 310002"/>
              <a:gd name="connsiteX3" fmla="*/ 1219201 w 1586682"/>
              <a:gd name="connsiteY3" fmla="*/ 39070 h 310002"/>
              <a:gd name="connsiteX4" fmla="*/ 1586682 w 1586682"/>
              <a:gd name="connsiteY4" fmla="*/ 328 h 310002"/>
              <a:gd name="connsiteX0" fmla="*/ 0 w 1586682"/>
              <a:gd name="connsiteY0" fmla="*/ 310105 h 310105"/>
              <a:gd name="connsiteX1" fmla="*/ 425883 w 1586682"/>
              <a:gd name="connsiteY1" fmla="*/ 305004 h 310105"/>
              <a:gd name="connsiteX2" fmla="*/ 640707 w 1586682"/>
              <a:gd name="connsiteY2" fmla="*/ 248231 h 310105"/>
              <a:gd name="connsiteX3" fmla="*/ 1197852 w 1586682"/>
              <a:gd name="connsiteY3" fmla="*/ 34284 h 310105"/>
              <a:gd name="connsiteX4" fmla="*/ 1586682 w 1586682"/>
              <a:gd name="connsiteY4" fmla="*/ 431 h 310105"/>
              <a:gd name="connsiteX0" fmla="*/ 0 w 1581345"/>
              <a:gd name="connsiteY0" fmla="*/ 316094 h 316094"/>
              <a:gd name="connsiteX1" fmla="*/ 425883 w 1581345"/>
              <a:gd name="connsiteY1" fmla="*/ 310993 h 316094"/>
              <a:gd name="connsiteX2" fmla="*/ 640707 w 1581345"/>
              <a:gd name="connsiteY2" fmla="*/ 254220 h 316094"/>
              <a:gd name="connsiteX3" fmla="*/ 1197852 w 1581345"/>
              <a:gd name="connsiteY3" fmla="*/ 40273 h 316094"/>
              <a:gd name="connsiteX4" fmla="*/ 1581345 w 1581345"/>
              <a:gd name="connsiteY4" fmla="*/ 308 h 316094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6122263"/>
              <a:gd name="connsiteY0" fmla="*/ 290715 h 290715"/>
              <a:gd name="connsiteX1" fmla="*/ 425883 w 6122263"/>
              <a:gd name="connsiteY1" fmla="*/ 285614 h 290715"/>
              <a:gd name="connsiteX2" fmla="*/ 640707 w 6122263"/>
              <a:gd name="connsiteY2" fmla="*/ 228841 h 290715"/>
              <a:gd name="connsiteX3" fmla="*/ 1192516 w 6122263"/>
              <a:gd name="connsiteY3" fmla="*/ 17339 h 290715"/>
              <a:gd name="connsiteX4" fmla="*/ 6122263 w 6122263"/>
              <a:gd name="connsiteY4" fmla="*/ 0 h 290715"/>
              <a:gd name="connsiteX0" fmla="*/ 0 w 6122263"/>
              <a:gd name="connsiteY0" fmla="*/ 291853 h 291853"/>
              <a:gd name="connsiteX1" fmla="*/ 425883 w 6122263"/>
              <a:gd name="connsiteY1" fmla="*/ 286752 h 291853"/>
              <a:gd name="connsiteX2" fmla="*/ 640707 w 6122263"/>
              <a:gd name="connsiteY2" fmla="*/ 229979 h 291853"/>
              <a:gd name="connsiteX3" fmla="*/ 1257698 w 6122263"/>
              <a:gd name="connsiteY3" fmla="*/ 10120 h 291853"/>
              <a:gd name="connsiteX4" fmla="*/ 6122263 w 6122263"/>
              <a:gd name="connsiteY4" fmla="*/ 1138 h 291853"/>
              <a:gd name="connsiteX0" fmla="*/ 0 w 6122263"/>
              <a:gd name="connsiteY0" fmla="*/ 292933 h 292933"/>
              <a:gd name="connsiteX1" fmla="*/ 425883 w 6122263"/>
              <a:gd name="connsiteY1" fmla="*/ 287832 h 292933"/>
              <a:gd name="connsiteX2" fmla="*/ 640707 w 6122263"/>
              <a:gd name="connsiteY2" fmla="*/ 231059 h 292933"/>
              <a:gd name="connsiteX3" fmla="*/ 1344605 w 6122263"/>
              <a:gd name="connsiteY3" fmla="*/ 9807 h 292933"/>
              <a:gd name="connsiteX4" fmla="*/ 6122263 w 6122263"/>
              <a:gd name="connsiteY4" fmla="*/ 2218 h 292933"/>
              <a:gd name="connsiteX0" fmla="*/ 0 w 6122263"/>
              <a:gd name="connsiteY0" fmla="*/ 295152 h 295152"/>
              <a:gd name="connsiteX1" fmla="*/ 425883 w 6122263"/>
              <a:gd name="connsiteY1" fmla="*/ 290051 h 295152"/>
              <a:gd name="connsiteX2" fmla="*/ 640707 w 6122263"/>
              <a:gd name="connsiteY2" fmla="*/ 233278 h 295152"/>
              <a:gd name="connsiteX3" fmla="*/ 3343478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5152 h 295152"/>
              <a:gd name="connsiteX1" fmla="*/ 425883 w 6122263"/>
              <a:gd name="connsiteY1" fmla="*/ 290051 h 295152"/>
              <a:gd name="connsiteX2" fmla="*/ 2031227 w 6122263"/>
              <a:gd name="connsiteY2" fmla="*/ 23427 h 295152"/>
              <a:gd name="connsiteX3" fmla="*/ 3343478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5152 h 295152"/>
              <a:gd name="connsiteX1" fmla="*/ 556245 w 6122263"/>
              <a:gd name="connsiteY1" fmla="*/ 251052 h 295152"/>
              <a:gd name="connsiteX2" fmla="*/ 2031227 w 6122263"/>
              <a:gd name="connsiteY2" fmla="*/ 23427 h 295152"/>
              <a:gd name="connsiteX3" fmla="*/ 3343478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5152 h 295152"/>
              <a:gd name="connsiteX1" fmla="*/ 556245 w 6122263"/>
              <a:gd name="connsiteY1" fmla="*/ 251052 h 295152"/>
              <a:gd name="connsiteX2" fmla="*/ 2031227 w 6122263"/>
              <a:gd name="connsiteY2" fmla="*/ 23427 h 295152"/>
              <a:gd name="connsiteX3" fmla="*/ 3778016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0715 h 290715"/>
              <a:gd name="connsiteX1" fmla="*/ 556245 w 6122263"/>
              <a:gd name="connsiteY1" fmla="*/ 246615 h 290715"/>
              <a:gd name="connsiteX2" fmla="*/ 2031227 w 6122263"/>
              <a:gd name="connsiteY2" fmla="*/ 18990 h 290715"/>
              <a:gd name="connsiteX3" fmla="*/ 3778016 w 6122263"/>
              <a:gd name="connsiteY3" fmla="*/ 4803 h 290715"/>
              <a:gd name="connsiteX4" fmla="*/ 6122263 w 6122263"/>
              <a:gd name="connsiteY4" fmla="*/ 0 h 290715"/>
              <a:gd name="connsiteX0" fmla="*/ 0 w 6122263"/>
              <a:gd name="connsiteY0" fmla="*/ 292314 h 292314"/>
              <a:gd name="connsiteX1" fmla="*/ 556245 w 6122263"/>
              <a:gd name="connsiteY1" fmla="*/ 248214 h 292314"/>
              <a:gd name="connsiteX2" fmla="*/ 2031227 w 6122263"/>
              <a:gd name="connsiteY2" fmla="*/ 20589 h 292314"/>
              <a:gd name="connsiteX3" fmla="*/ 3778016 w 6122263"/>
              <a:gd name="connsiteY3" fmla="*/ 6402 h 292314"/>
              <a:gd name="connsiteX4" fmla="*/ 6122263 w 6122263"/>
              <a:gd name="connsiteY4" fmla="*/ 1599 h 292314"/>
              <a:gd name="connsiteX0" fmla="*/ 0 w 6122263"/>
              <a:gd name="connsiteY0" fmla="*/ 293120 h 293120"/>
              <a:gd name="connsiteX1" fmla="*/ 556245 w 6122263"/>
              <a:gd name="connsiteY1" fmla="*/ 249020 h 293120"/>
              <a:gd name="connsiteX2" fmla="*/ 2031227 w 6122263"/>
              <a:gd name="connsiteY2" fmla="*/ 21395 h 293120"/>
              <a:gd name="connsiteX3" fmla="*/ 3821470 w 6122263"/>
              <a:gd name="connsiteY3" fmla="*/ 5351 h 293120"/>
              <a:gd name="connsiteX4" fmla="*/ 6122263 w 6122263"/>
              <a:gd name="connsiteY4" fmla="*/ 2405 h 293120"/>
              <a:gd name="connsiteX0" fmla="*/ 0 w 6122263"/>
              <a:gd name="connsiteY0" fmla="*/ 295200 h 295200"/>
              <a:gd name="connsiteX1" fmla="*/ 556245 w 6122263"/>
              <a:gd name="connsiteY1" fmla="*/ 251100 h 295200"/>
              <a:gd name="connsiteX2" fmla="*/ 2031227 w 6122263"/>
              <a:gd name="connsiteY2" fmla="*/ 23475 h 295200"/>
              <a:gd name="connsiteX3" fmla="*/ 3821470 w 6122263"/>
              <a:gd name="connsiteY3" fmla="*/ 7431 h 295200"/>
              <a:gd name="connsiteX4" fmla="*/ 6122263 w 6122263"/>
              <a:gd name="connsiteY4" fmla="*/ 4485 h 295200"/>
              <a:gd name="connsiteX0" fmla="*/ 0 w 6122263"/>
              <a:gd name="connsiteY0" fmla="*/ 295200 h 295200"/>
              <a:gd name="connsiteX1" fmla="*/ 556245 w 6122263"/>
              <a:gd name="connsiteY1" fmla="*/ 251100 h 295200"/>
              <a:gd name="connsiteX2" fmla="*/ 2031227 w 6122263"/>
              <a:gd name="connsiteY2" fmla="*/ 23475 h 295200"/>
              <a:gd name="connsiteX3" fmla="*/ 3821470 w 6122263"/>
              <a:gd name="connsiteY3" fmla="*/ 7431 h 295200"/>
              <a:gd name="connsiteX4" fmla="*/ 6122263 w 6122263"/>
              <a:gd name="connsiteY4" fmla="*/ 4485 h 295200"/>
              <a:gd name="connsiteX0" fmla="*/ 0 w 6122263"/>
              <a:gd name="connsiteY0" fmla="*/ 290715 h 290715"/>
              <a:gd name="connsiteX1" fmla="*/ 556245 w 6122263"/>
              <a:gd name="connsiteY1" fmla="*/ 246615 h 290715"/>
              <a:gd name="connsiteX2" fmla="*/ 2016743 w 6122263"/>
              <a:gd name="connsiteY2" fmla="*/ 31990 h 290715"/>
              <a:gd name="connsiteX3" fmla="*/ 3821470 w 6122263"/>
              <a:gd name="connsiteY3" fmla="*/ 2946 h 290715"/>
              <a:gd name="connsiteX4" fmla="*/ 6122263 w 6122263"/>
              <a:gd name="connsiteY4" fmla="*/ 0 h 290715"/>
              <a:gd name="connsiteX0" fmla="*/ 0 w 6122263"/>
              <a:gd name="connsiteY0" fmla="*/ 290715 h 290715"/>
              <a:gd name="connsiteX1" fmla="*/ 556245 w 6122263"/>
              <a:gd name="connsiteY1" fmla="*/ 246615 h 290715"/>
              <a:gd name="connsiteX2" fmla="*/ 2045712 w 6122263"/>
              <a:gd name="connsiteY2" fmla="*/ 35704 h 290715"/>
              <a:gd name="connsiteX3" fmla="*/ 3821470 w 6122263"/>
              <a:gd name="connsiteY3" fmla="*/ 2946 h 290715"/>
              <a:gd name="connsiteX4" fmla="*/ 6122263 w 6122263"/>
              <a:gd name="connsiteY4" fmla="*/ 0 h 290715"/>
              <a:gd name="connsiteX0" fmla="*/ 0 w 6093294"/>
              <a:gd name="connsiteY0" fmla="*/ 290715 h 290715"/>
              <a:gd name="connsiteX1" fmla="*/ 556245 w 6093294"/>
              <a:gd name="connsiteY1" fmla="*/ 246615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93294"/>
              <a:gd name="connsiteY0" fmla="*/ 290715 h 290715"/>
              <a:gd name="connsiteX1" fmla="*/ 599698 w 6093294"/>
              <a:gd name="connsiteY1" fmla="*/ 241972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93294"/>
              <a:gd name="connsiteY0" fmla="*/ 290715 h 290715"/>
              <a:gd name="connsiteX1" fmla="*/ 599698 w 6093294"/>
              <a:gd name="connsiteY1" fmla="*/ 241972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93294"/>
              <a:gd name="connsiteY0" fmla="*/ 290715 h 290715"/>
              <a:gd name="connsiteX1" fmla="*/ 599698 w 6093294"/>
              <a:gd name="connsiteY1" fmla="*/ 241972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2102"/>
              <a:gd name="connsiteX1" fmla="*/ 527275 w 6020871"/>
              <a:gd name="connsiteY1" fmla="*/ 241972 h 292102"/>
              <a:gd name="connsiteX2" fmla="*/ 1973289 w 6020871"/>
              <a:gd name="connsiteY2" fmla="*/ 35704 h 292102"/>
              <a:gd name="connsiteX3" fmla="*/ 3749047 w 6020871"/>
              <a:gd name="connsiteY3" fmla="*/ 2946 h 292102"/>
              <a:gd name="connsiteX4" fmla="*/ 6020871 w 6020871"/>
              <a:gd name="connsiteY4" fmla="*/ 0 h 292102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741"/>
              <a:gd name="connsiteX1" fmla="*/ 527275 w 6020871"/>
              <a:gd name="connsiteY1" fmla="*/ 241972 h 291741"/>
              <a:gd name="connsiteX2" fmla="*/ 1973289 w 6020871"/>
              <a:gd name="connsiteY2" fmla="*/ 35704 h 291741"/>
              <a:gd name="connsiteX3" fmla="*/ 3749047 w 6020871"/>
              <a:gd name="connsiteY3" fmla="*/ 2946 h 291741"/>
              <a:gd name="connsiteX4" fmla="*/ 6020871 w 6020871"/>
              <a:gd name="connsiteY4" fmla="*/ 0 h 291741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20871" h="291644">
                <a:moveTo>
                  <a:pt x="0" y="291644"/>
                </a:moveTo>
                <a:cubicBezTo>
                  <a:pt x="230862" y="289963"/>
                  <a:pt x="425847" y="255629"/>
                  <a:pt x="527275" y="241972"/>
                </a:cubicBezTo>
                <a:cubicBezTo>
                  <a:pt x="617098" y="224968"/>
                  <a:pt x="1436327" y="75542"/>
                  <a:pt x="1973289" y="35704"/>
                </a:cubicBezTo>
                <a:cubicBezTo>
                  <a:pt x="2510251" y="-4134"/>
                  <a:pt x="3181947" y="2746"/>
                  <a:pt x="3749047" y="2946"/>
                </a:cubicBezTo>
                <a:lnTo>
                  <a:pt x="6020871" y="0"/>
                </a:lnTo>
              </a:path>
            </a:pathLst>
          </a:custGeom>
          <a:noFill/>
          <a:ln w="88900" cap="flat" cmpd="sng">
            <a:gradFill>
              <a:gsLst>
                <a:gs pos="35000">
                  <a:srgbClr val="726799"/>
                </a:gs>
                <a:gs pos="0">
                  <a:srgbClr val="E4325C"/>
                </a:gs>
                <a:gs pos="100000">
                  <a:srgbClr val="009BD7"/>
                </a:gs>
              </a:gsLst>
              <a:lin ang="5400000" scaled="1"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AEBE87-5383-F43E-103B-7F139703AE91}"/>
              </a:ext>
            </a:extLst>
          </p:cNvPr>
          <p:cNvSpPr txBox="1"/>
          <p:nvPr/>
        </p:nvSpPr>
        <p:spPr>
          <a:xfrm>
            <a:off x="9394437" y="3727510"/>
            <a:ext cx="1228063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 route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AD9B200E-D263-B3FD-7D55-8E8A2C8E4503}"/>
              </a:ext>
            </a:extLst>
          </p:cNvPr>
          <p:cNvSpPr/>
          <p:nvPr/>
        </p:nvSpPr>
        <p:spPr>
          <a:xfrm flipV="1">
            <a:off x="8169397" y="4978974"/>
            <a:ext cx="2503096" cy="711803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754800"/>
              <a:gd name="connsiteY0" fmla="*/ 311680 h 311680"/>
              <a:gd name="connsiteX1" fmla="*/ 726100 w 1754800"/>
              <a:gd name="connsiteY1" fmla="*/ 226582 h 311680"/>
              <a:gd name="connsiteX2" fmla="*/ 1291250 w 1754800"/>
              <a:gd name="connsiteY2" fmla="*/ 13857 h 311680"/>
              <a:gd name="connsiteX3" fmla="*/ 1754800 w 1754800"/>
              <a:gd name="connsiteY3" fmla="*/ 7507 h 311680"/>
              <a:gd name="connsiteX0" fmla="*/ 0 w 1741458"/>
              <a:gd name="connsiteY0" fmla="*/ 295178 h 295178"/>
              <a:gd name="connsiteX1" fmla="*/ 712758 w 1741458"/>
              <a:gd name="connsiteY1" fmla="*/ 226582 h 295178"/>
              <a:gd name="connsiteX2" fmla="*/ 1277908 w 1741458"/>
              <a:gd name="connsiteY2" fmla="*/ 13857 h 295178"/>
              <a:gd name="connsiteX3" fmla="*/ 1741458 w 1741458"/>
              <a:gd name="connsiteY3" fmla="*/ 7507 h 295178"/>
              <a:gd name="connsiteX0" fmla="*/ 0 w 1741458"/>
              <a:gd name="connsiteY0" fmla="*/ 295178 h 295178"/>
              <a:gd name="connsiteX1" fmla="*/ 577991 w 1741458"/>
              <a:gd name="connsiteY1" fmla="*/ 271132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41458"/>
              <a:gd name="connsiteY0" fmla="*/ 295178 h 295178"/>
              <a:gd name="connsiteX1" fmla="*/ 449901 w 1741458"/>
              <a:gd name="connsiteY1" fmla="*/ 286411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04098"/>
              <a:gd name="connsiteY0" fmla="*/ 289678 h 290207"/>
              <a:gd name="connsiteX1" fmla="*/ 412541 w 1704098"/>
              <a:gd name="connsiteY1" fmla="*/ 286411 h 290207"/>
              <a:gd name="connsiteX2" fmla="*/ 675398 w 1704098"/>
              <a:gd name="connsiteY2" fmla="*/ 226582 h 290207"/>
              <a:gd name="connsiteX3" fmla="*/ 1240548 w 1704098"/>
              <a:gd name="connsiteY3" fmla="*/ 13857 h 290207"/>
              <a:gd name="connsiteX4" fmla="*/ 1704098 w 1704098"/>
              <a:gd name="connsiteY4" fmla="*/ 7507 h 290207"/>
              <a:gd name="connsiteX0" fmla="*/ 0 w 1728115"/>
              <a:gd name="connsiteY0" fmla="*/ 287844 h 289944"/>
              <a:gd name="connsiteX1" fmla="*/ 436558 w 1728115"/>
              <a:gd name="connsiteY1" fmla="*/ 286411 h 289944"/>
              <a:gd name="connsiteX2" fmla="*/ 699415 w 1728115"/>
              <a:gd name="connsiteY2" fmla="*/ 226582 h 289944"/>
              <a:gd name="connsiteX3" fmla="*/ 1264565 w 1728115"/>
              <a:gd name="connsiteY3" fmla="*/ 13857 h 289944"/>
              <a:gd name="connsiteX4" fmla="*/ 1728115 w 1728115"/>
              <a:gd name="connsiteY4" fmla="*/ 7507 h 289944"/>
              <a:gd name="connsiteX0" fmla="*/ 0 w 1728115"/>
              <a:gd name="connsiteY0" fmla="*/ 287844 h 306273"/>
              <a:gd name="connsiteX1" fmla="*/ 444564 w 1728115"/>
              <a:gd name="connsiteY1" fmla="*/ 304135 h 306273"/>
              <a:gd name="connsiteX2" fmla="*/ 699415 w 1728115"/>
              <a:gd name="connsiteY2" fmla="*/ 226582 h 306273"/>
              <a:gd name="connsiteX3" fmla="*/ 1264565 w 1728115"/>
              <a:gd name="connsiteY3" fmla="*/ 13857 h 306273"/>
              <a:gd name="connsiteX4" fmla="*/ 1728115 w 1728115"/>
              <a:gd name="connsiteY4" fmla="*/ 7507 h 306273"/>
              <a:gd name="connsiteX0" fmla="*/ 0 w 1698761"/>
              <a:gd name="connsiteY0" fmla="*/ 289678 h 306363"/>
              <a:gd name="connsiteX1" fmla="*/ 415210 w 1698761"/>
              <a:gd name="connsiteY1" fmla="*/ 304135 h 306363"/>
              <a:gd name="connsiteX2" fmla="*/ 670061 w 1698761"/>
              <a:gd name="connsiteY2" fmla="*/ 226582 h 306363"/>
              <a:gd name="connsiteX3" fmla="*/ 1235211 w 1698761"/>
              <a:gd name="connsiteY3" fmla="*/ 13857 h 306363"/>
              <a:gd name="connsiteX4" fmla="*/ 1698761 w 1698761"/>
              <a:gd name="connsiteY4" fmla="*/ 7507 h 306363"/>
              <a:gd name="connsiteX0" fmla="*/ 0 w 1698761"/>
              <a:gd name="connsiteY0" fmla="*/ 289678 h 307703"/>
              <a:gd name="connsiteX1" fmla="*/ 415210 w 1698761"/>
              <a:gd name="connsiteY1" fmla="*/ 304135 h 307703"/>
              <a:gd name="connsiteX2" fmla="*/ 670061 w 1698761"/>
              <a:gd name="connsiteY2" fmla="*/ 226582 h 307703"/>
              <a:gd name="connsiteX3" fmla="*/ 1235211 w 1698761"/>
              <a:gd name="connsiteY3" fmla="*/ 13857 h 307703"/>
              <a:gd name="connsiteX4" fmla="*/ 1698761 w 1698761"/>
              <a:gd name="connsiteY4" fmla="*/ 7507 h 307703"/>
              <a:gd name="connsiteX0" fmla="*/ 0 w 1698761"/>
              <a:gd name="connsiteY0" fmla="*/ 289678 h 295490"/>
              <a:gd name="connsiteX1" fmla="*/ 417878 w 1698761"/>
              <a:gd name="connsiteY1" fmla="*/ 287633 h 295490"/>
              <a:gd name="connsiteX2" fmla="*/ 670061 w 1698761"/>
              <a:gd name="connsiteY2" fmla="*/ 226582 h 295490"/>
              <a:gd name="connsiteX3" fmla="*/ 1235211 w 1698761"/>
              <a:gd name="connsiteY3" fmla="*/ 13857 h 295490"/>
              <a:gd name="connsiteX4" fmla="*/ 1698761 w 1698761"/>
              <a:gd name="connsiteY4" fmla="*/ 7507 h 295490"/>
              <a:gd name="connsiteX0" fmla="*/ 0 w 1698761"/>
              <a:gd name="connsiteY0" fmla="*/ 289678 h 292963"/>
              <a:gd name="connsiteX1" fmla="*/ 420546 w 1698761"/>
              <a:gd name="connsiteY1" fmla="*/ 280910 h 292963"/>
              <a:gd name="connsiteX2" fmla="*/ 670061 w 1698761"/>
              <a:gd name="connsiteY2" fmla="*/ 226582 h 292963"/>
              <a:gd name="connsiteX3" fmla="*/ 1235211 w 1698761"/>
              <a:gd name="connsiteY3" fmla="*/ 13857 h 292963"/>
              <a:gd name="connsiteX4" fmla="*/ 1698761 w 1698761"/>
              <a:gd name="connsiteY4" fmla="*/ 7507 h 292963"/>
              <a:gd name="connsiteX0" fmla="*/ 0 w 1669407"/>
              <a:gd name="connsiteY0" fmla="*/ 288456 h 292074"/>
              <a:gd name="connsiteX1" fmla="*/ 391192 w 1669407"/>
              <a:gd name="connsiteY1" fmla="*/ 280910 h 292074"/>
              <a:gd name="connsiteX2" fmla="*/ 640707 w 1669407"/>
              <a:gd name="connsiteY2" fmla="*/ 226582 h 292074"/>
              <a:gd name="connsiteX3" fmla="*/ 1205857 w 1669407"/>
              <a:gd name="connsiteY3" fmla="*/ 13857 h 292074"/>
              <a:gd name="connsiteX4" fmla="*/ 1669407 w 1669407"/>
              <a:gd name="connsiteY4" fmla="*/ 7507 h 292074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597"/>
              <a:gd name="connsiteX1" fmla="*/ 391192 w 1669407"/>
              <a:gd name="connsiteY1" fmla="*/ 280910 h 288597"/>
              <a:gd name="connsiteX2" fmla="*/ 640707 w 1669407"/>
              <a:gd name="connsiteY2" fmla="*/ 226582 h 288597"/>
              <a:gd name="connsiteX3" fmla="*/ 1205857 w 1669407"/>
              <a:gd name="connsiteY3" fmla="*/ 13857 h 288597"/>
              <a:gd name="connsiteX4" fmla="*/ 1669407 w 1669407"/>
              <a:gd name="connsiteY4" fmla="*/ 7507 h 288597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92"/>
              <a:gd name="connsiteX1" fmla="*/ 391192 w 1669407"/>
              <a:gd name="connsiteY1" fmla="*/ 280910 h 288492"/>
              <a:gd name="connsiteX2" fmla="*/ 640707 w 1669407"/>
              <a:gd name="connsiteY2" fmla="*/ 226582 h 288492"/>
              <a:gd name="connsiteX3" fmla="*/ 1205857 w 1669407"/>
              <a:gd name="connsiteY3" fmla="*/ 13857 h 288492"/>
              <a:gd name="connsiteX4" fmla="*/ 1669407 w 1669407"/>
              <a:gd name="connsiteY4" fmla="*/ 7507 h 288492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425883 w 1669407"/>
              <a:gd name="connsiteY1" fmla="*/ 283355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586682"/>
              <a:gd name="connsiteY0" fmla="*/ 310073 h 310073"/>
              <a:gd name="connsiteX1" fmla="*/ 425883 w 1586682"/>
              <a:gd name="connsiteY1" fmla="*/ 304972 h 310073"/>
              <a:gd name="connsiteX2" fmla="*/ 640707 w 1586682"/>
              <a:gd name="connsiteY2" fmla="*/ 248199 h 310073"/>
              <a:gd name="connsiteX3" fmla="*/ 1205857 w 1586682"/>
              <a:gd name="connsiteY3" fmla="*/ 35474 h 310073"/>
              <a:gd name="connsiteX4" fmla="*/ 1586682 w 1586682"/>
              <a:gd name="connsiteY4" fmla="*/ 399 h 310073"/>
              <a:gd name="connsiteX0" fmla="*/ 0 w 1586682"/>
              <a:gd name="connsiteY0" fmla="*/ 310002 h 310002"/>
              <a:gd name="connsiteX1" fmla="*/ 425883 w 1586682"/>
              <a:gd name="connsiteY1" fmla="*/ 304901 h 310002"/>
              <a:gd name="connsiteX2" fmla="*/ 640707 w 1586682"/>
              <a:gd name="connsiteY2" fmla="*/ 248128 h 310002"/>
              <a:gd name="connsiteX3" fmla="*/ 1219201 w 1586682"/>
              <a:gd name="connsiteY3" fmla="*/ 39070 h 310002"/>
              <a:gd name="connsiteX4" fmla="*/ 1586682 w 1586682"/>
              <a:gd name="connsiteY4" fmla="*/ 328 h 310002"/>
              <a:gd name="connsiteX0" fmla="*/ 0 w 1586682"/>
              <a:gd name="connsiteY0" fmla="*/ 310105 h 310105"/>
              <a:gd name="connsiteX1" fmla="*/ 425883 w 1586682"/>
              <a:gd name="connsiteY1" fmla="*/ 305004 h 310105"/>
              <a:gd name="connsiteX2" fmla="*/ 640707 w 1586682"/>
              <a:gd name="connsiteY2" fmla="*/ 248231 h 310105"/>
              <a:gd name="connsiteX3" fmla="*/ 1197852 w 1586682"/>
              <a:gd name="connsiteY3" fmla="*/ 34284 h 310105"/>
              <a:gd name="connsiteX4" fmla="*/ 1586682 w 1586682"/>
              <a:gd name="connsiteY4" fmla="*/ 431 h 310105"/>
              <a:gd name="connsiteX0" fmla="*/ 0 w 1581345"/>
              <a:gd name="connsiteY0" fmla="*/ 316094 h 316094"/>
              <a:gd name="connsiteX1" fmla="*/ 425883 w 1581345"/>
              <a:gd name="connsiteY1" fmla="*/ 310993 h 316094"/>
              <a:gd name="connsiteX2" fmla="*/ 640707 w 1581345"/>
              <a:gd name="connsiteY2" fmla="*/ 254220 h 316094"/>
              <a:gd name="connsiteX3" fmla="*/ 1197852 w 1581345"/>
              <a:gd name="connsiteY3" fmla="*/ 40273 h 316094"/>
              <a:gd name="connsiteX4" fmla="*/ 1581345 w 1581345"/>
              <a:gd name="connsiteY4" fmla="*/ 308 h 316094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62585 w 1581345"/>
              <a:gd name="connsiteY1" fmla="*/ 272654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62585 w 1581345"/>
              <a:gd name="connsiteY1" fmla="*/ 272654 h 315786"/>
              <a:gd name="connsiteX2" fmla="*/ 772837 w 1581345"/>
              <a:gd name="connsiteY2" fmla="*/ 177850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62585 w 1581345"/>
              <a:gd name="connsiteY1" fmla="*/ 272654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51690"/>
              <a:gd name="connsiteY0" fmla="*/ 292342 h 292342"/>
              <a:gd name="connsiteX1" fmla="*/ 517639 w 1551690"/>
              <a:gd name="connsiteY1" fmla="*/ 242262 h 292342"/>
              <a:gd name="connsiteX2" fmla="*/ 765496 w 1551690"/>
              <a:gd name="connsiteY2" fmla="*/ 141242 h 292342"/>
              <a:gd name="connsiteX3" fmla="*/ 1192516 w 1551690"/>
              <a:gd name="connsiteY3" fmla="*/ 18966 h 292342"/>
              <a:gd name="connsiteX4" fmla="*/ 1551690 w 1551690"/>
              <a:gd name="connsiteY4" fmla="*/ 0 h 292342"/>
              <a:gd name="connsiteX0" fmla="*/ 0 w 1551690"/>
              <a:gd name="connsiteY0" fmla="*/ 292342 h 292342"/>
              <a:gd name="connsiteX1" fmla="*/ 517639 w 1551690"/>
              <a:gd name="connsiteY1" fmla="*/ 242262 h 292342"/>
              <a:gd name="connsiteX2" fmla="*/ 765496 w 1551690"/>
              <a:gd name="connsiteY2" fmla="*/ 141242 h 292342"/>
              <a:gd name="connsiteX3" fmla="*/ 1192516 w 1551690"/>
              <a:gd name="connsiteY3" fmla="*/ 18966 h 292342"/>
              <a:gd name="connsiteX4" fmla="*/ 1551690 w 1551690"/>
              <a:gd name="connsiteY4" fmla="*/ 0 h 292342"/>
              <a:gd name="connsiteX0" fmla="*/ 0 w 1551690"/>
              <a:gd name="connsiteY0" fmla="*/ 292342 h 292342"/>
              <a:gd name="connsiteX1" fmla="*/ 517639 w 1551690"/>
              <a:gd name="connsiteY1" fmla="*/ 242262 h 292342"/>
              <a:gd name="connsiteX2" fmla="*/ 765496 w 1551690"/>
              <a:gd name="connsiteY2" fmla="*/ 141242 h 292342"/>
              <a:gd name="connsiteX3" fmla="*/ 1166815 w 1551690"/>
              <a:gd name="connsiteY3" fmla="*/ 17732 h 292342"/>
              <a:gd name="connsiteX4" fmla="*/ 1551690 w 1551690"/>
              <a:gd name="connsiteY4" fmla="*/ 0 h 292342"/>
              <a:gd name="connsiteX0" fmla="*/ 0 w 1551690"/>
              <a:gd name="connsiteY0" fmla="*/ 292342 h 292342"/>
              <a:gd name="connsiteX1" fmla="*/ 517639 w 1551690"/>
              <a:gd name="connsiteY1" fmla="*/ 242262 h 292342"/>
              <a:gd name="connsiteX2" fmla="*/ 765496 w 1551690"/>
              <a:gd name="connsiteY2" fmla="*/ 141242 h 292342"/>
              <a:gd name="connsiteX3" fmla="*/ 1099598 w 1551690"/>
              <a:gd name="connsiteY3" fmla="*/ 18966 h 292342"/>
              <a:gd name="connsiteX4" fmla="*/ 1551690 w 1551690"/>
              <a:gd name="connsiteY4" fmla="*/ 0 h 292342"/>
              <a:gd name="connsiteX0" fmla="*/ 0 w 1551690"/>
              <a:gd name="connsiteY0" fmla="*/ 292342 h 292342"/>
              <a:gd name="connsiteX1" fmla="*/ 517639 w 1551690"/>
              <a:gd name="connsiteY1" fmla="*/ 242262 h 292342"/>
              <a:gd name="connsiteX2" fmla="*/ 694325 w 1551690"/>
              <a:gd name="connsiteY2" fmla="*/ 123968 h 292342"/>
              <a:gd name="connsiteX3" fmla="*/ 1099598 w 1551690"/>
              <a:gd name="connsiteY3" fmla="*/ 18966 h 292342"/>
              <a:gd name="connsiteX4" fmla="*/ 1551690 w 1551690"/>
              <a:gd name="connsiteY4" fmla="*/ 0 h 292342"/>
              <a:gd name="connsiteX0" fmla="*/ 0 w 1551690"/>
              <a:gd name="connsiteY0" fmla="*/ 292342 h 292342"/>
              <a:gd name="connsiteX1" fmla="*/ 517639 w 1551690"/>
              <a:gd name="connsiteY1" fmla="*/ 242262 h 292342"/>
              <a:gd name="connsiteX2" fmla="*/ 708164 w 1551690"/>
              <a:gd name="connsiteY2" fmla="*/ 140009 h 292342"/>
              <a:gd name="connsiteX3" fmla="*/ 1099598 w 1551690"/>
              <a:gd name="connsiteY3" fmla="*/ 18966 h 292342"/>
              <a:gd name="connsiteX4" fmla="*/ 1551690 w 1551690"/>
              <a:gd name="connsiteY4" fmla="*/ 0 h 292342"/>
              <a:gd name="connsiteX0" fmla="*/ 0 w 1551690"/>
              <a:gd name="connsiteY0" fmla="*/ 292342 h 292342"/>
              <a:gd name="connsiteX1" fmla="*/ 517639 w 1551690"/>
              <a:gd name="connsiteY1" fmla="*/ 242262 h 292342"/>
              <a:gd name="connsiteX2" fmla="*/ 708164 w 1551690"/>
              <a:gd name="connsiteY2" fmla="*/ 140009 h 292342"/>
              <a:gd name="connsiteX3" fmla="*/ 1099598 w 1551690"/>
              <a:gd name="connsiteY3" fmla="*/ 18966 h 292342"/>
              <a:gd name="connsiteX4" fmla="*/ 1551690 w 1551690"/>
              <a:gd name="connsiteY4" fmla="*/ 0 h 292342"/>
              <a:gd name="connsiteX0" fmla="*/ 0 w 1571460"/>
              <a:gd name="connsiteY0" fmla="*/ 307149 h 307149"/>
              <a:gd name="connsiteX1" fmla="*/ 537409 w 1571460"/>
              <a:gd name="connsiteY1" fmla="*/ 242262 h 307149"/>
              <a:gd name="connsiteX2" fmla="*/ 727934 w 1571460"/>
              <a:gd name="connsiteY2" fmla="*/ 140009 h 307149"/>
              <a:gd name="connsiteX3" fmla="*/ 1119368 w 1571460"/>
              <a:gd name="connsiteY3" fmla="*/ 18966 h 307149"/>
              <a:gd name="connsiteX4" fmla="*/ 1571460 w 1571460"/>
              <a:gd name="connsiteY4" fmla="*/ 0 h 307149"/>
              <a:gd name="connsiteX0" fmla="*/ 0 w 1571460"/>
              <a:gd name="connsiteY0" fmla="*/ 307149 h 307149"/>
              <a:gd name="connsiteX1" fmla="*/ 537409 w 1571460"/>
              <a:gd name="connsiteY1" fmla="*/ 242262 h 307149"/>
              <a:gd name="connsiteX2" fmla="*/ 727934 w 1571460"/>
              <a:gd name="connsiteY2" fmla="*/ 140009 h 307149"/>
              <a:gd name="connsiteX3" fmla="*/ 1119368 w 1571460"/>
              <a:gd name="connsiteY3" fmla="*/ 18966 h 307149"/>
              <a:gd name="connsiteX4" fmla="*/ 1571460 w 1571460"/>
              <a:gd name="connsiteY4" fmla="*/ 0 h 307149"/>
              <a:gd name="connsiteX0" fmla="*/ 0 w 1557621"/>
              <a:gd name="connsiteY0" fmla="*/ 321956 h 321956"/>
              <a:gd name="connsiteX1" fmla="*/ 523570 w 1557621"/>
              <a:gd name="connsiteY1" fmla="*/ 242262 h 321956"/>
              <a:gd name="connsiteX2" fmla="*/ 714095 w 1557621"/>
              <a:gd name="connsiteY2" fmla="*/ 140009 h 321956"/>
              <a:gd name="connsiteX3" fmla="*/ 1105529 w 1557621"/>
              <a:gd name="connsiteY3" fmla="*/ 18966 h 321956"/>
              <a:gd name="connsiteX4" fmla="*/ 1557621 w 1557621"/>
              <a:gd name="connsiteY4" fmla="*/ 0 h 321956"/>
              <a:gd name="connsiteX0" fmla="*/ 0 w 1555644"/>
              <a:gd name="connsiteY0" fmla="*/ 328125 h 328125"/>
              <a:gd name="connsiteX1" fmla="*/ 521593 w 1555644"/>
              <a:gd name="connsiteY1" fmla="*/ 242262 h 328125"/>
              <a:gd name="connsiteX2" fmla="*/ 712118 w 1555644"/>
              <a:gd name="connsiteY2" fmla="*/ 140009 h 328125"/>
              <a:gd name="connsiteX3" fmla="*/ 1103552 w 1555644"/>
              <a:gd name="connsiteY3" fmla="*/ 18966 h 328125"/>
              <a:gd name="connsiteX4" fmla="*/ 1555644 w 1555644"/>
              <a:gd name="connsiteY4" fmla="*/ 0 h 328125"/>
              <a:gd name="connsiteX0" fmla="*/ 0 w 1555644"/>
              <a:gd name="connsiteY0" fmla="*/ 328125 h 328125"/>
              <a:gd name="connsiteX1" fmla="*/ 521593 w 1555644"/>
              <a:gd name="connsiteY1" fmla="*/ 242262 h 328125"/>
              <a:gd name="connsiteX2" fmla="*/ 712118 w 1555644"/>
              <a:gd name="connsiteY2" fmla="*/ 140009 h 328125"/>
              <a:gd name="connsiteX3" fmla="*/ 1103552 w 1555644"/>
              <a:gd name="connsiteY3" fmla="*/ 18966 h 328125"/>
              <a:gd name="connsiteX4" fmla="*/ 1555644 w 1555644"/>
              <a:gd name="connsiteY4" fmla="*/ 0 h 328125"/>
              <a:gd name="connsiteX0" fmla="*/ 0 w 1555644"/>
              <a:gd name="connsiteY0" fmla="*/ 328125 h 328125"/>
              <a:gd name="connsiteX1" fmla="*/ 521593 w 1555644"/>
              <a:gd name="connsiteY1" fmla="*/ 242262 h 328125"/>
              <a:gd name="connsiteX2" fmla="*/ 712118 w 1555644"/>
              <a:gd name="connsiteY2" fmla="*/ 140009 h 328125"/>
              <a:gd name="connsiteX3" fmla="*/ 1103552 w 1555644"/>
              <a:gd name="connsiteY3" fmla="*/ 18966 h 328125"/>
              <a:gd name="connsiteX4" fmla="*/ 1555644 w 1555644"/>
              <a:gd name="connsiteY4" fmla="*/ 0 h 328125"/>
              <a:gd name="connsiteX0" fmla="*/ 0 w 1555644"/>
              <a:gd name="connsiteY0" fmla="*/ 328125 h 328125"/>
              <a:gd name="connsiteX1" fmla="*/ 521593 w 1555644"/>
              <a:gd name="connsiteY1" fmla="*/ 242262 h 328125"/>
              <a:gd name="connsiteX2" fmla="*/ 712118 w 1555644"/>
              <a:gd name="connsiteY2" fmla="*/ 140009 h 328125"/>
              <a:gd name="connsiteX3" fmla="*/ 1103552 w 1555644"/>
              <a:gd name="connsiteY3" fmla="*/ 18966 h 328125"/>
              <a:gd name="connsiteX4" fmla="*/ 1555644 w 1555644"/>
              <a:gd name="connsiteY4" fmla="*/ 0 h 328125"/>
              <a:gd name="connsiteX0" fmla="*/ 0 w 1555644"/>
              <a:gd name="connsiteY0" fmla="*/ 328125 h 328125"/>
              <a:gd name="connsiteX1" fmla="*/ 521593 w 1555644"/>
              <a:gd name="connsiteY1" fmla="*/ 242262 h 328125"/>
              <a:gd name="connsiteX2" fmla="*/ 712118 w 1555644"/>
              <a:gd name="connsiteY2" fmla="*/ 140009 h 328125"/>
              <a:gd name="connsiteX3" fmla="*/ 1103552 w 1555644"/>
              <a:gd name="connsiteY3" fmla="*/ 18966 h 328125"/>
              <a:gd name="connsiteX4" fmla="*/ 1555644 w 1555644"/>
              <a:gd name="connsiteY4" fmla="*/ 0 h 328125"/>
              <a:gd name="connsiteX0" fmla="*/ 0 w 1555644"/>
              <a:gd name="connsiteY0" fmla="*/ 328125 h 328125"/>
              <a:gd name="connsiteX1" fmla="*/ 521593 w 1555644"/>
              <a:gd name="connsiteY1" fmla="*/ 242262 h 328125"/>
              <a:gd name="connsiteX2" fmla="*/ 712118 w 1555644"/>
              <a:gd name="connsiteY2" fmla="*/ 140009 h 328125"/>
              <a:gd name="connsiteX3" fmla="*/ 1103552 w 1555644"/>
              <a:gd name="connsiteY3" fmla="*/ 18966 h 328125"/>
              <a:gd name="connsiteX4" fmla="*/ 1555644 w 1555644"/>
              <a:gd name="connsiteY4" fmla="*/ 0 h 328125"/>
              <a:gd name="connsiteX0" fmla="*/ 0 w 1555644"/>
              <a:gd name="connsiteY0" fmla="*/ 328125 h 328125"/>
              <a:gd name="connsiteX1" fmla="*/ 521593 w 1555644"/>
              <a:gd name="connsiteY1" fmla="*/ 242262 h 328125"/>
              <a:gd name="connsiteX2" fmla="*/ 712118 w 1555644"/>
              <a:gd name="connsiteY2" fmla="*/ 140009 h 328125"/>
              <a:gd name="connsiteX3" fmla="*/ 1103552 w 1555644"/>
              <a:gd name="connsiteY3" fmla="*/ 18966 h 328125"/>
              <a:gd name="connsiteX4" fmla="*/ 1555644 w 1555644"/>
              <a:gd name="connsiteY4" fmla="*/ 0 h 328125"/>
              <a:gd name="connsiteX0" fmla="*/ 0 w 1555644"/>
              <a:gd name="connsiteY0" fmla="*/ 328125 h 328125"/>
              <a:gd name="connsiteX1" fmla="*/ 497869 w 1555644"/>
              <a:gd name="connsiteY1" fmla="*/ 242262 h 328125"/>
              <a:gd name="connsiteX2" fmla="*/ 712118 w 1555644"/>
              <a:gd name="connsiteY2" fmla="*/ 140009 h 328125"/>
              <a:gd name="connsiteX3" fmla="*/ 1103552 w 1555644"/>
              <a:gd name="connsiteY3" fmla="*/ 18966 h 328125"/>
              <a:gd name="connsiteX4" fmla="*/ 1555644 w 1555644"/>
              <a:gd name="connsiteY4" fmla="*/ 0 h 328125"/>
              <a:gd name="connsiteX0" fmla="*/ 0 w 1555644"/>
              <a:gd name="connsiteY0" fmla="*/ 328125 h 328125"/>
              <a:gd name="connsiteX1" fmla="*/ 497869 w 1555644"/>
              <a:gd name="connsiteY1" fmla="*/ 242262 h 328125"/>
              <a:gd name="connsiteX2" fmla="*/ 712118 w 1555644"/>
              <a:gd name="connsiteY2" fmla="*/ 140009 h 328125"/>
              <a:gd name="connsiteX3" fmla="*/ 1103552 w 1555644"/>
              <a:gd name="connsiteY3" fmla="*/ 18966 h 328125"/>
              <a:gd name="connsiteX4" fmla="*/ 1555644 w 1555644"/>
              <a:gd name="connsiteY4" fmla="*/ 0 h 328125"/>
              <a:gd name="connsiteX0" fmla="*/ 0 w 1555644"/>
              <a:gd name="connsiteY0" fmla="*/ 328125 h 328125"/>
              <a:gd name="connsiteX1" fmla="*/ 497869 w 1555644"/>
              <a:gd name="connsiteY1" fmla="*/ 242262 h 328125"/>
              <a:gd name="connsiteX2" fmla="*/ 712118 w 1555644"/>
              <a:gd name="connsiteY2" fmla="*/ 140009 h 328125"/>
              <a:gd name="connsiteX3" fmla="*/ 1103552 w 1555644"/>
              <a:gd name="connsiteY3" fmla="*/ 18966 h 328125"/>
              <a:gd name="connsiteX4" fmla="*/ 1555644 w 1555644"/>
              <a:gd name="connsiteY4" fmla="*/ 0 h 328125"/>
              <a:gd name="connsiteX0" fmla="*/ 0 w 1555644"/>
              <a:gd name="connsiteY0" fmla="*/ 328125 h 328125"/>
              <a:gd name="connsiteX1" fmla="*/ 497869 w 1555644"/>
              <a:gd name="connsiteY1" fmla="*/ 242262 h 328125"/>
              <a:gd name="connsiteX2" fmla="*/ 712118 w 1555644"/>
              <a:gd name="connsiteY2" fmla="*/ 140009 h 328125"/>
              <a:gd name="connsiteX3" fmla="*/ 1103552 w 1555644"/>
              <a:gd name="connsiteY3" fmla="*/ 18966 h 328125"/>
              <a:gd name="connsiteX4" fmla="*/ 1555644 w 1555644"/>
              <a:gd name="connsiteY4" fmla="*/ 0 h 328125"/>
              <a:gd name="connsiteX0" fmla="*/ 0 w 1555644"/>
              <a:gd name="connsiteY0" fmla="*/ 328125 h 328125"/>
              <a:gd name="connsiteX1" fmla="*/ 491938 w 1555644"/>
              <a:gd name="connsiteY1" fmla="*/ 236710 h 328125"/>
              <a:gd name="connsiteX2" fmla="*/ 712118 w 1555644"/>
              <a:gd name="connsiteY2" fmla="*/ 140009 h 328125"/>
              <a:gd name="connsiteX3" fmla="*/ 1103552 w 1555644"/>
              <a:gd name="connsiteY3" fmla="*/ 18966 h 328125"/>
              <a:gd name="connsiteX4" fmla="*/ 1555644 w 1555644"/>
              <a:gd name="connsiteY4" fmla="*/ 0 h 328125"/>
              <a:gd name="connsiteX0" fmla="*/ 0 w 1555644"/>
              <a:gd name="connsiteY0" fmla="*/ 328125 h 328125"/>
              <a:gd name="connsiteX1" fmla="*/ 491938 w 1555644"/>
              <a:gd name="connsiteY1" fmla="*/ 236710 h 328125"/>
              <a:gd name="connsiteX2" fmla="*/ 712118 w 1555644"/>
              <a:gd name="connsiteY2" fmla="*/ 140009 h 328125"/>
              <a:gd name="connsiteX3" fmla="*/ 1103552 w 1555644"/>
              <a:gd name="connsiteY3" fmla="*/ 18966 h 328125"/>
              <a:gd name="connsiteX4" fmla="*/ 1555644 w 1555644"/>
              <a:gd name="connsiteY4" fmla="*/ 0 h 328125"/>
              <a:gd name="connsiteX0" fmla="*/ 0 w 1555644"/>
              <a:gd name="connsiteY0" fmla="*/ 328125 h 328125"/>
              <a:gd name="connsiteX1" fmla="*/ 491938 w 1555644"/>
              <a:gd name="connsiteY1" fmla="*/ 236710 h 328125"/>
              <a:gd name="connsiteX2" fmla="*/ 712118 w 1555644"/>
              <a:gd name="connsiteY2" fmla="*/ 140009 h 328125"/>
              <a:gd name="connsiteX3" fmla="*/ 1103552 w 1555644"/>
              <a:gd name="connsiteY3" fmla="*/ 18966 h 328125"/>
              <a:gd name="connsiteX4" fmla="*/ 1555644 w 1555644"/>
              <a:gd name="connsiteY4" fmla="*/ 0 h 328125"/>
              <a:gd name="connsiteX0" fmla="*/ 0 w 1555644"/>
              <a:gd name="connsiteY0" fmla="*/ 318319 h 318319"/>
              <a:gd name="connsiteX1" fmla="*/ 491938 w 1555644"/>
              <a:gd name="connsiteY1" fmla="*/ 226904 h 318319"/>
              <a:gd name="connsiteX2" fmla="*/ 712118 w 1555644"/>
              <a:gd name="connsiteY2" fmla="*/ 130203 h 318319"/>
              <a:gd name="connsiteX3" fmla="*/ 1103552 w 1555644"/>
              <a:gd name="connsiteY3" fmla="*/ 9160 h 318319"/>
              <a:gd name="connsiteX4" fmla="*/ 1555644 w 1555644"/>
              <a:gd name="connsiteY4" fmla="*/ 5001 h 318319"/>
              <a:gd name="connsiteX0" fmla="*/ 0 w 1555644"/>
              <a:gd name="connsiteY0" fmla="*/ 318319 h 318319"/>
              <a:gd name="connsiteX1" fmla="*/ 491938 w 1555644"/>
              <a:gd name="connsiteY1" fmla="*/ 226904 h 318319"/>
              <a:gd name="connsiteX2" fmla="*/ 712118 w 1555644"/>
              <a:gd name="connsiteY2" fmla="*/ 130203 h 318319"/>
              <a:gd name="connsiteX3" fmla="*/ 1103552 w 1555644"/>
              <a:gd name="connsiteY3" fmla="*/ 9160 h 318319"/>
              <a:gd name="connsiteX4" fmla="*/ 1555644 w 1555644"/>
              <a:gd name="connsiteY4" fmla="*/ 5001 h 318319"/>
              <a:gd name="connsiteX0" fmla="*/ 0 w 1555644"/>
              <a:gd name="connsiteY0" fmla="*/ 313864 h 313864"/>
              <a:gd name="connsiteX1" fmla="*/ 491938 w 1555644"/>
              <a:gd name="connsiteY1" fmla="*/ 222449 h 313864"/>
              <a:gd name="connsiteX2" fmla="*/ 712118 w 1555644"/>
              <a:gd name="connsiteY2" fmla="*/ 125748 h 313864"/>
              <a:gd name="connsiteX3" fmla="*/ 1024473 w 1555644"/>
              <a:gd name="connsiteY3" fmla="*/ 12108 h 313864"/>
              <a:gd name="connsiteX4" fmla="*/ 1555644 w 1555644"/>
              <a:gd name="connsiteY4" fmla="*/ 546 h 313864"/>
              <a:gd name="connsiteX0" fmla="*/ 0 w 1555644"/>
              <a:gd name="connsiteY0" fmla="*/ 313864 h 313864"/>
              <a:gd name="connsiteX1" fmla="*/ 491938 w 1555644"/>
              <a:gd name="connsiteY1" fmla="*/ 222449 h 313864"/>
              <a:gd name="connsiteX2" fmla="*/ 712118 w 1555644"/>
              <a:gd name="connsiteY2" fmla="*/ 125748 h 313864"/>
              <a:gd name="connsiteX3" fmla="*/ 1024473 w 1555644"/>
              <a:gd name="connsiteY3" fmla="*/ 12108 h 313864"/>
              <a:gd name="connsiteX4" fmla="*/ 1555644 w 1555644"/>
              <a:gd name="connsiteY4" fmla="*/ 546 h 313864"/>
              <a:gd name="connsiteX0" fmla="*/ 0 w 1555644"/>
              <a:gd name="connsiteY0" fmla="*/ 313318 h 313318"/>
              <a:gd name="connsiteX1" fmla="*/ 491938 w 1555644"/>
              <a:gd name="connsiteY1" fmla="*/ 221903 h 313318"/>
              <a:gd name="connsiteX2" fmla="*/ 712118 w 1555644"/>
              <a:gd name="connsiteY2" fmla="*/ 125202 h 313318"/>
              <a:gd name="connsiteX3" fmla="*/ 1024473 w 1555644"/>
              <a:gd name="connsiteY3" fmla="*/ 11562 h 313318"/>
              <a:gd name="connsiteX4" fmla="*/ 1555644 w 1555644"/>
              <a:gd name="connsiteY4" fmla="*/ 0 h 313318"/>
              <a:gd name="connsiteX0" fmla="*/ 0 w 1555644"/>
              <a:gd name="connsiteY0" fmla="*/ 313318 h 313318"/>
              <a:gd name="connsiteX1" fmla="*/ 491938 w 1555644"/>
              <a:gd name="connsiteY1" fmla="*/ 221903 h 313318"/>
              <a:gd name="connsiteX2" fmla="*/ 439294 w 1555644"/>
              <a:gd name="connsiteY2" fmla="*/ 65976 h 313318"/>
              <a:gd name="connsiteX3" fmla="*/ 1024473 w 1555644"/>
              <a:gd name="connsiteY3" fmla="*/ 11562 h 313318"/>
              <a:gd name="connsiteX4" fmla="*/ 1555644 w 1555644"/>
              <a:gd name="connsiteY4" fmla="*/ 0 h 313318"/>
              <a:gd name="connsiteX0" fmla="*/ 0 w 1555644"/>
              <a:gd name="connsiteY0" fmla="*/ 313318 h 313318"/>
              <a:gd name="connsiteX1" fmla="*/ 262607 w 1555644"/>
              <a:gd name="connsiteY1" fmla="*/ 165145 h 313318"/>
              <a:gd name="connsiteX2" fmla="*/ 439294 w 1555644"/>
              <a:gd name="connsiteY2" fmla="*/ 65976 h 313318"/>
              <a:gd name="connsiteX3" fmla="*/ 1024473 w 1555644"/>
              <a:gd name="connsiteY3" fmla="*/ 11562 h 313318"/>
              <a:gd name="connsiteX4" fmla="*/ 1555644 w 1555644"/>
              <a:gd name="connsiteY4" fmla="*/ 0 h 313318"/>
              <a:gd name="connsiteX0" fmla="*/ 0 w 1555644"/>
              <a:gd name="connsiteY0" fmla="*/ 313318 h 313318"/>
              <a:gd name="connsiteX1" fmla="*/ 262607 w 1555644"/>
              <a:gd name="connsiteY1" fmla="*/ 165145 h 313318"/>
              <a:gd name="connsiteX2" fmla="*/ 439294 w 1555644"/>
              <a:gd name="connsiteY2" fmla="*/ 65976 h 313318"/>
              <a:gd name="connsiteX3" fmla="*/ 1024473 w 1555644"/>
              <a:gd name="connsiteY3" fmla="*/ 11562 h 313318"/>
              <a:gd name="connsiteX4" fmla="*/ 1555644 w 1555644"/>
              <a:gd name="connsiteY4" fmla="*/ 0 h 313318"/>
              <a:gd name="connsiteX0" fmla="*/ 0 w 1551196"/>
              <a:gd name="connsiteY0" fmla="*/ 297586 h 297586"/>
              <a:gd name="connsiteX1" fmla="*/ 258159 w 1551196"/>
              <a:gd name="connsiteY1" fmla="*/ 165145 h 297586"/>
              <a:gd name="connsiteX2" fmla="*/ 434846 w 1551196"/>
              <a:gd name="connsiteY2" fmla="*/ 65976 h 297586"/>
              <a:gd name="connsiteX3" fmla="*/ 1020025 w 1551196"/>
              <a:gd name="connsiteY3" fmla="*/ 11562 h 297586"/>
              <a:gd name="connsiteX4" fmla="*/ 1551196 w 1551196"/>
              <a:gd name="connsiteY4" fmla="*/ 0 h 297586"/>
              <a:gd name="connsiteX0" fmla="*/ 0 w 1551196"/>
              <a:gd name="connsiteY0" fmla="*/ 297586 h 297586"/>
              <a:gd name="connsiteX1" fmla="*/ 258159 w 1551196"/>
              <a:gd name="connsiteY1" fmla="*/ 165145 h 297586"/>
              <a:gd name="connsiteX2" fmla="*/ 434846 w 1551196"/>
              <a:gd name="connsiteY2" fmla="*/ 65976 h 297586"/>
              <a:gd name="connsiteX3" fmla="*/ 1020025 w 1551196"/>
              <a:gd name="connsiteY3" fmla="*/ 11562 h 297586"/>
              <a:gd name="connsiteX4" fmla="*/ 1551196 w 1551196"/>
              <a:gd name="connsiteY4" fmla="*/ 0 h 297586"/>
              <a:gd name="connsiteX0" fmla="*/ 0 w 1551196"/>
              <a:gd name="connsiteY0" fmla="*/ 297586 h 297586"/>
              <a:gd name="connsiteX1" fmla="*/ 258159 w 1551196"/>
              <a:gd name="connsiteY1" fmla="*/ 165145 h 297586"/>
              <a:gd name="connsiteX2" fmla="*/ 434846 w 1551196"/>
              <a:gd name="connsiteY2" fmla="*/ 65976 h 297586"/>
              <a:gd name="connsiteX3" fmla="*/ 1020025 w 1551196"/>
              <a:gd name="connsiteY3" fmla="*/ 11562 h 297586"/>
              <a:gd name="connsiteX4" fmla="*/ 1551196 w 1551196"/>
              <a:gd name="connsiteY4" fmla="*/ 0 h 297586"/>
              <a:gd name="connsiteX0" fmla="*/ 0 w 1551196"/>
              <a:gd name="connsiteY0" fmla="*/ 297586 h 297586"/>
              <a:gd name="connsiteX1" fmla="*/ 258159 w 1551196"/>
              <a:gd name="connsiteY1" fmla="*/ 165145 h 297586"/>
              <a:gd name="connsiteX2" fmla="*/ 434846 w 1551196"/>
              <a:gd name="connsiteY2" fmla="*/ 65976 h 297586"/>
              <a:gd name="connsiteX3" fmla="*/ 1020025 w 1551196"/>
              <a:gd name="connsiteY3" fmla="*/ 11562 h 297586"/>
              <a:gd name="connsiteX4" fmla="*/ 1551196 w 1551196"/>
              <a:gd name="connsiteY4" fmla="*/ 0 h 297586"/>
              <a:gd name="connsiteX0" fmla="*/ 0 w 1551196"/>
              <a:gd name="connsiteY0" fmla="*/ 297586 h 297586"/>
              <a:gd name="connsiteX1" fmla="*/ 258159 w 1551196"/>
              <a:gd name="connsiteY1" fmla="*/ 165145 h 297586"/>
              <a:gd name="connsiteX2" fmla="*/ 434846 w 1551196"/>
              <a:gd name="connsiteY2" fmla="*/ 65976 h 297586"/>
              <a:gd name="connsiteX3" fmla="*/ 1020025 w 1551196"/>
              <a:gd name="connsiteY3" fmla="*/ 11562 h 297586"/>
              <a:gd name="connsiteX4" fmla="*/ 1551196 w 1551196"/>
              <a:gd name="connsiteY4" fmla="*/ 0 h 297586"/>
              <a:gd name="connsiteX0" fmla="*/ 0 w 1551196"/>
              <a:gd name="connsiteY0" fmla="*/ 297586 h 297586"/>
              <a:gd name="connsiteX1" fmla="*/ 258159 w 1551196"/>
              <a:gd name="connsiteY1" fmla="*/ 165145 h 297586"/>
              <a:gd name="connsiteX2" fmla="*/ 434846 w 1551196"/>
              <a:gd name="connsiteY2" fmla="*/ 65976 h 297586"/>
              <a:gd name="connsiteX3" fmla="*/ 1020025 w 1551196"/>
              <a:gd name="connsiteY3" fmla="*/ 11562 h 297586"/>
              <a:gd name="connsiteX4" fmla="*/ 1551196 w 1551196"/>
              <a:gd name="connsiteY4" fmla="*/ 0 h 297586"/>
              <a:gd name="connsiteX0" fmla="*/ 0 w 1551196"/>
              <a:gd name="connsiteY0" fmla="*/ 297586 h 297586"/>
              <a:gd name="connsiteX1" fmla="*/ 258159 w 1551196"/>
              <a:gd name="connsiteY1" fmla="*/ 165145 h 297586"/>
              <a:gd name="connsiteX2" fmla="*/ 434846 w 1551196"/>
              <a:gd name="connsiteY2" fmla="*/ 65976 h 297586"/>
              <a:gd name="connsiteX3" fmla="*/ 1020025 w 1551196"/>
              <a:gd name="connsiteY3" fmla="*/ 11562 h 297586"/>
              <a:gd name="connsiteX4" fmla="*/ 1551196 w 1551196"/>
              <a:gd name="connsiteY4" fmla="*/ 0 h 297586"/>
              <a:gd name="connsiteX0" fmla="*/ 0 w 1551196"/>
              <a:gd name="connsiteY0" fmla="*/ 297586 h 297586"/>
              <a:gd name="connsiteX1" fmla="*/ 258159 w 1551196"/>
              <a:gd name="connsiteY1" fmla="*/ 165145 h 297586"/>
              <a:gd name="connsiteX2" fmla="*/ 434846 w 1551196"/>
              <a:gd name="connsiteY2" fmla="*/ 65976 h 297586"/>
              <a:gd name="connsiteX3" fmla="*/ 1020025 w 1551196"/>
              <a:gd name="connsiteY3" fmla="*/ 11562 h 297586"/>
              <a:gd name="connsiteX4" fmla="*/ 1551196 w 1551196"/>
              <a:gd name="connsiteY4" fmla="*/ 0 h 297586"/>
              <a:gd name="connsiteX0" fmla="*/ 0 w 1551196"/>
              <a:gd name="connsiteY0" fmla="*/ 297586 h 297586"/>
              <a:gd name="connsiteX1" fmla="*/ 258159 w 1551196"/>
              <a:gd name="connsiteY1" fmla="*/ 165145 h 297586"/>
              <a:gd name="connsiteX2" fmla="*/ 434846 w 1551196"/>
              <a:gd name="connsiteY2" fmla="*/ 65976 h 297586"/>
              <a:gd name="connsiteX3" fmla="*/ 1020025 w 1551196"/>
              <a:gd name="connsiteY3" fmla="*/ 11562 h 297586"/>
              <a:gd name="connsiteX4" fmla="*/ 1551196 w 1551196"/>
              <a:gd name="connsiteY4" fmla="*/ 0 h 297586"/>
              <a:gd name="connsiteX0" fmla="*/ 0 w 1551196"/>
              <a:gd name="connsiteY0" fmla="*/ 297586 h 297586"/>
              <a:gd name="connsiteX1" fmla="*/ 258159 w 1551196"/>
              <a:gd name="connsiteY1" fmla="*/ 165145 h 297586"/>
              <a:gd name="connsiteX2" fmla="*/ 434846 w 1551196"/>
              <a:gd name="connsiteY2" fmla="*/ 65976 h 297586"/>
              <a:gd name="connsiteX3" fmla="*/ 1020025 w 1551196"/>
              <a:gd name="connsiteY3" fmla="*/ 11562 h 297586"/>
              <a:gd name="connsiteX4" fmla="*/ 1551196 w 1551196"/>
              <a:gd name="connsiteY4" fmla="*/ 0 h 297586"/>
              <a:gd name="connsiteX0" fmla="*/ 0 w 1551196"/>
              <a:gd name="connsiteY0" fmla="*/ 297586 h 297586"/>
              <a:gd name="connsiteX1" fmla="*/ 258159 w 1551196"/>
              <a:gd name="connsiteY1" fmla="*/ 165145 h 297586"/>
              <a:gd name="connsiteX2" fmla="*/ 434846 w 1551196"/>
              <a:gd name="connsiteY2" fmla="*/ 65976 h 297586"/>
              <a:gd name="connsiteX3" fmla="*/ 1020025 w 1551196"/>
              <a:gd name="connsiteY3" fmla="*/ 11562 h 297586"/>
              <a:gd name="connsiteX4" fmla="*/ 1551196 w 1551196"/>
              <a:gd name="connsiteY4" fmla="*/ 0 h 297586"/>
              <a:gd name="connsiteX0" fmla="*/ 0 w 1551196"/>
              <a:gd name="connsiteY0" fmla="*/ 297586 h 297586"/>
              <a:gd name="connsiteX1" fmla="*/ 258159 w 1551196"/>
              <a:gd name="connsiteY1" fmla="*/ 165145 h 297586"/>
              <a:gd name="connsiteX2" fmla="*/ 434846 w 1551196"/>
              <a:gd name="connsiteY2" fmla="*/ 65976 h 297586"/>
              <a:gd name="connsiteX3" fmla="*/ 1020025 w 1551196"/>
              <a:gd name="connsiteY3" fmla="*/ 11562 h 297586"/>
              <a:gd name="connsiteX4" fmla="*/ 1551196 w 1551196"/>
              <a:gd name="connsiteY4" fmla="*/ 0 h 297586"/>
              <a:gd name="connsiteX0" fmla="*/ 0 w 1551196"/>
              <a:gd name="connsiteY0" fmla="*/ 297586 h 297586"/>
              <a:gd name="connsiteX1" fmla="*/ 258159 w 1551196"/>
              <a:gd name="connsiteY1" fmla="*/ 165145 h 297586"/>
              <a:gd name="connsiteX2" fmla="*/ 434846 w 1551196"/>
              <a:gd name="connsiteY2" fmla="*/ 65976 h 297586"/>
              <a:gd name="connsiteX3" fmla="*/ 1020025 w 1551196"/>
              <a:gd name="connsiteY3" fmla="*/ 11562 h 297586"/>
              <a:gd name="connsiteX4" fmla="*/ 1551196 w 1551196"/>
              <a:gd name="connsiteY4" fmla="*/ 0 h 297586"/>
              <a:gd name="connsiteX0" fmla="*/ 0 w 1551196"/>
              <a:gd name="connsiteY0" fmla="*/ 297586 h 297586"/>
              <a:gd name="connsiteX1" fmla="*/ 258159 w 1551196"/>
              <a:gd name="connsiteY1" fmla="*/ 165145 h 297586"/>
              <a:gd name="connsiteX2" fmla="*/ 434846 w 1551196"/>
              <a:gd name="connsiteY2" fmla="*/ 65976 h 297586"/>
              <a:gd name="connsiteX3" fmla="*/ 1020025 w 1551196"/>
              <a:gd name="connsiteY3" fmla="*/ 11562 h 297586"/>
              <a:gd name="connsiteX4" fmla="*/ 1551196 w 1551196"/>
              <a:gd name="connsiteY4" fmla="*/ 0 h 297586"/>
              <a:gd name="connsiteX0" fmla="*/ 0 w 1549713"/>
              <a:gd name="connsiteY0" fmla="*/ 307766 h 307766"/>
              <a:gd name="connsiteX1" fmla="*/ 256676 w 1549713"/>
              <a:gd name="connsiteY1" fmla="*/ 165145 h 307766"/>
              <a:gd name="connsiteX2" fmla="*/ 433363 w 1549713"/>
              <a:gd name="connsiteY2" fmla="*/ 65976 h 307766"/>
              <a:gd name="connsiteX3" fmla="*/ 1018542 w 1549713"/>
              <a:gd name="connsiteY3" fmla="*/ 11562 h 307766"/>
              <a:gd name="connsiteX4" fmla="*/ 1549713 w 1549713"/>
              <a:gd name="connsiteY4" fmla="*/ 0 h 307766"/>
              <a:gd name="connsiteX0" fmla="*/ 0 w 1549713"/>
              <a:gd name="connsiteY0" fmla="*/ 307766 h 307766"/>
              <a:gd name="connsiteX1" fmla="*/ 256676 w 1549713"/>
              <a:gd name="connsiteY1" fmla="*/ 165145 h 307766"/>
              <a:gd name="connsiteX2" fmla="*/ 433363 w 1549713"/>
              <a:gd name="connsiteY2" fmla="*/ 65976 h 307766"/>
              <a:gd name="connsiteX3" fmla="*/ 1018542 w 1549713"/>
              <a:gd name="connsiteY3" fmla="*/ 11562 h 307766"/>
              <a:gd name="connsiteX4" fmla="*/ 1549713 w 1549713"/>
              <a:gd name="connsiteY4" fmla="*/ 0 h 307766"/>
              <a:gd name="connsiteX0" fmla="*/ 0 w 1549713"/>
              <a:gd name="connsiteY0" fmla="*/ 307766 h 307766"/>
              <a:gd name="connsiteX1" fmla="*/ 256676 w 1549713"/>
              <a:gd name="connsiteY1" fmla="*/ 165145 h 307766"/>
              <a:gd name="connsiteX2" fmla="*/ 433363 w 1549713"/>
              <a:gd name="connsiteY2" fmla="*/ 65976 h 307766"/>
              <a:gd name="connsiteX3" fmla="*/ 1018542 w 1549713"/>
              <a:gd name="connsiteY3" fmla="*/ 11562 h 307766"/>
              <a:gd name="connsiteX4" fmla="*/ 1549713 w 1549713"/>
              <a:gd name="connsiteY4" fmla="*/ 0 h 307766"/>
              <a:gd name="connsiteX0" fmla="*/ 0 w 1549713"/>
              <a:gd name="connsiteY0" fmla="*/ 307766 h 307766"/>
              <a:gd name="connsiteX1" fmla="*/ 256676 w 1549713"/>
              <a:gd name="connsiteY1" fmla="*/ 165145 h 307766"/>
              <a:gd name="connsiteX2" fmla="*/ 433363 w 1549713"/>
              <a:gd name="connsiteY2" fmla="*/ 65976 h 307766"/>
              <a:gd name="connsiteX3" fmla="*/ 1018542 w 1549713"/>
              <a:gd name="connsiteY3" fmla="*/ 11562 h 307766"/>
              <a:gd name="connsiteX4" fmla="*/ 1549713 w 1549713"/>
              <a:gd name="connsiteY4" fmla="*/ 0 h 307766"/>
              <a:gd name="connsiteX0" fmla="*/ 0 w 1549713"/>
              <a:gd name="connsiteY0" fmla="*/ 307766 h 307766"/>
              <a:gd name="connsiteX1" fmla="*/ 256676 w 1549713"/>
              <a:gd name="connsiteY1" fmla="*/ 165145 h 307766"/>
              <a:gd name="connsiteX2" fmla="*/ 433363 w 1549713"/>
              <a:gd name="connsiteY2" fmla="*/ 65976 h 307766"/>
              <a:gd name="connsiteX3" fmla="*/ 1018542 w 1549713"/>
              <a:gd name="connsiteY3" fmla="*/ 11562 h 307766"/>
              <a:gd name="connsiteX4" fmla="*/ 1549713 w 1549713"/>
              <a:gd name="connsiteY4" fmla="*/ 0 h 307766"/>
              <a:gd name="connsiteX0" fmla="*/ 0 w 1549713"/>
              <a:gd name="connsiteY0" fmla="*/ 307766 h 307766"/>
              <a:gd name="connsiteX1" fmla="*/ 256676 w 1549713"/>
              <a:gd name="connsiteY1" fmla="*/ 165145 h 307766"/>
              <a:gd name="connsiteX2" fmla="*/ 433363 w 1549713"/>
              <a:gd name="connsiteY2" fmla="*/ 65976 h 307766"/>
              <a:gd name="connsiteX3" fmla="*/ 1018542 w 1549713"/>
              <a:gd name="connsiteY3" fmla="*/ 11562 h 307766"/>
              <a:gd name="connsiteX4" fmla="*/ 1549713 w 1549713"/>
              <a:gd name="connsiteY4" fmla="*/ 0 h 307766"/>
              <a:gd name="connsiteX0" fmla="*/ 0 w 1549713"/>
              <a:gd name="connsiteY0" fmla="*/ 307766 h 307766"/>
              <a:gd name="connsiteX1" fmla="*/ 256676 w 1549713"/>
              <a:gd name="connsiteY1" fmla="*/ 165145 h 307766"/>
              <a:gd name="connsiteX2" fmla="*/ 433363 w 1549713"/>
              <a:gd name="connsiteY2" fmla="*/ 65976 h 307766"/>
              <a:gd name="connsiteX3" fmla="*/ 1018542 w 1549713"/>
              <a:gd name="connsiteY3" fmla="*/ 11562 h 307766"/>
              <a:gd name="connsiteX4" fmla="*/ 1549713 w 1549713"/>
              <a:gd name="connsiteY4" fmla="*/ 0 h 307766"/>
              <a:gd name="connsiteX0" fmla="*/ 0 w 1549713"/>
              <a:gd name="connsiteY0" fmla="*/ 307766 h 307766"/>
              <a:gd name="connsiteX1" fmla="*/ 256676 w 1549713"/>
              <a:gd name="connsiteY1" fmla="*/ 165145 h 307766"/>
              <a:gd name="connsiteX2" fmla="*/ 433363 w 1549713"/>
              <a:gd name="connsiteY2" fmla="*/ 65976 h 307766"/>
              <a:gd name="connsiteX3" fmla="*/ 1018542 w 1549713"/>
              <a:gd name="connsiteY3" fmla="*/ 11562 h 307766"/>
              <a:gd name="connsiteX4" fmla="*/ 1549713 w 1549713"/>
              <a:gd name="connsiteY4" fmla="*/ 0 h 307766"/>
              <a:gd name="connsiteX0" fmla="*/ 0 w 1551196"/>
              <a:gd name="connsiteY0" fmla="*/ 300311 h 300311"/>
              <a:gd name="connsiteX1" fmla="*/ 256676 w 1551196"/>
              <a:gd name="connsiteY1" fmla="*/ 157690 h 300311"/>
              <a:gd name="connsiteX2" fmla="*/ 433363 w 1551196"/>
              <a:gd name="connsiteY2" fmla="*/ 58521 h 300311"/>
              <a:gd name="connsiteX3" fmla="*/ 1018542 w 1551196"/>
              <a:gd name="connsiteY3" fmla="*/ 4107 h 300311"/>
              <a:gd name="connsiteX4" fmla="*/ 1551196 w 1551196"/>
              <a:gd name="connsiteY4" fmla="*/ 2725 h 300311"/>
              <a:gd name="connsiteX0" fmla="*/ 0 w 1551196"/>
              <a:gd name="connsiteY0" fmla="*/ 301795 h 301795"/>
              <a:gd name="connsiteX1" fmla="*/ 256676 w 1551196"/>
              <a:gd name="connsiteY1" fmla="*/ 159174 h 301795"/>
              <a:gd name="connsiteX2" fmla="*/ 433363 w 1551196"/>
              <a:gd name="connsiteY2" fmla="*/ 60005 h 301795"/>
              <a:gd name="connsiteX3" fmla="*/ 1009646 w 1551196"/>
              <a:gd name="connsiteY3" fmla="*/ 2815 h 301795"/>
              <a:gd name="connsiteX4" fmla="*/ 1551196 w 1551196"/>
              <a:gd name="connsiteY4" fmla="*/ 4209 h 301795"/>
              <a:gd name="connsiteX0" fmla="*/ 0 w 1551196"/>
              <a:gd name="connsiteY0" fmla="*/ 299120 h 299120"/>
              <a:gd name="connsiteX1" fmla="*/ 256676 w 1551196"/>
              <a:gd name="connsiteY1" fmla="*/ 156499 h 299120"/>
              <a:gd name="connsiteX2" fmla="*/ 433363 w 1551196"/>
              <a:gd name="connsiteY2" fmla="*/ 57330 h 299120"/>
              <a:gd name="connsiteX3" fmla="*/ 1009646 w 1551196"/>
              <a:gd name="connsiteY3" fmla="*/ 140 h 299120"/>
              <a:gd name="connsiteX4" fmla="*/ 1551196 w 1551196"/>
              <a:gd name="connsiteY4" fmla="*/ 1534 h 299120"/>
              <a:gd name="connsiteX0" fmla="*/ 0 w 1551196"/>
              <a:gd name="connsiteY0" fmla="*/ 299411 h 299411"/>
              <a:gd name="connsiteX1" fmla="*/ 256676 w 1551196"/>
              <a:gd name="connsiteY1" fmla="*/ 156790 h 299411"/>
              <a:gd name="connsiteX2" fmla="*/ 433363 w 1551196"/>
              <a:gd name="connsiteY2" fmla="*/ 57621 h 299411"/>
              <a:gd name="connsiteX3" fmla="*/ 1009646 w 1551196"/>
              <a:gd name="connsiteY3" fmla="*/ 431 h 299411"/>
              <a:gd name="connsiteX4" fmla="*/ 1551196 w 1551196"/>
              <a:gd name="connsiteY4" fmla="*/ 1825 h 299411"/>
              <a:gd name="connsiteX0" fmla="*/ 0 w 1551196"/>
              <a:gd name="connsiteY0" fmla="*/ 304794 h 304794"/>
              <a:gd name="connsiteX1" fmla="*/ 256676 w 1551196"/>
              <a:gd name="connsiteY1" fmla="*/ 162173 h 304794"/>
              <a:gd name="connsiteX2" fmla="*/ 433363 w 1551196"/>
              <a:gd name="connsiteY2" fmla="*/ 63004 h 304794"/>
              <a:gd name="connsiteX3" fmla="*/ 1009646 w 1551196"/>
              <a:gd name="connsiteY3" fmla="*/ 5814 h 304794"/>
              <a:gd name="connsiteX4" fmla="*/ 1551196 w 1551196"/>
              <a:gd name="connsiteY4" fmla="*/ 7208 h 304794"/>
              <a:gd name="connsiteX0" fmla="*/ 0 w 1551196"/>
              <a:gd name="connsiteY0" fmla="*/ 303065 h 303065"/>
              <a:gd name="connsiteX1" fmla="*/ 256676 w 1551196"/>
              <a:gd name="connsiteY1" fmla="*/ 160444 h 303065"/>
              <a:gd name="connsiteX2" fmla="*/ 433363 w 1551196"/>
              <a:gd name="connsiteY2" fmla="*/ 61275 h 303065"/>
              <a:gd name="connsiteX3" fmla="*/ 1009646 w 1551196"/>
              <a:gd name="connsiteY3" fmla="*/ 4085 h 303065"/>
              <a:gd name="connsiteX4" fmla="*/ 1551196 w 1551196"/>
              <a:gd name="connsiteY4" fmla="*/ 5479 h 303065"/>
              <a:gd name="connsiteX0" fmla="*/ 0 w 1551196"/>
              <a:gd name="connsiteY0" fmla="*/ 297121 h 297121"/>
              <a:gd name="connsiteX1" fmla="*/ 256676 w 1551196"/>
              <a:gd name="connsiteY1" fmla="*/ 160444 h 297121"/>
              <a:gd name="connsiteX2" fmla="*/ 433363 w 1551196"/>
              <a:gd name="connsiteY2" fmla="*/ 61275 h 297121"/>
              <a:gd name="connsiteX3" fmla="*/ 1009646 w 1551196"/>
              <a:gd name="connsiteY3" fmla="*/ 4085 h 297121"/>
              <a:gd name="connsiteX4" fmla="*/ 1551196 w 1551196"/>
              <a:gd name="connsiteY4" fmla="*/ 5479 h 297121"/>
              <a:gd name="connsiteX0" fmla="*/ 0 w 1551196"/>
              <a:gd name="connsiteY0" fmla="*/ 297121 h 297121"/>
              <a:gd name="connsiteX1" fmla="*/ 256676 w 1551196"/>
              <a:gd name="connsiteY1" fmla="*/ 160444 h 297121"/>
              <a:gd name="connsiteX2" fmla="*/ 433363 w 1551196"/>
              <a:gd name="connsiteY2" fmla="*/ 61275 h 297121"/>
              <a:gd name="connsiteX3" fmla="*/ 1009646 w 1551196"/>
              <a:gd name="connsiteY3" fmla="*/ 4085 h 297121"/>
              <a:gd name="connsiteX4" fmla="*/ 1551196 w 1551196"/>
              <a:gd name="connsiteY4" fmla="*/ 5479 h 297121"/>
              <a:gd name="connsiteX0" fmla="*/ 0 w 1558610"/>
              <a:gd name="connsiteY0" fmla="*/ 296130 h 296130"/>
              <a:gd name="connsiteX1" fmla="*/ 264090 w 1558610"/>
              <a:gd name="connsiteY1" fmla="*/ 160444 h 296130"/>
              <a:gd name="connsiteX2" fmla="*/ 440777 w 1558610"/>
              <a:gd name="connsiteY2" fmla="*/ 61275 h 296130"/>
              <a:gd name="connsiteX3" fmla="*/ 1017060 w 1558610"/>
              <a:gd name="connsiteY3" fmla="*/ 4085 h 296130"/>
              <a:gd name="connsiteX4" fmla="*/ 1558610 w 1558610"/>
              <a:gd name="connsiteY4" fmla="*/ 5479 h 296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8610" h="296130">
                <a:moveTo>
                  <a:pt x="0" y="296130"/>
                </a:moveTo>
                <a:cubicBezTo>
                  <a:pt x="141235" y="250573"/>
                  <a:pt x="174922" y="223541"/>
                  <a:pt x="264090" y="160444"/>
                </a:cubicBezTo>
                <a:cubicBezTo>
                  <a:pt x="322986" y="127388"/>
                  <a:pt x="285628" y="141009"/>
                  <a:pt x="440777" y="61275"/>
                </a:cubicBezTo>
                <a:cubicBezTo>
                  <a:pt x="595926" y="-18459"/>
                  <a:pt x="827055" y="1502"/>
                  <a:pt x="1017060" y="4085"/>
                </a:cubicBezTo>
                <a:lnTo>
                  <a:pt x="1558610" y="5479"/>
                </a:lnTo>
              </a:path>
            </a:pathLst>
          </a:custGeom>
          <a:noFill/>
          <a:ln w="38100" cap="flat" cmpd="sng">
            <a:solidFill>
              <a:srgbClr val="FA9B41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FCDF9E-9DD1-0FE8-E407-AF752B9EBF9D}"/>
              </a:ext>
            </a:extLst>
          </p:cNvPr>
          <p:cNvSpPr txBox="1"/>
          <p:nvPr/>
        </p:nvSpPr>
        <p:spPr>
          <a:xfrm>
            <a:off x="9418128" y="7769502"/>
            <a:ext cx="1180681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6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 route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2E0AA8D-ADD9-96AA-2867-54A661BDDD87}"/>
              </a:ext>
            </a:extLst>
          </p:cNvPr>
          <p:cNvSpPr/>
          <p:nvPr/>
        </p:nvSpPr>
        <p:spPr>
          <a:xfrm flipV="1">
            <a:off x="8094465" y="5154196"/>
            <a:ext cx="2579986" cy="2981281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754800"/>
              <a:gd name="connsiteY0" fmla="*/ 311680 h 311680"/>
              <a:gd name="connsiteX1" fmla="*/ 726100 w 1754800"/>
              <a:gd name="connsiteY1" fmla="*/ 226582 h 311680"/>
              <a:gd name="connsiteX2" fmla="*/ 1291250 w 1754800"/>
              <a:gd name="connsiteY2" fmla="*/ 13857 h 311680"/>
              <a:gd name="connsiteX3" fmla="*/ 1754800 w 1754800"/>
              <a:gd name="connsiteY3" fmla="*/ 7507 h 311680"/>
              <a:gd name="connsiteX0" fmla="*/ 0 w 1741458"/>
              <a:gd name="connsiteY0" fmla="*/ 295178 h 295178"/>
              <a:gd name="connsiteX1" fmla="*/ 712758 w 1741458"/>
              <a:gd name="connsiteY1" fmla="*/ 226582 h 295178"/>
              <a:gd name="connsiteX2" fmla="*/ 1277908 w 1741458"/>
              <a:gd name="connsiteY2" fmla="*/ 13857 h 295178"/>
              <a:gd name="connsiteX3" fmla="*/ 1741458 w 1741458"/>
              <a:gd name="connsiteY3" fmla="*/ 7507 h 295178"/>
              <a:gd name="connsiteX0" fmla="*/ 0 w 1741458"/>
              <a:gd name="connsiteY0" fmla="*/ 295178 h 295178"/>
              <a:gd name="connsiteX1" fmla="*/ 577991 w 1741458"/>
              <a:gd name="connsiteY1" fmla="*/ 271132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41458"/>
              <a:gd name="connsiteY0" fmla="*/ 295178 h 295178"/>
              <a:gd name="connsiteX1" fmla="*/ 449901 w 1741458"/>
              <a:gd name="connsiteY1" fmla="*/ 286411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04098"/>
              <a:gd name="connsiteY0" fmla="*/ 289678 h 290207"/>
              <a:gd name="connsiteX1" fmla="*/ 412541 w 1704098"/>
              <a:gd name="connsiteY1" fmla="*/ 286411 h 290207"/>
              <a:gd name="connsiteX2" fmla="*/ 675398 w 1704098"/>
              <a:gd name="connsiteY2" fmla="*/ 226582 h 290207"/>
              <a:gd name="connsiteX3" fmla="*/ 1240548 w 1704098"/>
              <a:gd name="connsiteY3" fmla="*/ 13857 h 290207"/>
              <a:gd name="connsiteX4" fmla="*/ 1704098 w 1704098"/>
              <a:gd name="connsiteY4" fmla="*/ 7507 h 290207"/>
              <a:gd name="connsiteX0" fmla="*/ 0 w 1728115"/>
              <a:gd name="connsiteY0" fmla="*/ 287844 h 289944"/>
              <a:gd name="connsiteX1" fmla="*/ 436558 w 1728115"/>
              <a:gd name="connsiteY1" fmla="*/ 286411 h 289944"/>
              <a:gd name="connsiteX2" fmla="*/ 699415 w 1728115"/>
              <a:gd name="connsiteY2" fmla="*/ 226582 h 289944"/>
              <a:gd name="connsiteX3" fmla="*/ 1264565 w 1728115"/>
              <a:gd name="connsiteY3" fmla="*/ 13857 h 289944"/>
              <a:gd name="connsiteX4" fmla="*/ 1728115 w 1728115"/>
              <a:gd name="connsiteY4" fmla="*/ 7507 h 289944"/>
              <a:gd name="connsiteX0" fmla="*/ 0 w 1728115"/>
              <a:gd name="connsiteY0" fmla="*/ 287844 h 306273"/>
              <a:gd name="connsiteX1" fmla="*/ 444564 w 1728115"/>
              <a:gd name="connsiteY1" fmla="*/ 304135 h 306273"/>
              <a:gd name="connsiteX2" fmla="*/ 699415 w 1728115"/>
              <a:gd name="connsiteY2" fmla="*/ 226582 h 306273"/>
              <a:gd name="connsiteX3" fmla="*/ 1264565 w 1728115"/>
              <a:gd name="connsiteY3" fmla="*/ 13857 h 306273"/>
              <a:gd name="connsiteX4" fmla="*/ 1728115 w 1728115"/>
              <a:gd name="connsiteY4" fmla="*/ 7507 h 306273"/>
              <a:gd name="connsiteX0" fmla="*/ 0 w 1698761"/>
              <a:gd name="connsiteY0" fmla="*/ 289678 h 306363"/>
              <a:gd name="connsiteX1" fmla="*/ 415210 w 1698761"/>
              <a:gd name="connsiteY1" fmla="*/ 304135 h 306363"/>
              <a:gd name="connsiteX2" fmla="*/ 670061 w 1698761"/>
              <a:gd name="connsiteY2" fmla="*/ 226582 h 306363"/>
              <a:gd name="connsiteX3" fmla="*/ 1235211 w 1698761"/>
              <a:gd name="connsiteY3" fmla="*/ 13857 h 306363"/>
              <a:gd name="connsiteX4" fmla="*/ 1698761 w 1698761"/>
              <a:gd name="connsiteY4" fmla="*/ 7507 h 306363"/>
              <a:gd name="connsiteX0" fmla="*/ 0 w 1698761"/>
              <a:gd name="connsiteY0" fmla="*/ 289678 h 307703"/>
              <a:gd name="connsiteX1" fmla="*/ 415210 w 1698761"/>
              <a:gd name="connsiteY1" fmla="*/ 304135 h 307703"/>
              <a:gd name="connsiteX2" fmla="*/ 670061 w 1698761"/>
              <a:gd name="connsiteY2" fmla="*/ 226582 h 307703"/>
              <a:gd name="connsiteX3" fmla="*/ 1235211 w 1698761"/>
              <a:gd name="connsiteY3" fmla="*/ 13857 h 307703"/>
              <a:gd name="connsiteX4" fmla="*/ 1698761 w 1698761"/>
              <a:gd name="connsiteY4" fmla="*/ 7507 h 307703"/>
              <a:gd name="connsiteX0" fmla="*/ 0 w 1698761"/>
              <a:gd name="connsiteY0" fmla="*/ 289678 h 295490"/>
              <a:gd name="connsiteX1" fmla="*/ 417878 w 1698761"/>
              <a:gd name="connsiteY1" fmla="*/ 287633 h 295490"/>
              <a:gd name="connsiteX2" fmla="*/ 670061 w 1698761"/>
              <a:gd name="connsiteY2" fmla="*/ 226582 h 295490"/>
              <a:gd name="connsiteX3" fmla="*/ 1235211 w 1698761"/>
              <a:gd name="connsiteY3" fmla="*/ 13857 h 295490"/>
              <a:gd name="connsiteX4" fmla="*/ 1698761 w 1698761"/>
              <a:gd name="connsiteY4" fmla="*/ 7507 h 295490"/>
              <a:gd name="connsiteX0" fmla="*/ 0 w 1698761"/>
              <a:gd name="connsiteY0" fmla="*/ 289678 h 292963"/>
              <a:gd name="connsiteX1" fmla="*/ 420546 w 1698761"/>
              <a:gd name="connsiteY1" fmla="*/ 280910 h 292963"/>
              <a:gd name="connsiteX2" fmla="*/ 670061 w 1698761"/>
              <a:gd name="connsiteY2" fmla="*/ 226582 h 292963"/>
              <a:gd name="connsiteX3" fmla="*/ 1235211 w 1698761"/>
              <a:gd name="connsiteY3" fmla="*/ 13857 h 292963"/>
              <a:gd name="connsiteX4" fmla="*/ 1698761 w 1698761"/>
              <a:gd name="connsiteY4" fmla="*/ 7507 h 292963"/>
              <a:gd name="connsiteX0" fmla="*/ 0 w 1669407"/>
              <a:gd name="connsiteY0" fmla="*/ 288456 h 292074"/>
              <a:gd name="connsiteX1" fmla="*/ 391192 w 1669407"/>
              <a:gd name="connsiteY1" fmla="*/ 280910 h 292074"/>
              <a:gd name="connsiteX2" fmla="*/ 640707 w 1669407"/>
              <a:gd name="connsiteY2" fmla="*/ 226582 h 292074"/>
              <a:gd name="connsiteX3" fmla="*/ 1205857 w 1669407"/>
              <a:gd name="connsiteY3" fmla="*/ 13857 h 292074"/>
              <a:gd name="connsiteX4" fmla="*/ 1669407 w 1669407"/>
              <a:gd name="connsiteY4" fmla="*/ 7507 h 292074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597"/>
              <a:gd name="connsiteX1" fmla="*/ 391192 w 1669407"/>
              <a:gd name="connsiteY1" fmla="*/ 280910 h 288597"/>
              <a:gd name="connsiteX2" fmla="*/ 640707 w 1669407"/>
              <a:gd name="connsiteY2" fmla="*/ 226582 h 288597"/>
              <a:gd name="connsiteX3" fmla="*/ 1205857 w 1669407"/>
              <a:gd name="connsiteY3" fmla="*/ 13857 h 288597"/>
              <a:gd name="connsiteX4" fmla="*/ 1669407 w 1669407"/>
              <a:gd name="connsiteY4" fmla="*/ 7507 h 288597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92"/>
              <a:gd name="connsiteX1" fmla="*/ 391192 w 1669407"/>
              <a:gd name="connsiteY1" fmla="*/ 280910 h 288492"/>
              <a:gd name="connsiteX2" fmla="*/ 640707 w 1669407"/>
              <a:gd name="connsiteY2" fmla="*/ 226582 h 288492"/>
              <a:gd name="connsiteX3" fmla="*/ 1205857 w 1669407"/>
              <a:gd name="connsiteY3" fmla="*/ 13857 h 288492"/>
              <a:gd name="connsiteX4" fmla="*/ 1669407 w 1669407"/>
              <a:gd name="connsiteY4" fmla="*/ 7507 h 288492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425883 w 1669407"/>
              <a:gd name="connsiteY1" fmla="*/ 283355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586682"/>
              <a:gd name="connsiteY0" fmla="*/ 310073 h 310073"/>
              <a:gd name="connsiteX1" fmla="*/ 425883 w 1586682"/>
              <a:gd name="connsiteY1" fmla="*/ 304972 h 310073"/>
              <a:gd name="connsiteX2" fmla="*/ 640707 w 1586682"/>
              <a:gd name="connsiteY2" fmla="*/ 248199 h 310073"/>
              <a:gd name="connsiteX3" fmla="*/ 1205857 w 1586682"/>
              <a:gd name="connsiteY3" fmla="*/ 35474 h 310073"/>
              <a:gd name="connsiteX4" fmla="*/ 1586682 w 1586682"/>
              <a:gd name="connsiteY4" fmla="*/ 399 h 310073"/>
              <a:gd name="connsiteX0" fmla="*/ 0 w 1586682"/>
              <a:gd name="connsiteY0" fmla="*/ 310002 h 310002"/>
              <a:gd name="connsiteX1" fmla="*/ 425883 w 1586682"/>
              <a:gd name="connsiteY1" fmla="*/ 304901 h 310002"/>
              <a:gd name="connsiteX2" fmla="*/ 640707 w 1586682"/>
              <a:gd name="connsiteY2" fmla="*/ 248128 h 310002"/>
              <a:gd name="connsiteX3" fmla="*/ 1219201 w 1586682"/>
              <a:gd name="connsiteY3" fmla="*/ 39070 h 310002"/>
              <a:gd name="connsiteX4" fmla="*/ 1586682 w 1586682"/>
              <a:gd name="connsiteY4" fmla="*/ 328 h 310002"/>
              <a:gd name="connsiteX0" fmla="*/ 0 w 1586682"/>
              <a:gd name="connsiteY0" fmla="*/ 310105 h 310105"/>
              <a:gd name="connsiteX1" fmla="*/ 425883 w 1586682"/>
              <a:gd name="connsiteY1" fmla="*/ 305004 h 310105"/>
              <a:gd name="connsiteX2" fmla="*/ 640707 w 1586682"/>
              <a:gd name="connsiteY2" fmla="*/ 248231 h 310105"/>
              <a:gd name="connsiteX3" fmla="*/ 1197852 w 1586682"/>
              <a:gd name="connsiteY3" fmla="*/ 34284 h 310105"/>
              <a:gd name="connsiteX4" fmla="*/ 1586682 w 1586682"/>
              <a:gd name="connsiteY4" fmla="*/ 431 h 310105"/>
              <a:gd name="connsiteX0" fmla="*/ 0 w 1581345"/>
              <a:gd name="connsiteY0" fmla="*/ 316094 h 316094"/>
              <a:gd name="connsiteX1" fmla="*/ 425883 w 1581345"/>
              <a:gd name="connsiteY1" fmla="*/ 310993 h 316094"/>
              <a:gd name="connsiteX2" fmla="*/ 640707 w 1581345"/>
              <a:gd name="connsiteY2" fmla="*/ 254220 h 316094"/>
              <a:gd name="connsiteX3" fmla="*/ 1197852 w 1581345"/>
              <a:gd name="connsiteY3" fmla="*/ 40273 h 316094"/>
              <a:gd name="connsiteX4" fmla="*/ 1581345 w 1581345"/>
              <a:gd name="connsiteY4" fmla="*/ 308 h 316094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62585 w 1581345"/>
              <a:gd name="connsiteY1" fmla="*/ 272654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62585 w 1581345"/>
              <a:gd name="connsiteY1" fmla="*/ 272654 h 315786"/>
              <a:gd name="connsiteX2" fmla="*/ 772837 w 1581345"/>
              <a:gd name="connsiteY2" fmla="*/ 177850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62585 w 1581345"/>
              <a:gd name="connsiteY1" fmla="*/ 272654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610643"/>
              <a:gd name="connsiteY0" fmla="*/ 340597 h 340597"/>
              <a:gd name="connsiteX1" fmla="*/ 546937 w 1610643"/>
              <a:gd name="connsiteY1" fmla="*/ 265706 h 340597"/>
              <a:gd name="connsiteX2" fmla="*/ 794794 w 1610643"/>
              <a:gd name="connsiteY2" fmla="*/ 164686 h 340597"/>
              <a:gd name="connsiteX3" fmla="*/ 1221814 w 1610643"/>
              <a:gd name="connsiteY3" fmla="*/ 42410 h 340597"/>
              <a:gd name="connsiteX4" fmla="*/ 1610643 w 1610643"/>
              <a:gd name="connsiteY4" fmla="*/ 0 h 340597"/>
              <a:gd name="connsiteX0" fmla="*/ 0 w 1610643"/>
              <a:gd name="connsiteY0" fmla="*/ 340597 h 340597"/>
              <a:gd name="connsiteX1" fmla="*/ 546937 w 1610643"/>
              <a:gd name="connsiteY1" fmla="*/ 265706 h 340597"/>
              <a:gd name="connsiteX2" fmla="*/ 794794 w 1610643"/>
              <a:gd name="connsiteY2" fmla="*/ 164686 h 340597"/>
              <a:gd name="connsiteX3" fmla="*/ 1221814 w 1610643"/>
              <a:gd name="connsiteY3" fmla="*/ 42410 h 340597"/>
              <a:gd name="connsiteX4" fmla="*/ 1610643 w 1610643"/>
              <a:gd name="connsiteY4" fmla="*/ 0 h 340597"/>
              <a:gd name="connsiteX0" fmla="*/ 0 w 1610643"/>
              <a:gd name="connsiteY0" fmla="*/ 340597 h 340597"/>
              <a:gd name="connsiteX1" fmla="*/ 546937 w 1610643"/>
              <a:gd name="connsiteY1" fmla="*/ 265706 h 340597"/>
              <a:gd name="connsiteX2" fmla="*/ 794794 w 1610643"/>
              <a:gd name="connsiteY2" fmla="*/ 164686 h 340597"/>
              <a:gd name="connsiteX3" fmla="*/ 1221814 w 1610643"/>
              <a:gd name="connsiteY3" fmla="*/ 42410 h 340597"/>
              <a:gd name="connsiteX4" fmla="*/ 1610643 w 1610643"/>
              <a:gd name="connsiteY4" fmla="*/ 0 h 340597"/>
              <a:gd name="connsiteX0" fmla="*/ 0 w 1590135"/>
              <a:gd name="connsiteY0" fmla="*/ 344141 h 344141"/>
              <a:gd name="connsiteX1" fmla="*/ 526429 w 1590135"/>
              <a:gd name="connsiteY1" fmla="*/ 265706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90135"/>
              <a:gd name="connsiteY0" fmla="*/ 344141 h 344141"/>
              <a:gd name="connsiteX1" fmla="*/ 526429 w 1590135"/>
              <a:gd name="connsiteY1" fmla="*/ 265706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90135"/>
              <a:gd name="connsiteY0" fmla="*/ 344141 h 344141"/>
              <a:gd name="connsiteX1" fmla="*/ 526429 w 1590135"/>
              <a:gd name="connsiteY1" fmla="*/ 265706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90135"/>
              <a:gd name="connsiteY0" fmla="*/ 344141 h 344141"/>
              <a:gd name="connsiteX1" fmla="*/ 475645 w 1590135"/>
              <a:gd name="connsiteY1" fmla="*/ 250347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90135"/>
              <a:gd name="connsiteY0" fmla="*/ 344141 h 344141"/>
              <a:gd name="connsiteX1" fmla="*/ 475645 w 1590135"/>
              <a:gd name="connsiteY1" fmla="*/ 250347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90135"/>
              <a:gd name="connsiteY0" fmla="*/ 344141 h 344141"/>
              <a:gd name="connsiteX1" fmla="*/ 446347 w 1590135"/>
              <a:gd name="connsiteY1" fmla="*/ 246803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90135"/>
              <a:gd name="connsiteY0" fmla="*/ 344141 h 344141"/>
              <a:gd name="connsiteX1" fmla="*/ 446347 w 1590135"/>
              <a:gd name="connsiteY1" fmla="*/ 246803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90135"/>
              <a:gd name="connsiteY0" fmla="*/ 344141 h 344141"/>
              <a:gd name="connsiteX1" fmla="*/ 446347 w 1590135"/>
              <a:gd name="connsiteY1" fmla="*/ 246803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1201306 w 1566696"/>
              <a:gd name="connsiteY3" fmla="*/ 41229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1201306 w 1566696"/>
              <a:gd name="connsiteY3" fmla="*/ 41229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3949 w 1566696"/>
              <a:gd name="connsiteY3" fmla="*/ 6210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3949 w 1566696"/>
              <a:gd name="connsiteY3" fmla="*/ 6210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3949 w 1566696"/>
              <a:gd name="connsiteY3" fmla="*/ 6210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3949 w 1566696"/>
              <a:gd name="connsiteY3" fmla="*/ 6210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3949 w 1566696"/>
              <a:gd name="connsiteY3" fmla="*/ 6210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0042 w 1566696"/>
              <a:gd name="connsiteY3" fmla="*/ 64464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0042 w 1566696"/>
              <a:gd name="connsiteY3" fmla="*/ 64464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0042 w 1566696"/>
              <a:gd name="connsiteY3" fmla="*/ 64464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17112 w 1566696"/>
              <a:gd name="connsiteY3" fmla="*/ 5383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17112 w 1566696"/>
              <a:gd name="connsiteY3" fmla="*/ 5383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17112 w 1566696"/>
              <a:gd name="connsiteY3" fmla="*/ 5383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17112 w 1566696"/>
              <a:gd name="connsiteY3" fmla="*/ 5383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17112 w 1566696"/>
              <a:gd name="connsiteY3" fmla="*/ 5383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870235 w 1566696"/>
              <a:gd name="connsiteY3" fmla="*/ 82777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870235 w 1566696"/>
              <a:gd name="connsiteY3" fmla="*/ 82777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870235 w 1566696"/>
              <a:gd name="connsiteY3" fmla="*/ 82777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870235 w 1566696"/>
              <a:gd name="connsiteY3" fmla="*/ 82777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870235 w 1566696"/>
              <a:gd name="connsiteY3" fmla="*/ 82777 h 342960"/>
              <a:gd name="connsiteX4" fmla="*/ 1566696 w 1566696"/>
              <a:gd name="connsiteY4" fmla="*/ 0 h 342960"/>
              <a:gd name="connsiteX0" fmla="*/ 0 w 1590135"/>
              <a:gd name="connsiteY0" fmla="*/ 289791 h 289791"/>
              <a:gd name="connsiteX1" fmla="*/ 446347 w 1590135"/>
              <a:gd name="connsiteY1" fmla="*/ 192453 h 289791"/>
              <a:gd name="connsiteX2" fmla="*/ 715690 w 1590135"/>
              <a:gd name="connsiteY2" fmla="*/ 106004 h 289791"/>
              <a:gd name="connsiteX3" fmla="*/ 870235 w 1590135"/>
              <a:gd name="connsiteY3" fmla="*/ 29608 h 289791"/>
              <a:gd name="connsiteX4" fmla="*/ 1590135 w 1590135"/>
              <a:gd name="connsiteY4" fmla="*/ 391 h 289791"/>
              <a:gd name="connsiteX0" fmla="*/ 0 w 1590135"/>
              <a:gd name="connsiteY0" fmla="*/ 291473 h 291473"/>
              <a:gd name="connsiteX1" fmla="*/ 446347 w 1590135"/>
              <a:gd name="connsiteY1" fmla="*/ 194135 h 291473"/>
              <a:gd name="connsiteX2" fmla="*/ 715690 w 1590135"/>
              <a:gd name="connsiteY2" fmla="*/ 107686 h 291473"/>
              <a:gd name="connsiteX3" fmla="*/ 569440 w 1590135"/>
              <a:gd name="connsiteY3" fmla="*/ 26564 h 291473"/>
              <a:gd name="connsiteX4" fmla="*/ 1590135 w 1590135"/>
              <a:gd name="connsiteY4" fmla="*/ 2073 h 291473"/>
              <a:gd name="connsiteX0" fmla="*/ 0 w 1590135"/>
              <a:gd name="connsiteY0" fmla="*/ 291473 h 291473"/>
              <a:gd name="connsiteX1" fmla="*/ 446347 w 1590135"/>
              <a:gd name="connsiteY1" fmla="*/ 194135 h 291473"/>
              <a:gd name="connsiteX2" fmla="*/ 328953 w 1590135"/>
              <a:gd name="connsiteY2" fmla="*/ 93508 h 291473"/>
              <a:gd name="connsiteX3" fmla="*/ 569440 w 1590135"/>
              <a:gd name="connsiteY3" fmla="*/ 26564 h 291473"/>
              <a:gd name="connsiteX4" fmla="*/ 1590135 w 1590135"/>
              <a:gd name="connsiteY4" fmla="*/ 2073 h 291473"/>
              <a:gd name="connsiteX0" fmla="*/ 0 w 1590135"/>
              <a:gd name="connsiteY0" fmla="*/ 291473 h 291473"/>
              <a:gd name="connsiteX1" fmla="*/ 196335 w 1590135"/>
              <a:gd name="connsiteY1" fmla="*/ 183896 h 291473"/>
              <a:gd name="connsiteX2" fmla="*/ 328953 w 1590135"/>
              <a:gd name="connsiteY2" fmla="*/ 93508 h 291473"/>
              <a:gd name="connsiteX3" fmla="*/ 569440 w 1590135"/>
              <a:gd name="connsiteY3" fmla="*/ 26564 h 291473"/>
              <a:gd name="connsiteX4" fmla="*/ 1590135 w 1590135"/>
              <a:gd name="connsiteY4" fmla="*/ 2073 h 291473"/>
              <a:gd name="connsiteX0" fmla="*/ 0 w 1617480"/>
              <a:gd name="connsiteY0" fmla="*/ 275720 h 275720"/>
              <a:gd name="connsiteX1" fmla="*/ 223680 w 1617480"/>
              <a:gd name="connsiteY1" fmla="*/ 183896 h 275720"/>
              <a:gd name="connsiteX2" fmla="*/ 356298 w 1617480"/>
              <a:gd name="connsiteY2" fmla="*/ 93508 h 275720"/>
              <a:gd name="connsiteX3" fmla="*/ 596785 w 1617480"/>
              <a:gd name="connsiteY3" fmla="*/ 26564 h 275720"/>
              <a:gd name="connsiteX4" fmla="*/ 1617480 w 1617480"/>
              <a:gd name="connsiteY4" fmla="*/ 2073 h 275720"/>
              <a:gd name="connsiteX0" fmla="*/ 0 w 1617480"/>
              <a:gd name="connsiteY0" fmla="*/ 275720 h 275720"/>
              <a:gd name="connsiteX1" fmla="*/ 223680 w 1617480"/>
              <a:gd name="connsiteY1" fmla="*/ 183896 h 275720"/>
              <a:gd name="connsiteX2" fmla="*/ 356298 w 1617480"/>
              <a:gd name="connsiteY2" fmla="*/ 93508 h 275720"/>
              <a:gd name="connsiteX3" fmla="*/ 596785 w 1617480"/>
              <a:gd name="connsiteY3" fmla="*/ 26564 h 275720"/>
              <a:gd name="connsiteX4" fmla="*/ 1617480 w 1617480"/>
              <a:gd name="connsiteY4" fmla="*/ 2073 h 275720"/>
              <a:gd name="connsiteX0" fmla="*/ 0 w 1617480"/>
              <a:gd name="connsiteY0" fmla="*/ 275720 h 275720"/>
              <a:gd name="connsiteX1" fmla="*/ 258838 w 1617480"/>
              <a:gd name="connsiteY1" fmla="*/ 183896 h 275720"/>
              <a:gd name="connsiteX2" fmla="*/ 356298 w 1617480"/>
              <a:gd name="connsiteY2" fmla="*/ 93508 h 275720"/>
              <a:gd name="connsiteX3" fmla="*/ 596785 w 1617480"/>
              <a:gd name="connsiteY3" fmla="*/ 26564 h 275720"/>
              <a:gd name="connsiteX4" fmla="*/ 1617480 w 1617480"/>
              <a:gd name="connsiteY4" fmla="*/ 2073 h 275720"/>
              <a:gd name="connsiteX0" fmla="*/ 0 w 1617480"/>
              <a:gd name="connsiteY0" fmla="*/ 275720 h 275720"/>
              <a:gd name="connsiteX1" fmla="*/ 258838 w 1617480"/>
              <a:gd name="connsiteY1" fmla="*/ 183896 h 275720"/>
              <a:gd name="connsiteX2" fmla="*/ 356298 w 1617480"/>
              <a:gd name="connsiteY2" fmla="*/ 93508 h 275720"/>
              <a:gd name="connsiteX3" fmla="*/ 596785 w 1617480"/>
              <a:gd name="connsiteY3" fmla="*/ 26564 h 275720"/>
              <a:gd name="connsiteX4" fmla="*/ 1617480 w 1617480"/>
              <a:gd name="connsiteY4" fmla="*/ 2073 h 275720"/>
              <a:gd name="connsiteX0" fmla="*/ 0 w 1617480"/>
              <a:gd name="connsiteY0" fmla="*/ 275720 h 275720"/>
              <a:gd name="connsiteX1" fmla="*/ 254931 w 1617480"/>
              <a:gd name="connsiteY1" fmla="*/ 179170 h 275720"/>
              <a:gd name="connsiteX2" fmla="*/ 356298 w 1617480"/>
              <a:gd name="connsiteY2" fmla="*/ 93508 h 275720"/>
              <a:gd name="connsiteX3" fmla="*/ 596785 w 1617480"/>
              <a:gd name="connsiteY3" fmla="*/ 26564 h 275720"/>
              <a:gd name="connsiteX4" fmla="*/ 1617480 w 1617480"/>
              <a:gd name="connsiteY4" fmla="*/ 2073 h 275720"/>
              <a:gd name="connsiteX0" fmla="*/ 0 w 1617480"/>
              <a:gd name="connsiteY0" fmla="*/ 275720 h 275720"/>
              <a:gd name="connsiteX1" fmla="*/ 254931 w 1617480"/>
              <a:gd name="connsiteY1" fmla="*/ 179170 h 275720"/>
              <a:gd name="connsiteX2" fmla="*/ 356298 w 1617480"/>
              <a:gd name="connsiteY2" fmla="*/ 93508 h 275720"/>
              <a:gd name="connsiteX3" fmla="*/ 596785 w 1617480"/>
              <a:gd name="connsiteY3" fmla="*/ 26564 h 275720"/>
              <a:gd name="connsiteX4" fmla="*/ 1617480 w 1617480"/>
              <a:gd name="connsiteY4" fmla="*/ 2073 h 275720"/>
              <a:gd name="connsiteX0" fmla="*/ 0 w 1605761"/>
              <a:gd name="connsiteY0" fmla="*/ 278083 h 278083"/>
              <a:gd name="connsiteX1" fmla="*/ 243212 w 1605761"/>
              <a:gd name="connsiteY1" fmla="*/ 179170 h 278083"/>
              <a:gd name="connsiteX2" fmla="*/ 344579 w 1605761"/>
              <a:gd name="connsiteY2" fmla="*/ 93508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43212 w 1605761"/>
              <a:gd name="connsiteY1" fmla="*/ 179170 h 278083"/>
              <a:gd name="connsiteX2" fmla="*/ 344579 w 1605761"/>
              <a:gd name="connsiteY2" fmla="*/ 93508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43212 w 1605761"/>
              <a:gd name="connsiteY1" fmla="*/ 179170 h 278083"/>
              <a:gd name="connsiteX2" fmla="*/ 344579 w 1605761"/>
              <a:gd name="connsiteY2" fmla="*/ 93508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33446 w 1605761"/>
              <a:gd name="connsiteY1" fmla="*/ 178382 h 278083"/>
              <a:gd name="connsiteX2" fmla="*/ 344579 w 1605761"/>
              <a:gd name="connsiteY2" fmla="*/ 93508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33446 w 1605761"/>
              <a:gd name="connsiteY1" fmla="*/ 178382 h 278083"/>
              <a:gd name="connsiteX2" fmla="*/ 344579 w 1605761"/>
              <a:gd name="connsiteY2" fmla="*/ 93508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33446 w 1605761"/>
              <a:gd name="connsiteY1" fmla="*/ 178382 h 278083"/>
              <a:gd name="connsiteX2" fmla="*/ 344579 w 1605761"/>
              <a:gd name="connsiteY2" fmla="*/ 93508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33446 w 1605761"/>
              <a:gd name="connsiteY1" fmla="*/ 178382 h 278083"/>
              <a:gd name="connsiteX2" fmla="*/ 377784 w 1605761"/>
              <a:gd name="connsiteY2" fmla="*/ 93902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33446 w 1605761"/>
              <a:gd name="connsiteY1" fmla="*/ 178382 h 278083"/>
              <a:gd name="connsiteX2" fmla="*/ 377784 w 1605761"/>
              <a:gd name="connsiteY2" fmla="*/ 93902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33446 w 1605761"/>
              <a:gd name="connsiteY1" fmla="*/ 178382 h 278083"/>
              <a:gd name="connsiteX2" fmla="*/ 377784 w 1605761"/>
              <a:gd name="connsiteY2" fmla="*/ 93902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6010 h 276010"/>
              <a:gd name="connsiteX1" fmla="*/ 233446 w 1605761"/>
              <a:gd name="connsiteY1" fmla="*/ 176309 h 276010"/>
              <a:gd name="connsiteX2" fmla="*/ 377784 w 1605761"/>
              <a:gd name="connsiteY2" fmla="*/ 91829 h 276010"/>
              <a:gd name="connsiteX3" fmla="*/ 501078 w 1605761"/>
              <a:gd name="connsiteY3" fmla="*/ 35518 h 276010"/>
              <a:gd name="connsiteX4" fmla="*/ 1605761 w 1605761"/>
              <a:gd name="connsiteY4" fmla="*/ 0 h 276010"/>
              <a:gd name="connsiteX0" fmla="*/ 0 w 1605761"/>
              <a:gd name="connsiteY0" fmla="*/ 276010 h 276010"/>
              <a:gd name="connsiteX1" fmla="*/ 233446 w 1605761"/>
              <a:gd name="connsiteY1" fmla="*/ 176309 h 276010"/>
              <a:gd name="connsiteX2" fmla="*/ 377784 w 1605761"/>
              <a:gd name="connsiteY2" fmla="*/ 91829 h 276010"/>
              <a:gd name="connsiteX3" fmla="*/ 508891 w 1605761"/>
              <a:gd name="connsiteY3" fmla="*/ 37487 h 276010"/>
              <a:gd name="connsiteX4" fmla="*/ 1605761 w 1605761"/>
              <a:gd name="connsiteY4" fmla="*/ 0 h 276010"/>
              <a:gd name="connsiteX0" fmla="*/ 0 w 1605761"/>
              <a:gd name="connsiteY0" fmla="*/ 276010 h 276010"/>
              <a:gd name="connsiteX1" fmla="*/ 233446 w 1605761"/>
              <a:gd name="connsiteY1" fmla="*/ 176309 h 276010"/>
              <a:gd name="connsiteX2" fmla="*/ 377784 w 1605761"/>
              <a:gd name="connsiteY2" fmla="*/ 91829 h 276010"/>
              <a:gd name="connsiteX3" fmla="*/ 508891 w 1605761"/>
              <a:gd name="connsiteY3" fmla="*/ 37487 h 276010"/>
              <a:gd name="connsiteX4" fmla="*/ 1605761 w 1605761"/>
              <a:gd name="connsiteY4" fmla="*/ 0 h 276010"/>
              <a:gd name="connsiteX0" fmla="*/ 0 w 1605761"/>
              <a:gd name="connsiteY0" fmla="*/ 276010 h 276010"/>
              <a:gd name="connsiteX1" fmla="*/ 233446 w 1605761"/>
              <a:gd name="connsiteY1" fmla="*/ 176309 h 276010"/>
              <a:gd name="connsiteX2" fmla="*/ 377784 w 1605761"/>
              <a:gd name="connsiteY2" fmla="*/ 91829 h 276010"/>
              <a:gd name="connsiteX3" fmla="*/ 508891 w 1605761"/>
              <a:gd name="connsiteY3" fmla="*/ 37487 h 276010"/>
              <a:gd name="connsiteX4" fmla="*/ 1605761 w 1605761"/>
              <a:gd name="connsiteY4" fmla="*/ 0 h 276010"/>
              <a:gd name="connsiteX0" fmla="*/ 0 w 1619434"/>
              <a:gd name="connsiteY0" fmla="*/ 274838 h 274838"/>
              <a:gd name="connsiteX1" fmla="*/ 247119 w 1619434"/>
              <a:gd name="connsiteY1" fmla="*/ 176309 h 274838"/>
              <a:gd name="connsiteX2" fmla="*/ 391457 w 1619434"/>
              <a:gd name="connsiteY2" fmla="*/ 91829 h 274838"/>
              <a:gd name="connsiteX3" fmla="*/ 522564 w 1619434"/>
              <a:gd name="connsiteY3" fmla="*/ 37487 h 274838"/>
              <a:gd name="connsiteX4" fmla="*/ 1619434 w 1619434"/>
              <a:gd name="connsiteY4" fmla="*/ 0 h 27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9434" h="274838">
                <a:moveTo>
                  <a:pt x="0" y="274838"/>
                </a:moveTo>
                <a:cubicBezTo>
                  <a:pt x="204213" y="199548"/>
                  <a:pt x="171738" y="210540"/>
                  <a:pt x="247119" y="176309"/>
                </a:cubicBezTo>
                <a:cubicBezTo>
                  <a:pt x="347742" y="115495"/>
                  <a:pt x="345549" y="114966"/>
                  <a:pt x="391457" y="91829"/>
                </a:cubicBezTo>
                <a:cubicBezTo>
                  <a:pt x="437365" y="68692"/>
                  <a:pt x="411169" y="80276"/>
                  <a:pt x="522564" y="37487"/>
                </a:cubicBezTo>
                <a:cubicBezTo>
                  <a:pt x="627123" y="3166"/>
                  <a:pt x="1015766" y="2013"/>
                  <a:pt x="1619434" y="0"/>
                </a:cubicBezTo>
              </a:path>
            </a:pathLst>
          </a:custGeom>
          <a:noFill/>
          <a:ln w="38100" cap="flat" cmpd="sng">
            <a:solidFill>
              <a:srgbClr val="FA9B41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51BA7E-4085-DDC3-6A61-E8A447227FAC}"/>
              </a:ext>
            </a:extLst>
          </p:cNvPr>
          <p:cNvSpPr txBox="1"/>
          <p:nvPr/>
        </p:nvSpPr>
        <p:spPr>
          <a:xfrm>
            <a:off x="9418128" y="6961808"/>
            <a:ext cx="1180681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6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 route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19A511D-515C-533C-9258-C9957096B128}"/>
              </a:ext>
            </a:extLst>
          </p:cNvPr>
          <p:cNvSpPr/>
          <p:nvPr/>
        </p:nvSpPr>
        <p:spPr>
          <a:xfrm flipV="1">
            <a:off x="8150156" y="5043456"/>
            <a:ext cx="2532657" cy="1420288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754800"/>
              <a:gd name="connsiteY0" fmla="*/ 311680 h 311680"/>
              <a:gd name="connsiteX1" fmla="*/ 726100 w 1754800"/>
              <a:gd name="connsiteY1" fmla="*/ 226582 h 311680"/>
              <a:gd name="connsiteX2" fmla="*/ 1291250 w 1754800"/>
              <a:gd name="connsiteY2" fmla="*/ 13857 h 311680"/>
              <a:gd name="connsiteX3" fmla="*/ 1754800 w 1754800"/>
              <a:gd name="connsiteY3" fmla="*/ 7507 h 311680"/>
              <a:gd name="connsiteX0" fmla="*/ 0 w 1741458"/>
              <a:gd name="connsiteY0" fmla="*/ 295178 h 295178"/>
              <a:gd name="connsiteX1" fmla="*/ 712758 w 1741458"/>
              <a:gd name="connsiteY1" fmla="*/ 226582 h 295178"/>
              <a:gd name="connsiteX2" fmla="*/ 1277908 w 1741458"/>
              <a:gd name="connsiteY2" fmla="*/ 13857 h 295178"/>
              <a:gd name="connsiteX3" fmla="*/ 1741458 w 1741458"/>
              <a:gd name="connsiteY3" fmla="*/ 7507 h 295178"/>
              <a:gd name="connsiteX0" fmla="*/ 0 w 1741458"/>
              <a:gd name="connsiteY0" fmla="*/ 295178 h 295178"/>
              <a:gd name="connsiteX1" fmla="*/ 577991 w 1741458"/>
              <a:gd name="connsiteY1" fmla="*/ 271132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41458"/>
              <a:gd name="connsiteY0" fmla="*/ 295178 h 295178"/>
              <a:gd name="connsiteX1" fmla="*/ 449901 w 1741458"/>
              <a:gd name="connsiteY1" fmla="*/ 286411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04098"/>
              <a:gd name="connsiteY0" fmla="*/ 289678 h 290207"/>
              <a:gd name="connsiteX1" fmla="*/ 412541 w 1704098"/>
              <a:gd name="connsiteY1" fmla="*/ 286411 h 290207"/>
              <a:gd name="connsiteX2" fmla="*/ 675398 w 1704098"/>
              <a:gd name="connsiteY2" fmla="*/ 226582 h 290207"/>
              <a:gd name="connsiteX3" fmla="*/ 1240548 w 1704098"/>
              <a:gd name="connsiteY3" fmla="*/ 13857 h 290207"/>
              <a:gd name="connsiteX4" fmla="*/ 1704098 w 1704098"/>
              <a:gd name="connsiteY4" fmla="*/ 7507 h 290207"/>
              <a:gd name="connsiteX0" fmla="*/ 0 w 1728115"/>
              <a:gd name="connsiteY0" fmla="*/ 287844 h 289944"/>
              <a:gd name="connsiteX1" fmla="*/ 436558 w 1728115"/>
              <a:gd name="connsiteY1" fmla="*/ 286411 h 289944"/>
              <a:gd name="connsiteX2" fmla="*/ 699415 w 1728115"/>
              <a:gd name="connsiteY2" fmla="*/ 226582 h 289944"/>
              <a:gd name="connsiteX3" fmla="*/ 1264565 w 1728115"/>
              <a:gd name="connsiteY3" fmla="*/ 13857 h 289944"/>
              <a:gd name="connsiteX4" fmla="*/ 1728115 w 1728115"/>
              <a:gd name="connsiteY4" fmla="*/ 7507 h 289944"/>
              <a:gd name="connsiteX0" fmla="*/ 0 w 1728115"/>
              <a:gd name="connsiteY0" fmla="*/ 287844 h 306273"/>
              <a:gd name="connsiteX1" fmla="*/ 444564 w 1728115"/>
              <a:gd name="connsiteY1" fmla="*/ 304135 h 306273"/>
              <a:gd name="connsiteX2" fmla="*/ 699415 w 1728115"/>
              <a:gd name="connsiteY2" fmla="*/ 226582 h 306273"/>
              <a:gd name="connsiteX3" fmla="*/ 1264565 w 1728115"/>
              <a:gd name="connsiteY3" fmla="*/ 13857 h 306273"/>
              <a:gd name="connsiteX4" fmla="*/ 1728115 w 1728115"/>
              <a:gd name="connsiteY4" fmla="*/ 7507 h 306273"/>
              <a:gd name="connsiteX0" fmla="*/ 0 w 1698761"/>
              <a:gd name="connsiteY0" fmla="*/ 289678 h 306363"/>
              <a:gd name="connsiteX1" fmla="*/ 415210 w 1698761"/>
              <a:gd name="connsiteY1" fmla="*/ 304135 h 306363"/>
              <a:gd name="connsiteX2" fmla="*/ 670061 w 1698761"/>
              <a:gd name="connsiteY2" fmla="*/ 226582 h 306363"/>
              <a:gd name="connsiteX3" fmla="*/ 1235211 w 1698761"/>
              <a:gd name="connsiteY3" fmla="*/ 13857 h 306363"/>
              <a:gd name="connsiteX4" fmla="*/ 1698761 w 1698761"/>
              <a:gd name="connsiteY4" fmla="*/ 7507 h 306363"/>
              <a:gd name="connsiteX0" fmla="*/ 0 w 1698761"/>
              <a:gd name="connsiteY0" fmla="*/ 289678 h 307703"/>
              <a:gd name="connsiteX1" fmla="*/ 415210 w 1698761"/>
              <a:gd name="connsiteY1" fmla="*/ 304135 h 307703"/>
              <a:gd name="connsiteX2" fmla="*/ 670061 w 1698761"/>
              <a:gd name="connsiteY2" fmla="*/ 226582 h 307703"/>
              <a:gd name="connsiteX3" fmla="*/ 1235211 w 1698761"/>
              <a:gd name="connsiteY3" fmla="*/ 13857 h 307703"/>
              <a:gd name="connsiteX4" fmla="*/ 1698761 w 1698761"/>
              <a:gd name="connsiteY4" fmla="*/ 7507 h 307703"/>
              <a:gd name="connsiteX0" fmla="*/ 0 w 1698761"/>
              <a:gd name="connsiteY0" fmla="*/ 289678 h 295490"/>
              <a:gd name="connsiteX1" fmla="*/ 417878 w 1698761"/>
              <a:gd name="connsiteY1" fmla="*/ 287633 h 295490"/>
              <a:gd name="connsiteX2" fmla="*/ 670061 w 1698761"/>
              <a:gd name="connsiteY2" fmla="*/ 226582 h 295490"/>
              <a:gd name="connsiteX3" fmla="*/ 1235211 w 1698761"/>
              <a:gd name="connsiteY3" fmla="*/ 13857 h 295490"/>
              <a:gd name="connsiteX4" fmla="*/ 1698761 w 1698761"/>
              <a:gd name="connsiteY4" fmla="*/ 7507 h 295490"/>
              <a:gd name="connsiteX0" fmla="*/ 0 w 1698761"/>
              <a:gd name="connsiteY0" fmla="*/ 289678 h 292963"/>
              <a:gd name="connsiteX1" fmla="*/ 420546 w 1698761"/>
              <a:gd name="connsiteY1" fmla="*/ 280910 h 292963"/>
              <a:gd name="connsiteX2" fmla="*/ 670061 w 1698761"/>
              <a:gd name="connsiteY2" fmla="*/ 226582 h 292963"/>
              <a:gd name="connsiteX3" fmla="*/ 1235211 w 1698761"/>
              <a:gd name="connsiteY3" fmla="*/ 13857 h 292963"/>
              <a:gd name="connsiteX4" fmla="*/ 1698761 w 1698761"/>
              <a:gd name="connsiteY4" fmla="*/ 7507 h 292963"/>
              <a:gd name="connsiteX0" fmla="*/ 0 w 1669407"/>
              <a:gd name="connsiteY0" fmla="*/ 288456 h 292074"/>
              <a:gd name="connsiteX1" fmla="*/ 391192 w 1669407"/>
              <a:gd name="connsiteY1" fmla="*/ 280910 h 292074"/>
              <a:gd name="connsiteX2" fmla="*/ 640707 w 1669407"/>
              <a:gd name="connsiteY2" fmla="*/ 226582 h 292074"/>
              <a:gd name="connsiteX3" fmla="*/ 1205857 w 1669407"/>
              <a:gd name="connsiteY3" fmla="*/ 13857 h 292074"/>
              <a:gd name="connsiteX4" fmla="*/ 1669407 w 1669407"/>
              <a:gd name="connsiteY4" fmla="*/ 7507 h 292074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597"/>
              <a:gd name="connsiteX1" fmla="*/ 391192 w 1669407"/>
              <a:gd name="connsiteY1" fmla="*/ 280910 h 288597"/>
              <a:gd name="connsiteX2" fmla="*/ 640707 w 1669407"/>
              <a:gd name="connsiteY2" fmla="*/ 226582 h 288597"/>
              <a:gd name="connsiteX3" fmla="*/ 1205857 w 1669407"/>
              <a:gd name="connsiteY3" fmla="*/ 13857 h 288597"/>
              <a:gd name="connsiteX4" fmla="*/ 1669407 w 1669407"/>
              <a:gd name="connsiteY4" fmla="*/ 7507 h 288597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92"/>
              <a:gd name="connsiteX1" fmla="*/ 391192 w 1669407"/>
              <a:gd name="connsiteY1" fmla="*/ 280910 h 288492"/>
              <a:gd name="connsiteX2" fmla="*/ 640707 w 1669407"/>
              <a:gd name="connsiteY2" fmla="*/ 226582 h 288492"/>
              <a:gd name="connsiteX3" fmla="*/ 1205857 w 1669407"/>
              <a:gd name="connsiteY3" fmla="*/ 13857 h 288492"/>
              <a:gd name="connsiteX4" fmla="*/ 1669407 w 1669407"/>
              <a:gd name="connsiteY4" fmla="*/ 7507 h 288492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425883 w 1669407"/>
              <a:gd name="connsiteY1" fmla="*/ 283355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586682"/>
              <a:gd name="connsiteY0" fmla="*/ 310073 h 310073"/>
              <a:gd name="connsiteX1" fmla="*/ 425883 w 1586682"/>
              <a:gd name="connsiteY1" fmla="*/ 304972 h 310073"/>
              <a:gd name="connsiteX2" fmla="*/ 640707 w 1586682"/>
              <a:gd name="connsiteY2" fmla="*/ 248199 h 310073"/>
              <a:gd name="connsiteX3" fmla="*/ 1205857 w 1586682"/>
              <a:gd name="connsiteY3" fmla="*/ 35474 h 310073"/>
              <a:gd name="connsiteX4" fmla="*/ 1586682 w 1586682"/>
              <a:gd name="connsiteY4" fmla="*/ 399 h 310073"/>
              <a:gd name="connsiteX0" fmla="*/ 0 w 1586682"/>
              <a:gd name="connsiteY0" fmla="*/ 310002 h 310002"/>
              <a:gd name="connsiteX1" fmla="*/ 425883 w 1586682"/>
              <a:gd name="connsiteY1" fmla="*/ 304901 h 310002"/>
              <a:gd name="connsiteX2" fmla="*/ 640707 w 1586682"/>
              <a:gd name="connsiteY2" fmla="*/ 248128 h 310002"/>
              <a:gd name="connsiteX3" fmla="*/ 1219201 w 1586682"/>
              <a:gd name="connsiteY3" fmla="*/ 39070 h 310002"/>
              <a:gd name="connsiteX4" fmla="*/ 1586682 w 1586682"/>
              <a:gd name="connsiteY4" fmla="*/ 328 h 310002"/>
              <a:gd name="connsiteX0" fmla="*/ 0 w 1586682"/>
              <a:gd name="connsiteY0" fmla="*/ 310105 h 310105"/>
              <a:gd name="connsiteX1" fmla="*/ 425883 w 1586682"/>
              <a:gd name="connsiteY1" fmla="*/ 305004 h 310105"/>
              <a:gd name="connsiteX2" fmla="*/ 640707 w 1586682"/>
              <a:gd name="connsiteY2" fmla="*/ 248231 h 310105"/>
              <a:gd name="connsiteX3" fmla="*/ 1197852 w 1586682"/>
              <a:gd name="connsiteY3" fmla="*/ 34284 h 310105"/>
              <a:gd name="connsiteX4" fmla="*/ 1586682 w 1586682"/>
              <a:gd name="connsiteY4" fmla="*/ 431 h 310105"/>
              <a:gd name="connsiteX0" fmla="*/ 0 w 1581345"/>
              <a:gd name="connsiteY0" fmla="*/ 316094 h 316094"/>
              <a:gd name="connsiteX1" fmla="*/ 425883 w 1581345"/>
              <a:gd name="connsiteY1" fmla="*/ 310993 h 316094"/>
              <a:gd name="connsiteX2" fmla="*/ 640707 w 1581345"/>
              <a:gd name="connsiteY2" fmla="*/ 254220 h 316094"/>
              <a:gd name="connsiteX3" fmla="*/ 1197852 w 1581345"/>
              <a:gd name="connsiteY3" fmla="*/ 40273 h 316094"/>
              <a:gd name="connsiteX4" fmla="*/ 1581345 w 1581345"/>
              <a:gd name="connsiteY4" fmla="*/ 308 h 316094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62585 w 1581345"/>
              <a:gd name="connsiteY1" fmla="*/ 272654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62585 w 1581345"/>
              <a:gd name="connsiteY1" fmla="*/ 272654 h 315786"/>
              <a:gd name="connsiteX2" fmla="*/ 772837 w 1581345"/>
              <a:gd name="connsiteY2" fmla="*/ 177850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62585 w 1581345"/>
              <a:gd name="connsiteY1" fmla="*/ 272654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605575"/>
              <a:gd name="connsiteY0" fmla="*/ 338792 h 338792"/>
              <a:gd name="connsiteX1" fmla="*/ 541869 w 1605575"/>
              <a:gd name="connsiteY1" fmla="*/ 265706 h 338792"/>
              <a:gd name="connsiteX2" fmla="*/ 789726 w 1605575"/>
              <a:gd name="connsiteY2" fmla="*/ 164686 h 338792"/>
              <a:gd name="connsiteX3" fmla="*/ 1216746 w 1605575"/>
              <a:gd name="connsiteY3" fmla="*/ 42410 h 338792"/>
              <a:gd name="connsiteX4" fmla="*/ 1605575 w 1605575"/>
              <a:gd name="connsiteY4" fmla="*/ 0 h 338792"/>
              <a:gd name="connsiteX0" fmla="*/ 0 w 1605575"/>
              <a:gd name="connsiteY0" fmla="*/ 338792 h 338792"/>
              <a:gd name="connsiteX1" fmla="*/ 541869 w 1605575"/>
              <a:gd name="connsiteY1" fmla="*/ 265706 h 338792"/>
              <a:gd name="connsiteX2" fmla="*/ 789726 w 1605575"/>
              <a:gd name="connsiteY2" fmla="*/ 164686 h 338792"/>
              <a:gd name="connsiteX3" fmla="*/ 1216746 w 1605575"/>
              <a:gd name="connsiteY3" fmla="*/ 42410 h 338792"/>
              <a:gd name="connsiteX4" fmla="*/ 1605575 w 1605575"/>
              <a:gd name="connsiteY4" fmla="*/ 0 h 33879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218765 w 1607594"/>
              <a:gd name="connsiteY3" fmla="*/ 42410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218765 w 1607594"/>
              <a:gd name="connsiteY3" fmla="*/ 42410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218765 w 1607594"/>
              <a:gd name="connsiteY3" fmla="*/ 42410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218765 w 1607594"/>
              <a:gd name="connsiteY3" fmla="*/ 42410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18867 w 1607594"/>
              <a:gd name="connsiteY3" fmla="*/ 44226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07594"/>
              <a:gd name="connsiteY0" fmla="*/ 353322 h 353322"/>
              <a:gd name="connsiteX1" fmla="*/ 543888 w 1607594"/>
              <a:gd name="connsiteY1" fmla="*/ 265706 h 353322"/>
              <a:gd name="connsiteX2" fmla="*/ 791745 w 1607594"/>
              <a:gd name="connsiteY2" fmla="*/ 164686 h 353322"/>
              <a:gd name="connsiteX3" fmla="*/ 1020886 w 1607594"/>
              <a:gd name="connsiteY3" fmla="*/ 55729 h 353322"/>
              <a:gd name="connsiteX4" fmla="*/ 1607594 w 1607594"/>
              <a:gd name="connsiteY4" fmla="*/ 0 h 353322"/>
              <a:gd name="connsiteX0" fmla="*/ 0 w 1615732"/>
              <a:gd name="connsiteY0" fmla="*/ 322093 h 322093"/>
              <a:gd name="connsiteX1" fmla="*/ 543888 w 1615732"/>
              <a:gd name="connsiteY1" fmla="*/ 234477 h 322093"/>
              <a:gd name="connsiteX2" fmla="*/ 791745 w 1615732"/>
              <a:gd name="connsiteY2" fmla="*/ 133457 h 322093"/>
              <a:gd name="connsiteX3" fmla="*/ 1020886 w 1615732"/>
              <a:gd name="connsiteY3" fmla="*/ 24500 h 322093"/>
              <a:gd name="connsiteX4" fmla="*/ 1615732 w 1615732"/>
              <a:gd name="connsiteY4" fmla="*/ 1464 h 322093"/>
              <a:gd name="connsiteX0" fmla="*/ 0 w 1615732"/>
              <a:gd name="connsiteY0" fmla="*/ 323418 h 323418"/>
              <a:gd name="connsiteX1" fmla="*/ 543888 w 1615732"/>
              <a:gd name="connsiteY1" fmla="*/ 235802 h 323418"/>
              <a:gd name="connsiteX2" fmla="*/ 791745 w 1615732"/>
              <a:gd name="connsiteY2" fmla="*/ 134782 h 323418"/>
              <a:gd name="connsiteX3" fmla="*/ 890681 w 1615732"/>
              <a:gd name="connsiteY3" fmla="*/ 23403 h 323418"/>
              <a:gd name="connsiteX4" fmla="*/ 1615732 w 1615732"/>
              <a:gd name="connsiteY4" fmla="*/ 2789 h 323418"/>
              <a:gd name="connsiteX0" fmla="*/ 0 w 1615732"/>
              <a:gd name="connsiteY0" fmla="*/ 323418 h 323418"/>
              <a:gd name="connsiteX1" fmla="*/ 543888 w 1615732"/>
              <a:gd name="connsiteY1" fmla="*/ 235802 h 323418"/>
              <a:gd name="connsiteX2" fmla="*/ 392993 w 1615732"/>
              <a:gd name="connsiteY2" fmla="*/ 88770 h 323418"/>
              <a:gd name="connsiteX3" fmla="*/ 890681 w 1615732"/>
              <a:gd name="connsiteY3" fmla="*/ 23403 h 323418"/>
              <a:gd name="connsiteX4" fmla="*/ 1615732 w 1615732"/>
              <a:gd name="connsiteY4" fmla="*/ 2789 h 323418"/>
              <a:gd name="connsiteX0" fmla="*/ 0 w 1615732"/>
              <a:gd name="connsiteY0" fmla="*/ 325586 h 325586"/>
              <a:gd name="connsiteX1" fmla="*/ 543888 w 1615732"/>
              <a:gd name="connsiteY1" fmla="*/ 237970 h 325586"/>
              <a:gd name="connsiteX2" fmla="*/ 392993 w 1615732"/>
              <a:gd name="connsiteY2" fmla="*/ 90938 h 325586"/>
              <a:gd name="connsiteX3" fmla="*/ 609927 w 1615732"/>
              <a:gd name="connsiteY3" fmla="*/ 21938 h 325586"/>
              <a:gd name="connsiteX4" fmla="*/ 1615732 w 1615732"/>
              <a:gd name="connsiteY4" fmla="*/ 4957 h 325586"/>
              <a:gd name="connsiteX0" fmla="*/ 0 w 1615732"/>
              <a:gd name="connsiteY0" fmla="*/ 325586 h 325586"/>
              <a:gd name="connsiteX1" fmla="*/ 543888 w 1615732"/>
              <a:gd name="connsiteY1" fmla="*/ 237970 h 325586"/>
              <a:gd name="connsiteX2" fmla="*/ 360442 w 1615732"/>
              <a:gd name="connsiteY2" fmla="*/ 107890 h 325586"/>
              <a:gd name="connsiteX3" fmla="*/ 609927 w 1615732"/>
              <a:gd name="connsiteY3" fmla="*/ 21938 h 325586"/>
              <a:gd name="connsiteX4" fmla="*/ 1615732 w 1615732"/>
              <a:gd name="connsiteY4" fmla="*/ 4957 h 325586"/>
              <a:gd name="connsiteX0" fmla="*/ 0 w 1615732"/>
              <a:gd name="connsiteY0" fmla="*/ 325586 h 325586"/>
              <a:gd name="connsiteX1" fmla="*/ 189894 w 1615732"/>
              <a:gd name="connsiteY1" fmla="*/ 207699 h 325586"/>
              <a:gd name="connsiteX2" fmla="*/ 360442 w 1615732"/>
              <a:gd name="connsiteY2" fmla="*/ 107890 h 325586"/>
              <a:gd name="connsiteX3" fmla="*/ 609927 w 1615732"/>
              <a:gd name="connsiteY3" fmla="*/ 21938 h 325586"/>
              <a:gd name="connsiteX4" fmla="*/ 1615732 w 1615732"/>
              <a:gd name="connsiteY4" fmla="*/ 4957 h 325586"/>
              <a:gd name="connsiteX0" fmla="*/ 0 w 1615732"/>
              <a:gd name="connsiteY0" fmla="*/ 325586 h 325586"/>
              <a:gd name="connsiteX1" fmla="*/ 189894 w 1615732"/>
              <a:gd name="connsiteY1" fmla="*/ 207699 h 325586"/>
              <a:gd name="connsiteX2" fmla="*/ 360442 w 1615732"/>
              <a:gd name="connsiteY2" fmla="*/ 107890 h 325586"/>
              <a:gd name="connsiteX3" fmla="*/ 609927 w 1615732"/>
              <a:gd name="connsiteY3" fmla="*/ 21938 h 325586"/>
              <a:gd name="connsiteX4" fmla="*/ 1615732 w 1615732"/>
              <a:gd name="connsiteY4" fmla="*/ 4957 h 325586"/>
              <a:gd name="connsiteX0" fmla="*/ 0 w 1615732"/>
              <a:gd name="connsiteY0" fmla="*/ 325586 h 325586"/>
              <a:gd name="connsiteX1" fmla="*/ 189894 w 1615732"/>
              <a:gd name="connsiteY1" fmla="*/ 207699 h 325586"/>
              <a:gd name="connsiteX2" fmla="*/ 360442 w 1615732"/>
              <a:gd name="connsiteY2" fmla="*/ 107890 h 325586"/>
              <a:gd name="connsiteX3" fmla="*/ 609927 w 1615732"/>
              <a:gd name="connsiteY3" fmla="*/ 21938 h 325586"/>
              <a:gd name="connsiteX4" fmla="*/ 1615732 w 1615732"/>
              <a:gd name="connsiteY4" fmla="*/ 4957 h 325586"/>
              <a:gd name="connsiteX0" fmla="*/ 0 w 1615732"/>
              <a:gd name="connsiteY0" fmla="*/ 325586 h 325586"/>
              <a:gd name="connsiteX1" fmla="*/ 189894 w 1615732"/>
              <a:gd name="connsiteY1" fmla="*/ 207699 h 325586"/>
              <a:gd name="connsiteX2" fmla="*/ 360442 w 1615732"/>
              <a:gd name="connsiteY2" fmla="*/ 107890 h 325586"/>
              <a:gd name="connsiteX3" fmla="*/ 609927 w 1615732"/>
              <a:gd name="connsiteY3" fmla="*/ 21938 h 325586"/>
              <a:gd name="connsiteX4" fmla="*/ 1615732 w 1615732"/>
              <a:gd name="connsiteY4" fmla="*/ 4957 h 325586"/>
              <a:gd name="connsiteX0" fmla="*/ 0 w 1619801"/>
              <a:gd name="connsiteY0" fmla="*/ 312267 h 312267"/>
              <a:gd name="connsiteX1" fmla="*/ 193963 w 1619801"/>
              <a:gd name="connsiteY1" fmla="*/ 207699 h 312267"/>
              <a:gd name="connsiteX2" fmla="*/ 364511 w 1619801"/>
              <a:gd name="connsiteY2" fmla="*/ 107890 h 312267"/>
              <a:gd name="connsiteX3" fmla="*/ 613996 w 1619801"/>
              <a:gd name="connsiteY3" fmla="*/ 21938 h 312267"/>
              <a:gd name="connsiteX4" fmla="*/ 1619801 w 1619801"/>
              <a:gd name="connsiteY4" fmla="*/ 4957 h 312267"/>
              <a:gd name="connsiteX0" fmla="*/ 0 w 1619801"/>
              <a:gd name="connsiteY0" fmla="*/ 312267 h 312267"/>
              <a:gd name="connsiteX1" fmla="*/ 193963 w 1619801"/>
              <a:gd name="connsiteY1" fmla="*/ 207699 h 312267"/>
              <a:gd name="connsiteX2" fmla="*/ 364511 w 1619801"/>
              <a:gd name="connsiteY2" fmla="*/ 107890 h 312267"/>
              <a:gd name="connsiteX3" fmla="*/ 613996 w 1619801"/>
              <a:gd name="connsiteY3" fmla="*/ 21938 h 312267"/>
              <a:gd name="connsiteX4" fmla="*/ 1619801 w 1619801"/>
              <a:gd name="connsiteY4" fmla="*/ 4957 h 312267"/>
              <a:gd name="connsiteX0" fmla="*/ 0 w 1619801"/>
              <a:gd name="connsiteY0" fmla="*/ 312267 h 312267"/>
              <a:gd name="connsiteX1" fmla="*/ 214308 w 1619801"/>
              <a:gd name="connsiteY1" fmla="*/ 207699 h 312267"/>
              <a:gd name="connsiteX2" fmla="*/ 364511 w 1619801"/>
              <a:gd name="connsiteY2" fmla="*/ 107890 h 312267"/>
              <a:gd name="connsiteX3" fmla="*/ 613996 w 1619801"/>
              <a:gd name="connsiteY3" fmla="*/ 21938 h 312267"/>
              <a:gd name="connsiteX4" fmla="*/ 1619801 w 1619801"/>
              <a:gd name="connsiteY4" fmla="*/ 4957 h 312267"/>
              <a:gd name="connsiteX0" fmla="*/ 0 w 1619801"/>
              <a:gd name="connsiteY0" fmla="*/ 312267 h 312267"/>
              <a:gd name="connsiteX1" fmla="*/ 214308 w 1619801"/>
              <a:gd name="connsiteY1" fmla="*/ 207699 h 312267"/>
              <a:gd name="connsiteX2" fmla="*/ 364511 w 1619801"/>
              <a:gd name="connsiteY2" fmla="*/ 107890 h 312267"/>
              <a:gd name="connsiteX3" fmla="*/ 613996 w 1619801"/>
              <a:gd name="connsiteY3" fmla="*/ 21938 h 312267"/>
              <a:gd name="connsiteX4" fmla="*/ 1619801 w 1619801"/>
              <a:gd name="connsiteY4" fmla="*/ 4957 h 312267"/>
              <a:gd name="connsiteX0" fmla="*/ 0 w 1619801"/>
              <a:gd name="connsiteY0" fmla="*/ 312267 h 312267"/>
              <a:gd name="connsiteX1" fmla="*/ 214308 w 1619801"/>
              <a:gd name="connsiteY1" fmla="*/ 207699 h 312267"/>
              <a:gd name="connsiteX2" fmla="*/ 364511 w 1619801"/>
              <a:gd name="connsiteY2" fmla="*/ 107890 h 312267"/>
              <a:gd name="connsiteX3" fmla="*/ 613996 w 1619801"/>
              <a:gd name="connsiteY3" fmla="*/ 21938 h 312267"/>
              <a:gd name="connsiteX4" fmla="*/ 1619801 w 1619801"/>
              <a:gd name="connsiteY4" fmla="*/ 4957 h 312267"/>
              <a:gd name="connsiteX0" fmla="*/ 0 w 1619801"/>
              <a:gd name="connsiteY0" fmla="*/ 312267 h 312267"/>
              <a:gd name="connsiteX1" fmla="*/ 214308 w 1619801"/>
              <a:gd name="connsiteY1" fmla="*/ 207699 h 312267"/>
              <a:gd name="connsiteX2" fmla="*/ 364511 w 1619801"/>
              <a:gd name="connsiteY2" fmla="*/ 107890 h 312267"/>
              <a:gd name="connsiteX3" fmla="*/ 613996 w 1619801"/>
              <a:gd name="connsiteY3" fmla="*/ 21938 h 312267"/>
              <a:gd name="connsiteX4" fmla="*/ 1619801 w 1619801"/>
              <a:gd name="connsiteY4" fmla="*/ 4957 h 312267"/>
              <a:gd name="connsiteX0" fmla="*/ 0 w 1619801"/>
              <a:gd name="connsiteY0" fmla="*/ 312267 h 312267"/>
              <a:gd name="connsiteX1" fmla="*/ 214308 w 1619801"/>
              <a:gd name="connsiteY1" fmla="*/ 207699 h 312267"/>
              <a:gd name="connsiteX2" fmla="*/ 364511 w 1619801"/>
              <a:gd name="connsiteY2" fmla="*/ 107890 h 312267"/>
              <a:gd name="connsiteX3" fmla="*/ 613996 w 1619801"/>
              <a:gd name="connsiteY3" fmla="*/ 21938 h 312267"/>
              <a:gd name="connsiteX4" fmla="*/ 1619801 w 1619801"/>
              <a:gd name="connsiteY4" fmla="*/ 4957 h 312267"/>
              <a:gd name="connsiteX0" fmla="*/ 0 w 1619801"/>
              <a:gd name="connsiteY0" fmla="*/ 312267 h 312267"/>
              <a:gd name="connsiteX1" fmla="*/ 214308 w 1619801"/>
              <a:gd name="connsiteY1" fmla="*/ 207699 h 312267"/>
              <a:gd name="connsiteX2" fmla="*/ 364511 w 1619801"/>
              <a:gd name="connsiteY2" fmla="*/ 107890 h 312267"/>
              <a:gd name="connsiteX3" fmla="*/ 613996 w 1619801"/>
              <a:gd name="connsiteY3" fmla="*/ 21938 h 312267"/>
              <a:gd name="connsiteX4" fmla="*/ 1619801 w 1619801"/>
              <a:gd name="connsiteY4" fmla="*/ 4957 h 312267"/>
              <a:gd name="connsiteX0" fmla="*/ 0 w 1619801"/>
              <a:gd name="connsiteY0" fmla="*/ 312267 h 312267"/>
              <a:gd name="connsiteX1" fmla="*/ 214308 w 1619801"/>
              <a:gd name="connsiteY1" fmla="*/ 207699 h 312267"/>
              <a:gd name="connsiteX2" fmla="*/ 364511 w 1619801"/>
              <a:gd name="connsiteY2" fmla="*/ 107890 h 312267"/>
              <a:gd name="connsiteX3" fmla="*/ 613996 w 1619801"/>
              <a:gd name="connsiteY3" fmla="*/ 21938 h 312267"/>
              <a:gd name="connsiteX4" fmla="*/ 1619801 w 1619801"/>
              <a:gd name="connsiteY4" fmla="*/ 4957 h 312267"/>
              <a:gd name="connsiteX0" fmla="*/ 0 w 1619801"/>
              <a:gd name="connsiteY0" fmla="*/ 312267 h 312267"/>
              <a:gd name="connsiteX1" fmla="*/ 214308 w 1619801"/>
              <a:gd name="connsiteY1" fmla="*/ 207699 h 312267"/>
              <a:gd name="connsiteX2" fmla="*/ 364511 w 1619801"/>
              <a:gd name="connsiteY2" fmla="*/ 107890 h 312267"/>
              <a:gd name="connsiteX3" fmla="*/ 613996 w 1619801"/>
              <a:gd name="connsiteY3" fmla="*/ 21938 h 312267"/>
              <a:gd name="connsiteX4" fmla="*/ 1619801 w 1619801"/>
              <a:gd name="connsiteY4" fmla="*/ 4957 h 312267"/>
              <a:gd name="connsiteX0" fmla="*/ 0 w 1619801"/>
              <a:gd name="connsiteY0" fmla="*/ 312267 h 312267"/>
              <a:gd name="connsiteX1" fmla="*/ 214308 w 1619801"/>
              <a:gd name="connsiteY1" fmla="*/ 207699 h 312267"/>
              <a:gd name="connsiteX2" fmla="*/ 364511 w 1619801"/>
              <a:gd name="connsiteY2" fmla="*/ 107890 h 312267"/>
              <a:gd name="connsiteX3" fmla="*/ 613996 w 1619801"/>
              <a:gd name="connsiteY3" fmla="*/ 21938 h 312267"/>
              <a:gd name="connsiteX4" fmla="*/ 1619801 w 1619801"/>
              <a:gd name="connsiteY4" fmla="*/ 4957 h 312267"/>
              <a:gd name="connsiteX0" fmla="*/ 0 w 1619801"/>
              <a:gd name="connsiteY0" fmla="*/ 312267 h 312267"/>
              <a:gd name="connsiteX1" fmla="*/ 214308 w 1619801"/>
              <a:gd name="connsiteY1" fmla="*/ 207699 h 312267"/>
              <a:gd name="connsiteX2" fmla="*/ 364511 w 1619801"/>
              <a:gd name="connsiteY2" fmla="*/ 107890 h 312267"/>
              <a:gd name="connsiteX3" fmla="*/ 613996 w 1619801"/>
              <a:gd name="connsiteY3" fmla="*/ 21938 h 312267"/>
              <a:gd name="connsiteX4" fmla="*/ 1619801 w 1619801"/>
              <a:gd name="connsiteY4" fmla="*/ 4957 h 312267"/>
              <a:gd name="connsiteX0" fmla="*/ 0 w 1619801"/>
              <a:gd name="connsiteY0" fmla="*/ 307310 h 307310"/>
              <a:gd name="connsiteX1" fmla="*/ 214308 w 1619801"/>
              <a:gd name="connsiteY1" fmla="*/ 202742 h 307310"/>
              <a:gd name="connsiteX2" fmla="*/ 364511 w 1619801"/>
              <a:gd name="connsiteY2" fmla="*/ 102933 h 307310"/>
              <a:gd name="connsiteX3" fmla="*/ 613996 w 1619801"/>
              <a:gd name="connsiteY3" fmla="*/ 16981 h 307310"/>
              <a:gd name="connsiteX4" fmla="*/ 1619801 w 1619801"/>
              <a:gd name="connsiteY4" fmla="*/ 0 h 307310"/>
              <a:gd name="connsiteX0" fmla="*/ 0 w 1619801"/>
              <a:gd name="connsiteY0" fmla="*/ 307310 h 307310"/>
              <a:gd name="connsiteX1" fmla="*/ 214308 w 1619801"/>
              <a:gd name="connsiteY1" fmla="*/ 202742 h 307310"/>
              <a:gd name="connsiteX2" fmla="*/ 364511 w 1619801"/>
              <a:gd name="connsiteY2" fmla="*/ 102933 h 307310"/>
              <a:gd name="connsiteX3" fmla="*/ 613996 w 1619801"/>
              <a:gd name="connsiteY3" fmla="*/ 16981 h 307310"/>
              <a:gd name="connsiteX4" fmla="*/ 1619801 w 1619801"/>
              <a:gd name="connsiteY4" fmla="*/ 0 h 307310"/>
              <a:gd name="connsiteX0" fmla="*/ 0 w 1619801"/>
              <a:gd name="connsiteY0" fmla="*/ 307310 h 307310"/>
              <a:gd name="connsiteX1" fmla="*/ 214308 w 1619801"/>
              <a:gd name="connsiteY1" fmla="*/ 202742 h 307310"/>
              <a:gd name="connsiteX2" fmla="*/ 364511 w 1619801"/>
              <a:gd name="connsiteY2" fmla="*/ 102933 h 307310"/>
              <a:gd name="connsiteX3" fmla="*/ 613996 w 1619801"/>
              <a:gd name="connsiteY3" fmla="*/ 16981 h 307310"/>
              <a:gd name="connsiteX4" fmla="*/ 1619801 w 1619801"/>
              <a:gd name="connsiteY4" fmla="*/ 0 h 307310"/>
              <a:gd name="connsiteX0" fmla="*/ 0 w 1621327"/>
              <a:gd name="connsiteY0" fmla="*/ 312042 h 312042"/>
              <a:gd name="connsiteX1" fmla="*/ 215834 w 1621327"/>
              <a:gd name="connsiteY1" fmla="*/ 202742 h 312042"/>
              <a:gd name="connsiteX2" fmla="*/ 366037 w 1621327"/>
              <a:gd name="connsiteY2" fmla="*/ 102933 h 312042"/>
              <a:gd name="connsiteX3" fmla="*/ 615522 w 1621327"/>
              <a:gd name="connsiteY3" fmla="*/ 16981 h 312042"/>
              <a:gd name="connsiteX4" fmla="*/ 1621327 w 1621327"/>
              <a:gd name="connsiteY4" fmla="*/ 0 h 312042"/>
              <a:gd name="connsiteX0" fmla="*/ 0 w 1610646"/>
              <a:gd name="connsiteY0" fmla="*/ 313619 h 313619"/>
              <a:gd name="connsiteX1" fmla="*/ 205153 w 1610646"/>
              <a:gd name="connsiteY1" fmla="*/ 202742 h 313619"/>
              <a:gd name="connsiteX2" fmla="*/ 355356 w 1610646"/>
              <a:gd name="connsiteY2" fmla="*/ 102933 h 313619"/>
              <a:gd name="connsiteX3" fmla="*/ 604841 w 1610646"/>
              <a:gd name="connsiteY3" fmla="*/ 16981 h 313619"/>
              <a:gd name="connsiteX4" fmla="*/ 1610646 w 1610646"/>
              <a:gd name="connsiteY4" fmla="*/ 0 h 313619"/>
              <a:gd name="connsiteX0" fmla="*/ 0 w 1610646"/>
              <a:gd name="connsiteY0" fmla="*/ 313619 h 313619"/>
              <a:gd name="connsiteX1" fmla="*/ 205153 w 1610646"/>
              <a:gd name="connsiteY1" fmla="*/ 202742 h 313619"/>
              <a:gd name="connsiteX2" fmla="*/ 355356 w 1610646"/>
              <a:gd name="connsiteY2" fmla="*/ 102933 h 313619"/>
              <a:gd name="connsiteX3" fmla="*/ 604841 w 1610646"/>
              <a:gd name="connsiteY3" fmla="*/ 16981 h 313619"/>
              <a:gd name="connsiteX4" fmla="*/ 1610646 w 1610646"/>
              <a:gd name="connsiteY4" fmla="*/ 0 h 313619"/>
              <a:gd name="connsiteX0" fmla="*/ 0 w 1618275"/>
              <a:gd name="connsiteY0" fmla="*/ 315722 h 315722"/>
              <a:gd name="connsiteX1" fmla="*/ 212782 w 1618275"/>
              <a:gd name="connsiteY1" fmla="*/ 202742 h 315722"/>
              <a:gd name="connsiteX2" fmla="*/ 362985 w 1618275"/>
              <a:gd name="connsiteY2" fmla="*/ 102933 h 315722"/>
              <a:gd name="connsiteX3" fmla="*/ 612470 w 1618275"/>
              <a:gd name="connsiteY3" fmla="*/ 16981 h 315722"/>
              <a:gd name="connsiteX4" fmla="*/ 1618275 w 1618275"/>
              <a:gd name="connsiteY4" fmla="*/ 0 h 315722"/>
              <a:gd name="connsiteX0" fmla="*/ 0 w 1618275"/>
              <a:gd name="connsiteY0" fmla="*/ 315722 h 315722"/>
              <a:gd name="connsiteX1" fmla="*/ 212782 w 1618275"/>
              <a:gd name="connsiteY1" fmla="*/ 202742 h 315722"/>
              <a:gd name="connsiteX2" fmla="*/ 362985 w 1618275"/>
              <a:gd name="connsiteY2" fmla="*/ 102933 h 315722"/>
              <a:gd name="connsiteX3" fmla="*/ 612470 w 1618275"/>
              <a:gd name="connsiteY3" fmla="*/ 16981 h 315722"/>
              <a:gd name="connsiteX4" fmla="*/ 1618275 w 1618275"/>
              <a:gd name="connsiteY4" fmla="*/ 0 h 315722"/>
              <a:gd name="connsiteX0" fmla="*/ 0 w 1622853"/>
              <a:gd name="connsiteY0" fmla="*/ 313619 h 313619"/>
              <a:gd name="connsiteX1" fmla="*/ 217360 w 1622853"/>
              <a:gd name="connsiteY1" fmla="*/ 202742 h 313619"/>
              <a:gd name="connsiteX2" fmla="*/ 367563 w 1622853"/>
              <a:gd name="connsiteY2" fmla="*/ 102933 h 313619"/>
              <a:gd name="connsiteX3" fmla="*/ 617048 w 1622853"/>
              <a:gd name="connsiteY3" fmla="*/ 16981 h 313619"/>
              <a:gd name="connsiteX4" fmla="*/ 1622853 w 1622853"/>
              <a:gd name="connsiteY4" fmla="*/ 0 h 313619"/>
              <a:gd name="connsiteX0" fmla="*/ 0 w 1622853"/>
              <a:gd name="connsiteY0" fmla="*/ 313619 h 313619"/>
              <a:gd name="connsiteX1" fmla="*/ 217360 w 1622853"/>
              <a:gd name="connsiteY1" fmla="*/ 202742 h 313619"/>
              <a:gd name="connsiteX2" fmla="*/ 367563 w 1622853"/>
              <a:gd name="connsiteY2" fmla="*/ 102933 h 313619"/>
              <a:gd name="connsiteX3" fmla="*/ 617048 w 1622853"/>
              <a:gd name="connsiteY3" fmla="*/ 16981 h 313619"/>
              <a:gd name="connsiteX4" fmla="*/ 1622853 w 1622853"/>
              <a:gd name="connsiteY4" fmla="*/ 0 h 313619"/>
              <a:gd name="connsiteX0" fmla="*/ 0 w 1622853"/>
              <a:gd name="connsiteY0" fmla="*/ 313619 h 313619"/>
              <a:gd name="connsiteX1" fmla="*/ 217360 w 1622853"/>
              <a:gd name="connsiteY1" fmla="*/ 202742 h 313619"/>
              <a:gd name="connsiteX2" fmla="*/ 367563 w 1622853"/>
              <a:gd name="connsiteY2" fmla="*/ 102933 h 313619"/>
              <a:gd name="connsiteX3" fmla="*/ 617048 w 1622853"/>
              <a:gd name="connsiteY3" fmla="*/ 16981 h 313619"/>
              <a:gd name="connsiteX4" fmla="*/ 1622853 w 1622853"/>
              <a:gd name="connsiteY4" fmla="*/ 0 h 313619"/>
              <a:gd name="connsiteX0" fmla="*/ 0 w 1622853"/>
              <a:gd name="connsiteY0" fmla="*/ 313619 h 313619"/>
              <a:gd name="connsiteX1" fmla="*/ 217360 w 1622853"/>
              <a:gd name="connsiteY1" fmla="*/ 202742 h 313619"/>
              <a:gd name="connsiteX2" fmla="*/ 367563 w 1622853"/>
              <a:gd name="connsiteY2" fmla="*/ 102933 h 313619"/>
              <a:gd name="connsiteX3" fmla="*/ 617048 w 1622853"/>
              <a:gd name="connsiteY3" fmla="*/ 16981 h 313619"/>
              <a:gd name="connsiteX4" fmla="*/ 1622853 w 1622853"/>
              <a:gd name="connsiteY4" fmla="*/ 0 h 313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2853" h="313619">
                <a:moveTo>
                  <a:pt x="0" y="313619"/>
                </a:moveTo>
                <a:cubicBezTo>
                  <a:pt x="123008" y="271726"/>
                  <a:pt x="148031" y="253679"/>
                  <a:pt x="217360" y="202742"/>
                </a:cubicBezTo>
                <a:cubicBezTo>
                  <a:pt x="320914" y="124956"/>
                  <a:pt x="297898" y="139342"/>
                  <a:pt x="367563" y="102933"/>
                </a:cubicBezTo>
                <a:cubicBezTo>
                  <a:pt x="437228" y="66524"/>
                  <a:pt x="488660" y="48209"/>
                  <a:pt x="617048" y="16981"/>
                </a:cubicBezTo>
                <a:cubicBezTo>
                  <a:pt x="859335" y="-11824"/>
                  <a:pt x="1116002" y="6942"/>
                  <a:pt x="1622853" y="0"/>
                </a:cubicBezTo>
              </a:path>
            </a:pathLst>
          </a:custGeom>
          <a:noFill/>
          <a:ln w="38100" cap="flat" cmpd="sng">
            <a:solidFill>
              <a:srgbClr val="FA9B41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AC41737-124C-D81F-30F4-648EF94964B0}"/>
              </a:ext>
            </a:extLst>
          </p:cNvPr>
          <p:cNvSpPr txBox="1"/>
          <p:nvPr/>
        </p:nvSpPr>
        <p:spPr>
          <a:xfrm>
            <a:off x="9418128" y="5299924"/>
            <a:ext cx="1180681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4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 route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61670CB-30B9-D64F-D1A6-2548A028F720}"/>
              </a:ext>
            </a:extLst>
          </p:cNvPr>
          <p:cNvSpPr txBox="1"/>
          <p:nvPr/>
        </p:nvSpPr>
        <p:spPr>
          <a:xfrm>
            <a:off x="9262161" y="5879514"/>
            <a:ext cx="1492615" cy="5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CH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OH route dominates</a:t>
            </a: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9D4A3F35-BF1B-688A-CC9B-A9DB1AF3A752}"/>
              </a:ext>
            </a:extLst>
          </p:cNvPr>
          <p:cNvSpPr/>
          <p:nvPr/>
        </p:nvSpPr>
        <p:spPr>
          <a:xfrm flipV="1">
            <a:off x="8132257" y="5093600"/>
            <a:ext cx="2636899" cy="2233920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754800"/>
              <a:gd name="connsiteY0" fmla="*/ 311680 h 311680"/>
              <a:gd name="connsiteX1" fmla="*/ 726100 w 1754800"/>
              <a:gd name="connsiteY1" fmla="*/ 226582 h 311680"/>
              <a:gd name="connsiteX2" fmla="*/ 1291250 w 1754800"/>
              <a:gd name="connsiteY2" fmla="*/ 13857 h 311680"/>
              <a:gd name="connsiteX3" fmla="*/ 1754800 w 1754800"/>
              <a:gd name="connsiteY3" fmla="*/ 7507 h 311680"/>
              <a:gd name="connsiteX0" fmla="*/ 0 w 1741458"/>
              <a:gd name="connsiteY0" fmla="*/ 295178 h 295178"/>
              <a:gd name="connsiteX1" fmla="*/ 712758 w 1741458"/>
              <a:gd name="connsiteY1" fmla="*/ 226582 h 295178"/>
              <a:gd name="connsiteX2" fmla="*/ 1277908 w 1741458"/>
              <a:gd name="connsiteY2" fmla="*/ 13857 h 295178"/>
              <a:gd name="connsiteX3" fmla="*/ 1741458 w 1741458"/>
              <a:gd name="connsiteY3" fmla="*/ 7507 h 295178"/>
              <a:gd name="connsiteX0" fmla="*/ 0 w 1741458"/>
              <a:gd name="connsiteY0" fmla="*/ 295178 h 295178"/>
              <a:gd name="connsiteX1" fmla="*/ 577991 w 1741458"/>
              <a:gd name="connsiteY1" fmla="*/ 271132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41458"/>
              <a:gd name="connsiteY0" fmla="*/ 295178 h 295178"/>
              <a:gd name="connsiteX1" fmla="*/ 449901 w 1741458"/>
              <a:gd name="connsiteY1" fmla="*/ 286411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04098"/>
              <a:gd name="connsiteY0" fmla="*/ 289678 h 290207"/>
              <a:gd name="connsiteX1" fmla="*/ 412541 w 1704098"/>
              <a:gd name="connsiteY1" fmla="*/ 286411 h 290207"/>
              <a:gd name="connsiteX2" fmla="*/ 675398 w 1704098"/>
              <a:gd name="connsiteY2" fmla="*/ 226582 h 290207"/>
              <a:gd name="connsiteX3" fmla="*/ 1240548 w 1704098"/>
              <a:gd name="connsiteY3" fmla="*/ 13857 h 290207"/>
              <a:gd name="connsiteX4" fmla="*/ 1704098 w 1704098"/>
              <a:gd name="connsiteY4" fmla="*/ 7507 h 290207"/>
              <a:gd name="connsiteX0" fmla="*/ 0 w 1728115"/>
              <a:gd name="connsiteY0" fmla="*/ 287844 h 289944"/>
              <a:gd name="connsiteX1" fmla="*/ 436558 w 1728115"/>
              <a:gd name="connsiteY1" fmla="*/ 286411 h 289944"/>
              <a:gd name="connsiteX2" fmla="*/ 699415 w 1728115"/>
              <a:gd name="connsiteY2" fmla="*/ 226582 h 289944"/>
              <a:gd name="connsiteX3" fmla="*/ 1264565 w 1728115"/>
              <a:gd name="connsiteY3" fmla="*/ 13857 h 289944"/>
              <a:gd name="connsiteX4" fmla="*/ 1728115 w 1728115"/>
              <a:gd name="connsiteY4" fmla="*/ 7507 h 289944"/>
              <a:gd name="connsiteX0" fmla="*/ 0 w 1728115"/>
              <a:gd name="connsiteY0" fmla="*/ 287844 h 306273"/>
              <a:gd name="connsiteX1" fmla="*/ 444564 w 1728115"/>
              <a:gd name="connsiteY1" fmla="*/ 304135 h 306273"/>
              <a:gd name="connsiteX2" fmla="*/ 699415 w 1728115"/>
              <a:gd name="connsiteY2" fmla="*/ 226582 h 306273"/>
              <a:gd name="connsiteX3" fmla="*/ 1264565 w 1728115"/>
              <a:gd name="connsiteY3" fmla="*/ 13857 h 306273"/>
              <a:gd name="connsiteX4" fmla="*/ 1728115 w 1728115"/>
              <a:gd name="connsiteY4" fmla="*/ 7507 h 306273"/>
              <a:gd name="connsiteX0" fmla="*/ 0 w 1698761"/>
              <a:gd name="connsiteY0" fmla="*/ 289678 h 306363"/>
              <a:gd name="connsiteX1" fmla="*/ 415210 w 1698761"/>
              <a:gd name="connsiteY1" fmla="*/ 304135 h 306363"/>
              <a:gd name="connsiteX2" fmla="*/ 670061 w 1698761"/>
              <a:gd name="connsiteY2" fmla="*/ 226582 h 306363"/>
              <a:gd name="connsiteX3" fmla="*/ 1235211 w 1698761"/>
              <a:gd name="connsiteY3" fmla="*/ 13857 h 306363"/>
              <a:gd name="connsiteX4" fmla="*/ 1698761 w 1698761"/>
              <a:gd name="connsiteY4" fmla="*/ 7507 h 306363"/>
              <a:gd name="connsiteX0" fmla="*/ 0 w 1698761"/>
              <a:gd name="connsiteY0" fmla="*/ 289678 h 307703"/>
              <a:gd name="connsiteX1" fmla="*/ 415210 w 1698761"/>
              <a:gd name="connsiteY1" fmla="*/ 304135 h 307703"/>
              <a:gd name="connsiteX2" fmla="*/ 670061 w 1698761"/>
              <a:gd name="connsiteY2" fmla="*/ 226582 h 307703"/>
              <a:gd name="connsiteX3" fmla="*/ 1235211 w 1698761"/>
              <a:gd name="connsiteY3" fmla="*/ 13857 h 307703"/>
              <a:gd name="connsiteX4" fmla="*/ 1698761 w 1698761"/>
              <a:gd name="connsiteY4" fmla="*/ 7507 h 307703"/>
              <a:gd name="connsiteX0" fmla="*/ 0 w 1698761"/>
              <a:gd name="connsiteY0" fmla="*/ 289678 h 295490"/>
              <a:gd name="connsiteX1" fmla="*/ 417878 w 1698761"/>
              <a:gd name="connsiteY1" fmla="*/ 287633 h 295490"/>
              <a:gd name="connsiteX2" fmla="*/ 670061 w 1698761"/>
              <a:gd name="connsiteY2" fmla="*/ 226582 h 295490"/>
              <a:gd name="connsiteX3" fmla="*/ 1235211 w 1698761"/>
              <a:gd name="connsiteY3" fmla="*/ 13857 h 295490"/>
              <a:gd name="connsiteX4" fmla="*/ 1698761 w 1698761"/>
              <a:gd name="connsiteY4" fmla="*/ 7507 h 295490"/>
              <a:gd name="connsiteX0" fmla="*/ 0 w 1698761"/>
              <a:gd name="connsiteY0" fmla="*/ 289678 h 292963"/>
              <a:gd name="connsiteX1" fmla="*/ 420546 w 1698761"/>
              <a:gd name="connsiteY1" fmla="*/ 280910 h 292963"/>
              <a:gd name="connsiteX2" fmla="*/ 670061 w 1698761"/>
              <a:gd name="connsiteY2" fmla="*/ 226582 h 292963"/>
              <a:gd name="connsiteX3" fmla="*/ 1235211 w 1698761"/>
              <a:gd name="connsiteY3" fmla="*/ 13857 h 292963"/>
              <a:gd name="connsiteX4" fmla="*/ 1698761 w 1698761"/>
              <a:gd name="connsiteY4" fmla="*/ 7507 h 292963"/>
              <a:gd name="connsiteX0" fmla="*/ 0 w 1669407"/>
              <a:gd name="connsiteY0" fmla="*/ 288456 h 292074"/>
              <a:gd name="connsiteX1" fmla="*/ 391192 w 1669407"/>
              <a:gd name="connsiteY1" fmla="*/ 280910 h 292074"/>
              <a:gd name="connsiteX2" fmla="*/ 640707 w 1669407"/>
              <a:gd name="connsiteY2" fmla="*/ 226582 h 292074"/>
              <a:gd name="connsiteX3" fmla="*/ 1205857 w 1669407"/>
              <a:gd name="connsiteY3" fmla="*/ 13857 h 292074"/>
              <a:gd name="connsiteX4" fmla="*/ 1669407 w 1669407"/>
              <a:gd name="connsiteY4" fmla="*/ 7507 h 292074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597"/>
              <a:gd name="connsiteX1" fmla="*/ 391192 w 1669407"/>
              <a:gd name="connsiteY1" fmla="*/ 280910 h 288597"/>
              <a:gd name="connsiteX2" fmla="*/ 640707 w 1669407"/>
              <a:gd name="connsiteY2" fmla="*/ 226582 h 288597"/>
              <a:gd name="connsiteX3" fmla="*/ 1205857 w 1669407"/>
              <a:gd name="connsiteY3" fmla="*/ 13857 h 288597"/>
              <a:gd name="connsiteX4" fmla="*/ 1669407 w 1669407"/>
              <a:gd name="connsiteY4" fmla="*/ 7507 h 288597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92"/>
              <a:gd name="connsiteX1" fmla="*/ 391192 w 1669407"/>
              <a:gd name="connsiteY1" fmla="*/ 280910 h 288492"/>
              <a:gd name="connsiteX2" fmla="*/ 640707 w 1669407"/>
              <a:gd name="connsiteY2" fmla="*/ 226582 h 288492"/>
              <a:gd name="connsiteX3" fmla="*/ 1205857 w 1669407"/>
              <a:gd name="connsiteY3" fmla="*/ 13857 h 288492"/>
              <a:gd name="connsiteX4" fmla="*/ 1669407 w 1669407"/>
              <a:gd name="connsiteY4" fmla="*/ 7507 h 288492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425883 w 1669407"/>
              <a:gd name="connsiteY1" fmla="*/ 283355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586682"/>
              <a:gd name="connsiteY0" fmla="*/ 310073 h 310073"/>
              <a:gd name="connsiteX1" fmla="*/ 425883 w 1586682"/>
              <a:gd name="connsiteY1" fmla="*/ 304972 h 310073"/>
              <a:gd name="connsiteX2" fmla="*/ 640707 w 1586682"/>
              <a:gd name="connsiteY2" fmla="*/ 248199 h 310073"/>
              <a:gd name="connsiteX3" fmla="*/ 1205857 w 1586682"/>
              <a:gd name="connsiteY3" fmla="*/ 35474 h 310073"/>
              <a:gd name="connsiteX4" fmla="*/ 1586682 w 1586682"/>
              <a:gd name="connsiteY4" fmla="*/ 399 h 310073"/>
              <a:gd name="connsiteX0" fmla="*/ 0 w 1586682"/>
              <a:gd name="connsiteY0" fmla="*/ 310002 h 310002"/>
              <a:gd name="connsiteX1" fmla="*/ 425883 w 1586682"/>
              <a:gd name="connsiteY1" fmla="*/ 304901 h 310002"/>
              <a:gd name="connsiteX2" fmla="*/ 640707 w 1586682"/>
              <a:gd name="connsiteY2" fmla="*/ 248128 h 310002"/>
              <a:gd name="connsiteX3" fmla="*/ 1219201 w 1586682"/>
              <a:gd name="connsiteY3" fmla="*/ 39070 h 310002"/>
              <a:gd name="connsiteX4" fmla="*/ 1586682 w 1586682"/>
              <a:gd name="connsiteY4" fmla="*/ 328 h 310002"/>
              <a:gd name="connsiteX0" fmla="*/ 0 w 1586682"/>
              <a:gd name="connsiteY0" fmla="*/ 310105 h 310105"/>
              <a:gd name="connsiteX1" fmla="*/ 425883 w 1586682"/>
              <a:gd name="connsiteY1" fmla="*/ 305004 h 310105"/>
              <a:gd name="connsiteX2" fmla="*/ 640707 w 1586682"/>
              <a:gd name="connsiteY2" fmla="*/ 248231 h 310105"/>
              <a:gd name="connsiteX3" fmla="*/ 1197852 w 1586682"/>
              <a:gd name="connsiteY3" fmla="*/ 34284 h 310105"/>
              <a:gd name="connsiteX4" fmla="*/ 1586682 w 1586682"/>
              <a:gd name="connsiteY4" fmla="*/ 431 h 310105"/>
              <a:gd name="connsiteX0" fmla="*/ 0 w 1581345"/>
              <a:gd name="connsiteY0" fmla="*/ 316094 h 316094"/>
              <a:gd name="connsiteX1" fmla="*/ 425883 w 1581345"/>
              <a:gd name="connsiteY1" fmla="*/ 310993 h 316094"/>
              <a:gd name="connsiteX2" fmla="*/ 640707 w 1581345"/>
              <a:gd name="connsiteY2" fmla="*/ 254220 h 316094"/>
              <a:gd name="connsiteX3" fmla="*/ 1197852 w 1581345"/>
              <a:gd name="connsiteY3" fmla="*/ 40273 h 316094"/>
              <a:gd name="connsiteX4" fmla="*/ 1581345 w 1581345"/>
              <a:gd name="connsiteY4" fmla="*/ 308 h 316094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62585 w 1581345"/>
              <a:gd name="connsiteY1" fmla="*/ 272654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62585 w 1581345"/>
              <a:gd name="connsiteY1" fmla="*/ 272654 h 315786"/>
              <a:gd name="connsiteX2" fmla="*/ 772837 w 1581345"/>
              <a:gd name="connsiteY2" fmla="*/ 177850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62585 w 1581345"/>
              <a:gd name="connsiteY1" fmla="*/ 272654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28650 w 1581345"/>
              <a:gd name="connsiteY1" fmla="*/ 266803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517639 w 1581345"/>
              <a:gd name="connsiteY1" fmla="*/ 265706 h 315786"/>
              <a:gd name="connsiteX2" fmla="*/ 765496 w 1581345"/>
              <a:gd name="connsiteY2" fmla="*/ 164686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1610643"/>
              <a:gd name="connsiteY0" fmla="*/ 340597 h 340597"/>
              <a:gd name="connsiteX1" fmla="*/ 546937 w 1610643"/>
              <a:gd name="connsiteY1" fmla="*/ 265706 h 340597"/>
              <a:gd name="connsiteX2" fmla="*/ 794794 w 1610643"/>
              <a:gd name="connsiteY2" fmla="*/ 164686 h 340597"/>
              <a:gd name="connsiteX3" fmla="*/ 1221814 w 1610643"/>
              <a:gd name="connsiteY3" fmla="*/ 42410 h 340597"/>
              <a:gd name="connsiteX4" fmla="*/ 1610643 w 1610643"/>
              <a:gd name="connsiteY4" fmla="*/ 0 h 340597"/>
              <a:gd name="connsiteX0" fmla="*/ 0 w 1610643"/>
              <a:gd name="connsiteY0" fmla="*/ 340597 h 340597"/>
              <a:gd name="connsiteX1" fmla="*/ 546937 w 1610643"/>
              <a:gd name="connsiteY1" fmla="*/ 265706 h 340597"/>
              <a:gd name="connsiteX2" fmla="*/ 794794 w 1610643"/>
              <a:gd name="connsiteY2" fmla="*/ 164686 h 340597"/>
              <a:gd name="connsiteX3" fmla="*/ 1221814 w 1610643"/>
              <a:gd name="connsiteY3" fmla="*/ 42410 h 340597"/>
              <a:gd name="connsiteX4" fmla="*/ 1610643 w 1610643"/>
              <a:gd name="connsiteY4" fmla="*/ 0 h 340597"/>
              <a:gd name="connsiteX0" fmla="*/ 0 w 1610643"/>
              <a:gd name="connsiteY0" fmla="*/ 340597 h 340597"/>
              <a:gd name="connsiteX1" fmla="*/ 546937 w 1610643"/>
              <a:gd name="connsiteY1" fmla="*/ 265706 h 340597"/>
              <a:gd name="connsiteX2" fmla="*/ 794794 w 1610643"/>
              <a:gd name="connsiteY2" fmla="*/ 164686 h 340597"/>
              <a:gd name="connsiteX3" fmla="*/ 1221814 w 1610643"/>
              <a:gd name="connsiteY3" fmla="*/ 42410 h 340597"/>
              <a:gd name="connsiteX4" fmla="*/ 1610643 w 1610643"/>
              <a:gd name="connsiteY4" fmla="*/ 0 h 340597"/>
              <a:gd name="connsiteX0" fmla="*/ 0 w 1590135"/>
              <a:gd name="connsiteY0" fmla="*/ 344141 h 344141"/>
              <a:gd name="connsiteX1" fmla="*/ 526429 w 1590135"/>
              <a:gd name="connsiteY1" fmla="*/ 265706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90135"/>
              <a:gd name="connsiteY0" fmla="*/ 344141 h 344141"/>
              <a:gd name="connsiteX1" fmla="*/ 526429 w 1590135"/>
              <a:gd name="connsiteY1" fmla="*/ 265706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90135"/>
              <a:gd name="connsiteY0" fmla="*/ 344141 h 344141"/>
              <a:gd name="connsiteX1" fmla="*/ 526429 w 1590135"/>
              <a:gd name="connsiteY1" fmla="*/ 265706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90135"/>
              <a:gd name="connsiteY0" fmla="*/ 344141 h 344141"/>
              <a:gd name="connsiteX1" fmla="*/ 475645 w 1590135"/>
              <a:gd name="connsiteY1" fmla="*/ 250347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90135"/>
              <a:gd name="connsiteY0" fmla="*/ 344141 h 344141"/>
              <a:gd name="connsiteX1" fmla="*/ 475645 w 1590135"/>
              <a:gd name="connsiteY1" fmla="*/ 250347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90135"/>
              <a:gd name="connsiteY0" fmla="*/ 344141 h 344141"/>
              <a:gd name="connsiteX1" fmla="*/ 446347 w 1590135"/>
              <a:gd name="connsiteY1" fmla="*/ 246803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90135"/>
              <a:gd name="connsiteY0" fmla="*/ 344141 h 344141"/>
              <a:gd name="connsiteX1" fmla="*/ 446347 w 1590135"/>
              <a:gd name="connsiteY1" fmla="*/ 246803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90135"/>
              <a:gd name="connsiteY0" fmla="*/ 344141 h 344141"/>
              <a:gd name="connsiteX1" fmla="*/ 446347 w 1590135"/>
              <a:gd name="connsiteY1" fmla="*/ 246803 h 344141"/>
              <a:gd name="connsiteX2" fmla="*/ 774286 w 1590135"/>
              <a:gd name="connsiteY2" fmla="*/ 164686 h 344141"/>
              <a:gd name="connsiteX3" fmla="*/ 1201306 w 1590135"/>
              <a:gd name="connsiteY3" fmla="*/ 42410 h 344141"/>
              <a:gd name="connsiteX4" fmla="*/ 1590135 w 1590135"/>
              <a:gd name="connsiteY4" fmla="*/ 0 h 344141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1201306 w 1566696"/>
              <a:gd name="connsiteY3" fmla="*/ 41229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1201306 w 1566696"/>
              <a:gd name="connsiteY3" fmla="*/ 41229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74286 w 1566696"/>
              <a:gd name="connsiteY2" fmla="*/ 163505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08323 w 1566696"/>
              <a:gd name="connsiteY3" fmla="*/ 60920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3949 w 1566696"/>
              <a:gd name="connsiteY3" fmla="*/ 6210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3949 w 1566696"/>
              <a:gd name="connsiteY3" fmla="*/ 6210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3949 w 1566696"/>
              <a:gd name="connsiteY3" fmla="*/ 6210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3949 w 1566696"/>
              <a:gd name="connsiteY3" fmla="*/ 6210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3949 w 1566696"/>
              <a:gd name="connsiteY3" fmla="*/ 6210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0042 w 1566696"/>
              <a:gd name="connsiteY3" fmla="*/ 64464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0042 w 1566696"/>
              <a:gd name="connsiteY3" fmla="*/ 64464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20042 w 1566696"/>
              <a:gd name="connsiteY3" fmla="*/ 64464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17112 w 1566696"/>
              <a:gd name="connsiteY3" fmla="*/ 5383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17112 w 1566696"/>
              <a:gd name="connsiteY3" fmla="*/ 5383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17112 w 1566696"/>
              <a:gd name="connsiteY3" fmla="*/ 5383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17112 w 1566696"/>
              <a:gd name="connsiteY3" fmla="*/ 5383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917112 w 1566696"/>
              <a:gd name="connsiteY3" fmla="*/ 53831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870235 w 1566696"/>
              <a:gd name="connsiteY3" fmla="*/ 82777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870235 w 1566696"/>
              <a:gd name="connsiteY3" fmla="*/ 82777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870235 w 1566696"/>
              <a:gd name="connsiteY3" fmla="*/ 82777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870235 w 1566696"/>
              <a:gd name="connsiteY3" fmla="*/ 82777 h 342960"/>
              <a:gd name="connsiteX4" fmla="*/ 1566696 w 1566696"/>
              <a:gd name="connsiteY4" fmla="*/ 0 h 342960"/>
              <a:gd name="connsiteX0" fmla="*/ 0 w 1566696"/>
              <a:gd name="connsiteY0" fmla="*/ 342960 h 342960"/>
              <a:gd name="connsiteX1" fmla="*/ 446347 w 1566696"/>
              <a:gd name="connsiteY1" fmla="*/ 245622 h 342960"/>
              <a:gd name="connsiteX2" fmla="*/ 715690 w 1566696"/>
              <a:gd name="connsiteY2" fmla="*/ 159173 h 342960"/>
              <a:gd name="connsiteX3" fmla="*/ 870235 w 1566696"/>
              <a:gd name="connsiteY3" fmla="*/ 82777 h 342960"/>
              <a:gd name="connsiteX4" fmla="*/ 1566696 w 1566696"/>
              <a:gd name="connsiteY4" fmla="*/ 0 h 342960"/>
              <a:gd name="connsiteX0" fmla="*/ 0 w 1590135"/>
              <a:gd name="connsiteY0" fmla="*/ 289791 h 289791"/>
              <a:gd name="connsiteX1" fmla="*/ 446347 w 1590135"/>
              <a:gd name="connsiteY1" fmla="*/ 192453 h 289791"/>
              <a:gd name="connsiteX2" fmla="*/ 715690 w 1590135"/>
              <a:gd name="connsiteY2" fmla="*/ 106004 h 289791"/>
              <a:gd name="connsiteX3" fmla="*/ 870235 w 1590135"/>
              <a:gd name="connsiteY3" fmla="*/ 29608 h 289791"/>
              <a:gd name="connsiteX4" fmla="*/ 1590135 w 1590135"/>
              <a:gd name="connsiteY4" fmla="*/ 391 h 289791"/>
              <a:gd name="connsiteX0" fmla="*/ 0 w 1590135"/>
              <a:gd name="connsiteY0" fmla="*/ 291473 h 291473"/>
              <a:gd name="connsiteX1" fmla="*/ 446347 w 1590135"/>
              <a:gd name="connsiteY1" fmla="*/ 194135 h 291473"/>
              <a:gd name="connsiteX2" fmla="*/ 715690 w 1590135"/>
              <a:gd name="connsiteY2" fmla="*/ 107686 h 291473"/>
              <a:gd name="connsiteX3" fmla="*/ 569440 w 1590135"/>
              <a:gd name="connsiteY3" fmla="*/ 26564 h 291473"/>
              <a:gd name="connsiteX4" fmla="*/ 1590135 w 1590135"/>
              <a:gd name="connsiteY4" fmla="*/ 2073 h 291473"/>
              <a:gd name="connsiteX0" fmla="*/ 0 w 1590135"/>
              <a:gd name="connsiteY0" fmla="*/ 291473 h 291473"/>
              <a:gd name="connsiteX1" fmla="*/ 446347 w 1590135"/>
              <a:gd name="connsiteY1" fmla="*/ 194135 h 291473"/>
              <a:gd name="connsiteX2" fmla="*/ 328953 w 1590135"/>
              <a:gd name="connsiteY2" fmla="*/ 93508 h 291473"/>
              <a:gd name="connsiteX3" fmla="*/ 569440 w 1590135"/>
              <a:gd name="connsiteY3" fmla="*/ 26564 h 291473"/>
              <a:gd name="connsiteX4" fmla="*/ 1590135 w 1590135"/>
              <a:gd name="connsiteY4" fmla="*/ 2073 h 291473"/>
              <a:gd name="connsiteX0" fmla="*/ 0 w 1590135"/>
              <a:gd name="connsiteY0" fmla="*/ 291473 h 291473"/>
              <a:gd name="connsiteX1" fmla="*/ 196335 w 1590135"/>
              <a:gd name="connsiteY1" fmla="*/ 183896 h 291473"/>
              <a:gd name="connsiteX2" fmla="*/ 328953 w 1590135"/>
              <a:gd name="connsiteY2" fmla="*/ 93508 h 291473"/>
              <a:gd name="connsiteX3" fmla="*/ 569440 w 1590135"/>
              <a:gd name="connsiteY3" fmla="*/ 26564 h 291473"/>
              <a:gd name="connsiteX4" fmla="*/ 1590135 w 1590135"/>
              <a:gd name="connsiteY4" fmla="*/ 2073 h 291473"/>
              <a:gd name="connsiteX0" fmla="*/ 0 w 1617480"/>
              <a:gd name="connsiteY0" fmla="*/ 275720 h 275720"/>
              <a:gd name="connsiteX1" fmla="*/ 223680 w 1617480"/>
              <a:gd name="connsiteY1" fmla="*/ 183896 h 275720"/>
              <a:gd name="connsiteX2" fmla="*/ 356298 w 1617480"/>
              <a:gd name="connsiteY2" fmla="*/ 93508 h 275720"/>
              <a:gd name="connsiteX3" fmla="*/ 596785 w 1617480"/>
              <a:gd name="connsiteY3" fmla="*/ 26564 h 275720"/>
              <a:gd name="connsiteX4" fmla="*/ 1617480 w 1617480"/>
              <a:gd name="connsiteY4" fmla="*/ 2073 h 275720"/>
              <a:gd name="connsiteX0" fmla="*/ 0 w 1617480"/>
              <a:gd name="connsiteY0" fmla="*/ 275720 h 275720"/>
              <a:gd name="connsiteX1" fmla="*/ 223680 w 1617480"/>
              <a:gd name="connsiteY1" fmla="*/ 183896 h 275720"/>
              <a:gd name="connsiteX2" fmla="*/ 356298 w 1617480"/>
              <a:gd name="connsiteY2" fmla="*/ 93508 h 275720"/>
              <a:gd name="connsiteX3" fmla="*/ 596785 w 1617480"/>
              <a:gd name="connsiteY3" fmla="*/ 26564 h 275720"/>
              <a:gd name="connsiteX4" fmla="*/ 1617480 w 1617480"/>
              <a:gd name="connsiteY4" fmla="*/ 2073 h 275720"/>
              <a:gd name="connsiteX0" fmla="*/ 0 w 1617480"/>
              <a:gd name="connsiteY0" fmla="*/ 275720 h 275720"/>
              <a:gd name="connsiteX1" fmla="*/ 258838 w 1617480"/>
              <a:gd name="connsiteY1" fmla="*/ 183896 h 275720"/>
              <a:gd name="connsiteX2" fmla="*/ 356298 w 1617480"/>
              <a:gd name="connsiteY2" fmla="*/ 93508 h 275720"/>
              <a:gd name="connsiteX3" fmla="*/ 596785 w 1617480"/>
              <a:gd name="connsiteY3" fmla="*/ 26564 h 275720"/>
              <a:gd name="connsiteX4" fmla="*/ 1617480 w 1617480"/>
              <a:gd name="connsiteY4" fmla="*/ 2073 h 275720"/>
              <a:gd name="connsiteX0" fmla="*/ 0 w 1617480"/>
              <a:gd name="connsiteY0" fmla="*/ 275720 h 275720"/>
              <a:gd name="connsiteX1" fmla="*/ 258838 w 1617480"/>
              <a:gd name="connsiteY1" fmla="*/ 183896 h 275720"/>
              <a:gd name="connsiteX2" fmla="*/ 356298 w 1617480"/>
              <a:gd name="connsiteY2" fmla="*/ 93508 h 275720"/>
              <a:gd name="connsiteX3" fmla="*/ 596785 w 1617480"/>
              <a:gd name="connsiteY3" fmla="*/ 26564 h 275720"/>
              <a:gd name="connsiteX4" fmla="*/ 1617480 w 1617480"/>
              <a:gd name="connsiteY4" fmla="*/ 2073 h 275720"/>
              <a:gd name="connsiteX0" fmla="*/ 0 w 1617480"/>
              <a:gd name="connsiteY0" fmla="*/ 275720 h 275720"/>
              <a:gd name="connsiteX1" fmla="*/ 254931 w 1617480"/>
              <a:gd name="connsiteY1" fmla="*/ 179170 h 275720"/>
              <a:gd name="connsiteX2" fmla="*/ 356298 w 1617480"/>
              <a:gd name="connsiteY2" fmla="*/ 93508 h 275720"/>
              <a:gd name="connsiteX3" fmla="*/ 596785 w 1617480"/>
              <a:gd name="connsiteY3" fmla="*/ 26564 h 275720"/>
              <a:gd name="connsiteX4" fmla="*/ 1617480 w 1617480"/>
              <a:gd name="connsiteY4" fmla="*/ 2073 h 275720"/>
              <a:gd name="connsiteX0" fmla="*/ 0 w 1617480"/>
              <a:gd name="connsiteY0" fmla="*/ 275720 h 275720"/>
              <a:gd name="connsiteX1" fmla="*/ 254931 w 1617480"/>
              <a:gd name="connsiteY1" fmla="*/ 179170 h 275720"/>
              <a:gd name="connsiteX2" fmla="*/ 356298 w 1617480"/>
              <a:gd name="connsiteY2" fmla="*/ 93508 h 275720"/>
              <a:gd name="connsiteX3" fmla="*/ 596785 w 1617480"/>
              <a:gd name="connsiteY3" fmla="*/ 26564 h 275720"/>
              <a:gd name="connsiteX4" fmla="*/ 1617480 w 1617480"/>
              <a:gd name="connsiteY4" fmla="*/ 2073 h 275720"/>
              <a:gd name="connsiteX0" fmla="*/ 0 w 1605761"/>
              <a:gd name="connsiteY0" fmla="*/ 278083 h 278083"/>
              <a:gd name="connsiteX1" fmla="*/ 243212 w 1605761"/>
              <a:gd name="connsiteY1" fmla="*/ 179170 h 278083"/>
              <a:gd name="connsiteX2" fmla="*/ 344579 w 1605761"/>
              <a:gd name="connsiteY2" fmla="*/ 93508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43212 w 1605761"/>
              <a:gd name="connsiteY1" fmla="*/ 179170 h 278083"/>
              <a:gd name="connsiteX2" fmla="*/ 344579 w 1605761"/>
              <a:gd name="connsiteY2" fmla="*/ 93508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43212 w 1605761"/>
              <a:gd name="connsiteY1" fmla="*/ 179170 h 278083"/>
              <a:gd name="connsiteX2" fmla="*/ 344579 w 1605761"/>
              <a:gd name="connsiteY2" fmla="*/ 93508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33446 w 1605761"/>
              <a:gd name="connsiteY1" fmla="*/ 178382 h 278083"/>
              <a:gd name="connsiteX2" fmla="*/ 344579 w 1605761"/>
              <a:gd name="connsiteY2" fmla="*/ 93508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33446 w 1605761"/>
              <a:gd name="connsiteY1" fmla="*/ 178382 h 278083"/>
              <a:gd name="connsiteX2" fmla="*/ 344579 w 1605761"/>
              <a:gd name="connsiteY2" fmla="*/ 93508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33446 w 1605761"/>
              <a:gd name="connsiteY1" fmla="*/ 178382 h 278083"/>
              <a:gd name="connsiteX2" fmla="*/ 344579 w 1605761"/>
              <a:gd name="connsiteY2" fmla="*/ 93508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33446 w 1605761"/>
              <a:gd name="connsiteY1" fmla="*/ 178382 h 278083"/>
              <a:gd name="connsiteX2" fmla="*/ 377784 w 1605761"/>
              <a:gd name="connsiteY2" fmla="*/ 93902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33446 w 1605761"/>
              <a:gd name="connsiteY1" fmla="*/ 178382 h 278083"/>
              <a:gd name="connsiteX2" fmla="*/ 377784 w 1605761"/>
              <a:gd name="connsiteY2" fmla="*/ 93902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8083 h 278083"/>
              <a:gd name="connsiteX1" fmla="*/ 233446 w 1605761"/>
              <a:gd name="connsiteY1" fmla="*/ 178382 h 278083"/>
              <a:gd name="connsiteX2" fmla="*/ 377784 w 1605761"/>
              <a:gd name="connsiteY2" fmla="*/ 93902 h 278083"/>
              <a:gd name="connsiteX3" fmla="*/ 585066 w 1605761"/>
              <a:gd name="connsiteY3" fmla="*/ 26564 h 278083"/>
              <a:gd name="connsiteX4" fmla="*/ 1605761 w 1605761"/>
              <a:gd name="connsiteY4" fmla="*/ 2073 h 278083"/>
              <a:gd name="connsiteX0" fmla="*/ 0 w 1605761"/>
              <a:gd name="connsiteY0" fmla="*/ 276010 h 276010"/>
              <a:gd name="connsiteX1" fmla="*/ 233446 w 1605761"/>
              <a:gd name="connsiteY1" fmla="*/ 176309 h 276010"/>
              <a:gd name="connsiteX2" fmla="*/ 377784 w 1605761"/>
              <a:gd name="connsiteY2" fmla="*/ 91829 h 276010"/>
              <a:gd name="connsiteX3" fmla="*/ 501078 w 1605761"/>
              <a:gd name="connsiteY3" fmla="*/ 35518 h 276010"/>
              <a:gd name="connsiteX4" fmla="*/ 1605761 w 1605761"/>
              <a:gd name="connsiteY4" fmla="*/ 0 h 276010"/>
              <a:gd name="connsiteX0" fmla="*/ 0 w 1605761"/>
              <a:gd name="connsiteY0" fmla="*/ 276010 h 276010"/>
              <a:gd name="connsiteX1" fmla="*/ 233446 w 1605761"/>
              <a:gd name="connsiteY1" fmla="*/ 176309 h 276010"/>
              <a:gd name="connsiteX2" fmla="*/ 377784 w 1605761"/>
              <a:gd name="connsiteY2" fmla="*/ 91829 h 276010"/>
              <a:gd name="connsiteX3" fmla="*/ 508891 w 1605761"/>
              <a:gd name="connsiteY3" fmla="*/ 37487 h 276010"/>
              <a:gd name="connsiteX4" fmla="*/ 1605761 w 1605761"/>
              <a:gd name="connsiteY4" fmla="*/ 0 h 276010"/>
              <a:gd name="connsiteX0" fmla="*/ 0 w 1605761"/>
              <a:gd name="connsiteY0" fmla="*/ 276010 h 276010"/>
              <a:gd name="connsiteX1" fmla="*/ 233446 w 1605761"/>
              <a:gd name="connsiteY1" fmla="*/ 176309 h 276010"/>
              <a:gd name="connsiteX2" fmla="*/ 377784 w 1605761"/>
              <a:gd name="connsiteY2" fmla="*/ 91829 h 276010"/>
              <a:gd name="connsiteX3" fmla="*/ 508891 w 1605761"/>
              <a:gd name="connsiteY3" fmla="*/ 37487 h 276010"/>
              <a:gd name="connsiteX4" fmla="*/ 1605761 w 1605761"/>
              <a:gd name="connsiteY4" fmla="*/ 0 h 276010"/>
              <a:gd name="connsiteX0" fmla="*/ 0 w 1605761"/>
              <a:gd name="connsiteY0" fmla="*/ 276010 h 276010"/>
              <a:gd name="connsiteX1" fmla="*/ 233446 w 1605761"/>
              <a:gd name="connsiteY1" fmla="*/ 176309 h 276010"/>
              <a:gd name="connsiteX2" fmla="*/ 377784 w 1605761"/>
              <a:gd name="connsiteY2" fmla="*/ 91829 h 276010"/>
              <a:gd name="connsiteX3" fmla="*/ 508891 w 1605761"/>
              <a:gd name="connsiteY3" fmla="*/ 37487 h 276010"/>
              <a:gd name="connsiteX4" fmla="*/ 1605761 w 1605761"/>
              <a:gd name="connsiteY4" fmla="*/ 0 h 276010"/>
              <a:gd name="connsiteX0" fmla="*/ 0 w 1613193"/>
              <a:gd name="connsiteY0" fmla="*/ 276010 h 276010"/>
              <a:gd name="connsiteX1" fmla="*/ 240878 w 1613193"/>
              <a:gd name="connsiteY1" fmla="*/ 176309 h 276010"/>
              <a:gd name="connsiteX2" fmla="*/ 385216 w 1613193"/>
              <a:gd name="connsiteY2" fmla="*/ 91829 h 276010"/>
              <a:gd name="connsiteX3" fmla="*/ 516323 w 1613193"/>
              <a:gd name="connsiteY3" fmla="*/ 37487 h 276010"/>
              <a:gd name="connsiteX4" fmla="*/ 1613193 w 1613193"/>
              <a:gd name="connsiteY4" fmla="*/ 0 h 276010"/>
              <a:gd name="connsiteX0" fmla="*/ 0 w 1613193"/>
              <a:gd name="connsiteY0" fmla="*/ 276010 h 276010"/>
              <a:gd name="connsiteX1" fmla="*/ 240878 w 1613193"/>
              <a:gd name="connsiteY1" fmla="*/ 176309 h 276010"/>
              <a:gd name="connsiteX2" fmla="*/ 385216 w 1613193"/>
              <a:gd name="connsiteY2" fmla="*/ 91829 h 276010"/>
              <a:gd name="connsiteX3" fmla="*/ 516323 w 1613193"/>
              <a:gd name="connsiteY3" fmla="*/ 37487 h 276010"/>
              <a:gd name="connsiteX4" fmla="*/ 1613193 w 1613193"/>
              <a:gd name="connsiteY4" fmla="*/ 0 h 276010"/>
              <a:gd name="connsiteX0" fmla="*/ 0 w 1613193"/>
              <a:gd name="connsiteY0" fmla="*/ 276010 h 276010"/>
              <a:gd name="connsiteX1" fmla="*/ 240878 w 1613193"/>
              <a:gd name="connsiteY1" fmla="*/ 176309 h 276010"/>
              <a:gd name="connsiteX2" fmla="*/ 385216 w 1613193"/>
              <a:gd name="connsiteY2" fmla="*/ 91829 h 276010"/>
              <a:gd name="connsiteX3" fmla="*/ 516323 w 1613193"/>
              <a:gd name="connsiteY3" fmla="*/ 37487 h 276010"/>
              <a:gd name="connsiteX4" fmla="*/ 1613193 w 1613193"/>
              <a:gd name="connsiteY4" fmla="*/ 0 h 27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3193" h="276010">
                <a:moveTo>
                  <a:pt x="0" y="276010"/>
                </a:moveTo>
                <a:cubicBezTo>
                  <a:pt x="233941" y="203002"/>
                  <a:pt x="165497" y="210540"/>
                  <a:pt x="240878" y="176309"/>
                </a:cubicBezTo>
                <a:cubicBezTo>
                  <a:pt x="341501" y="115495"/>
                  <a:pt x="339308" y="114966"/>
                  <a:pt x="385216" y="91829"/>
                </a:cubicBezTo>
                <a:cubicBezTo>
                  <a:pt x="431124" y="68692"/>
                  <a:pt x="404928" y="80276"/>
                  <a:pt x="516323" y="37487"/>
                </a:cubicBezTo>
                <a:cubicBezTo>
                  <a:pt x="620882" y="3166"/>
                  <a:pt x="1009525" y="2013"/>
                  <a:pt x="1613193" y="0"/>
                </a:cubicBezTo>
              </a:path>
            </a:pathLst>
          </a:custGeom>
          <a:noFill/>
          <a:ln w="38100" cap="flat" cmpd="sng">
            <a:solidFill>
              <a:srgbClr val="FA9B41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060192-4765-972E-5EC4-BFE4E4BFC746}"/>
              </a:ext>
            </a:extLst>
          </p:cNvPr>
          <p:cNvSpPr txBox="1"/>
          <p:nvPr/>
        </p:nvSpPr>
        <p:spPr>
          <a:xfrm>
            <a:off x="9359868" y="2206689"/>
            <a:ext cx="1297200" cy="33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en-US" altLang="zh-CN" sz="1601" baseline="-25000" dirty="0">
                <a:latin typeface="Roboto" panose="02000000000000000000" pitchFamily="2" charset="0"/>
                <a:ea typeface="Roboto" panose="02000000000000000000" pitchFamily="2" charset="0"/>
              </a:rPr>
              <a:t>4</a:t>
            </a:r>
            <a:r>
              <a:rPr lang="en-US" altLang="zh-CN" sz="1601" dirty="0">
                <a:latin typeface="Roboto" panose="02000000000000000000" pitchFamily="2" charset="0"/>
                <a:ea typeface="Roboto" panose="02000000000000000000" pitchFamily="2" charset="0"/>
              </a:rPr>
              <a:t> (65%)</a:t>
            </a:r>
            <a:endParaRPr lang="de-CH" sz="1601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51C688CC-EE5F-CF72-D3AE-64708C4E873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9381094">
            <a:off x="6860150" y="4632586"/>
            <a:ext cx="1187641" cy="316705"/>
          </a:xfrm>
          <a:prstGeom prst="rect">
            <a:avLst/>
          </a:prstGeom>
        </p:spPr>
      </p:pic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612ED0E9-159D-D10C-165A-717233EEE10B}"/>
              </a:ext>
            </a:extLst>
          </p:cNvPr>
          <p:cNvSpPr/>
          <p:nvPr/>
        </p:nvSpPr>
        <p:spPr>
          <a:xfrm flipV="1">
            <a:off x="8174740" y="4909648"/>
            <a:ext cx="2497750" cy="45719"/>
          </a:xfrm>
          <a:custGeom>
            <a:avLst/>
            <a:gdLst>
              <a:gd name="connsiteX0" fmla="*/ 0 w 1689100"/>
              <a:gd name="connsiteY0" fmla="*/ 333375 h 333375"/>
              <a:gd name="connsiteX1" fmla="*/ 546100 w 1689100"/>
              <a:gd name="connsiteY1" fmla="*/ 1492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33375 h 333375"/>
              <a:gd name="connsiteX1" fmla="*/ 482600 w 1689100"/>
              <a:gd name="connsiteY1" fmla="*/ 123825 h 333375"/>
              <a:gd name="connsiteX2" fmla="*/ 1127125 w 1689100"/>
              <a:gd name="connsiteY2" fmla="*/ 50800 h 333375"/>
              <a:gd name="connsiteX3" fmla="*/ 1689100 w 1689100"/>
              <a:gd name="connsiteY3" fmla="*/ 0 h 333375"/>
              <a:gd name="connsiteX0" fmla="*/ 0 w 1689100"/>
              <a:gd name="connsiteY0" fmla="*/ 342052 h 342052"/>
              <a:gd name="connsiteX1" fmla="*/ 482600 w 1689100"/>
              <a:gd name="connsiteY1" fmla="*/ 13250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495300 w 1689100"/>
              <a:gd name="connsiteY1" fmla="*/ 2531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89100"/>
              <a:gd name="connsiteY0" fmla="*/ 342052 h 342052"/>
              <a:gd name="connsiteX1" fmla="*/ 577850 w 1689100"/>
              <a:gd name="connsiteY1" fmla="*/ 278552 h 342052"/>
              <a:gd name="connsiteX2" fmla="*/ 1136650 w 1689100"/>
              <a:gd name="connsiteY2" fmla="*/ 8677 h 342052"/>
              <a:gd name="connsiteX3" fmla="*/ 1689100 w 1689100"/>
              <a:gd name="connsiteY3" fmla="*/ 8677 h 342052"/>
              <a:gd name="connsiteX0" fmla="*/ 0 w 1692275"/>
              <a:gd name="connsiteY0" fmla="*/ 338877 h 338877"/>
              <a:gd name="connsiteX1" fmla="*/ 581025 w 1692275"/>
              <a:gd name="connsiteY1" fmla="*/ 278552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501650 w 1692275"/>
              <a:gd name="connsiteY1" fmla="*/ 28172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38877 h 338877"/>
              <a:gd name="connsiteX1" fmla="*/ 654050 w 1692275"/>
              <a:gd name="connsiteY1" fmla="*/ 237277 h 338877"/>
              <a:gd name="connsiteX2" fmla="*/ 1139825 w 1692275"/>
              <a:gd name="connsiteY2" fmla="*/ 8677 h 338877"/>
              <a:gd name="connsiteX3" fmla="*/ 1692275 w 1692275"/>
              <a:gd name="connsiteY3" fmla="*/ 8677 h 338877"/>
              <a:gd name="connsiteX0" fmla="*/ 0 w 1692275"/>
              <a:gd name="connsiteY0" fmla="*/ 344288 h 344288"/>
              <a:gd name="connsiteX1" fmla="*/ 654050 w 1692275"/>
              <a:gd name="connsiteY1" fmla="*/ 242688 h 344288"/>
              <a:gd name="connsiteX2" fmla="*/ 1212850 w 1692275"/>
              <a:gd name="connsiteY2" fmla="*/ 7738 h 344288"/>
              <a:gd name="connsiteX3" fmla="*/ 1692275 w 1692275"/>
              <a:gd name="connsiteY3" fmla="*/ 14088 h 344288"/>
              <a:gd name="connsiteX0" fmla="*/ 0 w 1692275"/>
              <a:gd name="connsiteY0" fmla="*/ 330200 h 330200"/>
              <a:gd name="connsiteX1" fmla="*/ 654050 w 1692275"/>
              <a:gd name="connsiteY1" fmla="*/ 228600 h 330200"/>
              <a:gd name="connsiteX2" fmla="*/ 1219200 w 1692275"/>
              <a:gd name="connsiteY2" fmla="*/ 15875 h 330200"/>
              <a:gd name="connsiteX3" fmla="*/ 1692275 w 1692275"/>
              <a:gd name="connsiteY3" fmla="*/ 0 h 330200"/>
              <a:gd name="connsiteX0" fmla="*/ 0 w 1704975"/>
              <a:gd name="connsiteY0" fmla="*/ 323568 h 323568"/>
              <a:gd name="connsiteX1" fmla="*/ 654050 w 1704975"/>
              <a:gd name="connsiteY1" fmla="*/ 221968 h 323568"/>
              <a:gd name="connsiteX2" fmla="*/ 1219200 w 1704975"/>
              <a:gd name="connsiteY2" fmla="*/ 9243 h 323568"/>
              <a:gd name="connsiteX3" fmla="*/ 1704975 w 1704975"/>
              <a:gd name="connsiteY3" fmla="*/ 6068 h 323568"/>
              <a:gd name="connsiteX0" fmla="*/ 0 w 1689100"/>
              <a:gd name="connsiteY0" fmla="*/ 323568 h 323568"/>
              <a:gd name="connsiteX1" fmla="*/ 654050 w 1689100"/>
              <a:gd name="connsiteY1" fmla="*/ 221968 h 323568"/>
              <a:gd name="connsiteX2" fmla="*/ 1219200 w 1689100"/>
              <a:gd name="connsiteY2" fmla="*/ 9243 h 323568"/>
              <a:gd name="connsiteX3" fmla="*/ 1689100 w 1689100"/>
              <a:gd name="connsiteY3" fmla="*/ 6068 h 323568"/>
              <a:gd name="connsiteX0" fmla="*/ 0 w 1689100"/>
              <a:gd name="connsiteY0" fmla="*/ 324215 h 324215"/>
              <a:gd name="connsiteX1" fmla="*/ 654050 w 1689100"/>
              <a:gd name="connsiteY1" fmla="*/ 222615 h 324215"/>
              <a:gd name="connsiteX2" fmla="*/ 1219200 w 1689100"/>
              <a:gd name="connsiteY2" fmla="*/ 9890 h 324215"/>
              <a:gd name="connsiteX3" fmla="*/ 1689100 w 1689100"/>
              <a:gd name="connsiteY3" fmla="*/ 3540 h 324215"/>
              <a:gd name="connsiteX0" fmla="*/ 0 w 1682750"/>
              <a:gd name="connsiteY0" fmla="*/ 324215 h 324215"/>
              <a:gd name="connsiteX1" fmla="*/ 654050 w 1682750"/>
              <a:gd name="connsiteY1" fmla="*/ 222615 h 324215"/>
              <a:gd name="connsiteX2" fmla="*/ 1219200 w 1682750"/>
              <a:gd name="connsiteY2" fmla="*/ 9890 h 324215"/>
              <a:gd name="connsiteX3" fmla="*/ 1682750 w 1682750"/>
              <a:gd name="connsiteY3" fmla="*/ 3540 h 324215"/>
              <a:gd name="connsiteX0" fmla="*/ 0 w 1682750"/>
              <a:gd name="connsiteY0" fmla="*/ 328182 h 328182"/>
              <a:gd name="connsiteX1" fmla="*/ 654050 w 1682750"/>
              <a:gd name="connsiteY1" fmla="*/ 226582 h 328182"/>
              <a:gd name="connsiteX2" fmla="*/ 1219200 w 1682750"/>
              <a:gd name="connsiteY2" fmla="*/ 13857 h 328182"/>
              <a:gd name="connsiteX3" fmla="*/ 1682750 w 1682750"/>
              <a:gd name="connsiteY3" fmla="*/ 7507 h 328182"/>
              <a:gd name="connsiteX0" fmla="*/ 0 w 1754800"/>
              <a:gd name="connsiteY0" fmla="*/ 311680 h 311680"/>
              <a:gd name="connsiteX1" fmla="*/ 726100 w 1754800"/>
              <a:gd name="connsiteY1" fmla="*/ 226582 h 311680"/>
              <a:gd name="connsiteX2" fmla="*/ 1291250 w 1754800"/>
              <a:gd name="connsiteY2" fmla="*/ 13857 h 311680"/>
              <a:gd name="connsiteX3" fmla="*/ 1754800 w 1754800"/>
              <a:gd name="connsiteY3" fmla="*/ 7507 h 311680"/>
              <a:gd name="connsiteX0" fmla="*/ 0 w 1741458"/>
              <a:gd name="connsiteY0" fmla="*/ 295178 h 295178"/>
              <a:gd name="connsiteX1" fmla="*/ 712758 w 1741458"/>
              <a:gd name="connsiteY1" fmla="*/ 226582 h 295178"/>
              <a:gd name="connsiteX2" fmla="*/ 1277908 w 1741458"/>
              <a:gd name="connsiteY2" fmla="*/ 13857 h 295178"/>
              <a:gd name="connsiteX3" fmla="*/ 1741458 w 1741458"/>
              <a:gd name="connsiteY3" fmla="*/ 7507 h 295178"/>
              <a:gd name="connsiteX0" fmla="*/ 0 w 1741458"/>
              <a:gd name="connsiteY0" fmla="*/ 295178 h 295178"/>
              <a:gd name="connsiteX1" fmla="*/ 577991 w 1741458"/>
              <a:gd name="connsiteY1" fmla="*/ 271132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41458"/>
              <a:gd name="connsiteY0" fmla="*/ 295178 h 295178"/>
              <a:gd name="connsiteX1" fmla="*/ 449901 w 1741458"/>
              <a:gd name="connsiteY1" fmla="*/ 286411 h 295178"/>
              <a:gd name="connsiteX2" fmla="*/ 712758 w 1741458"/>
              <a:gd name="connsiteY2" fmla="*/ 226582 h 295178"/>
              <a:gd name="connsiteX3" fmla="*/ 1277908 w 1741458"/>
              <a:gd name="connsiteY3" fmla="*/ 13857 h 295178"/>
              <a:gd name="connsiteX4" fmla="*/ 1741458 w 1741458"/>
              <a:gd name="connsiteY4" fmla="*/ 7507 h 295178"/>
              <a:gd name="connsiteX0" fmla="*/ 0 w 1704098"/>
              <a:gd name="connsiteY0" fmla="*/ 289678 h 290207"/>
              <a:gd name="connsiteX1" fmla="*/ 412541 w 1704098"/>
              <a:gd name="connsiteY1" fmla="*/ 286411 h 290207"/>
              <a:gd name="connsiteX2" fmla="*/ 675398 w 1704098"/>
              <a:gd name="connsiteY2" fmla="*/ 226582 h 290207"/>
              <a:gd name="connsiteX3" fmla="*/ 1240548 w 1704098"/>
              <a:gd name="connsiteY3" fmla="*/ 13857 h 290207"/>
              <a:gd name="connsiteX4" fmla="*/ 1704098 w 1704098"/>
              <a:gd name="connsiteY4" fmla="*/ 7507 h 290207"/>
              <a:gd name="connsiteX0" fmla="*/ 0 w 1728115"/>
              <a:gd name="connsiteY0" fmla="*/ 287844 h 289944"/>
              <a:gd name="connsiteX1" fmla="*/ 436558 w 1728115"/>
              <a:gd name="connsiteY1" fmla="*/ 286411 h 289944"/>
              <a:gd name="connsiteX2" fmla="*/ 699415 w 1728115"/>
              <a:gd name="connsiteY2" fmla="*/ 226582 h 289944"/>
              <a:gd name="connsiteX3" fmla="*/ 1264565 w 1728115"/>
              <a:gd name="connsiteY3" fmla="*/ 13857 h 289944"/>
              <a:gd name="connsiteX4" fmla="*/ 1728115 w 1728115"/>
              <a:gd name="connsiteY4" fmla="*/ 7507 h 289944"/>
              <a:gd name="connsiteX0" fmla="*/ 0 w 1728115"/>
              <a:gd name="connsiteY0" fmla="*/ 287844 h 306273"/>
              <a:gd name="connsiteX1" fmla="*/ 444564 w 1728115"/>
              <a:gd name="connsiteY1" fmla="*/ 304135 h 306273"/>
              <a:gd name="connsiteX2" fmla="*/ 699415 w 1728115"/>
              <a:gd name="connsiteY2" fmla="*/ 226582 h 306273"/>
              <a:gd name="connsiteX3" fmla="*/ 1264565 w 1728115"/>
              <a:gd name="connsiteY3" fmla="*/ 13857 h 306273"/>
              <a:gd name="connsiteX4" fmla="*/ 1728115 w 1728115"/>
              <a:gd name="connsiteY4" fmla="*/ 7507 h 306273"/>
              <a:gd name="connsiteX0" fmla="*/ 0 w 1698761"/>
              <a:gd name="connsiteY0" fmla="*/ 289678 h 306363"/>
              <a:gd name="connsiteX1" fmla="*/ 415210 w 1698761"/>
              <a:gd name="connsiteY1" fmla="*/ 304135 h 306363"/>
              <a:gd name="connsiteX2" fmla="*/ 670061 w 1698761"/>
              <a:gd name="connsiteY2" fmla="*/ 226582 h 306363"/>
              <a:gd name="connsiteX3" fmla="*/ 1235211 w 1698761"/>
              <a:gd name="connsiteY3" fmla="*/ 13857 h 306363"/>
              <a:gd name="connsiteX4" fmla="*/ 1698761 w 1698761"/>
              <a:gd name="connsiteY4" fmla="*/ 7507 h 306363"/>
              <a:gd name="connsiteX0" fmla="*/ 0 w 1698761"/>
              <a:gd name="connsiteY0" fmla="*/ 289678 h 307703"/>
              <a:gd name="connsiteX1" fmla="*/ 415210 w 1698761"/>
              <a:gd name="connsiteY1" fmla="*/ 304135 h 307703"/>
              <a:gd name="connsiteX2" fmla="*/ 670061 w 1698761"/>
              <a:gd name="connsiteY2" fmla="*/ 226582 h 307703"/>
              <a:gd name="connsiteX3" fmla="*/ 1235211 w 1698761"/>
              <a:gd name="connsiteY3" fmla="*/ 13857 h 307703"/>
              <a:gd name="connsiteX4" fmla="*/ 1698761 w 1698761"/>
              <a:gd name="connsiteY4" fmla="*/ 7507 h 307703"/>
              <a:gd name="connsiteX0" fmla="*/ 0 w 1698761"/>
              <a:gd name="connsiteY0" fmla="*/ 289678 h 295490"/>
              <a:gd name="connsiteX1" fmla="*/ 417878 w 1698761"/>
              <a:gd name="connsiteY1" fmla="*/ 287633 h 295490"/>
              <a:gd name="connsiteX2" fmla="*/ 670061 w 1698761"/>
              <a:gd name="connsiteY2" fmla="*/ 226582 h 295490"/>
              <a:gd name="connsiteX3" fmla="*/ 1235211 w 1698761"/>
              <a:gd name="connsiteY3" fmla="*/ 13857 h 295490"/>
              <a:gd name="connsiteX4" fmla="*/ 1698761 w 1698761"/>
              <a:gd name="connsiteY4" fmla="*/ 7507 h 295490"/>
              <a:gd name="connsiteX0" fmla="*/ 0 w 1698761"/>
              <a:gd name="connsiteY0" fmla="*/ 289678 h 292963"/>
              <a:gd name="connsiteX1" fmla="*/ 420546 w 1698761"/>
              <a:gd name="connsiteY1" fmla="*/ 280910 h 292963"/>
              <a:gd name="connsiteX2" fmla="*/ 670061 w 1698761"/>
              <a:gd name="connsiteY2" fmla="*/ 226582 h 292963"/>
              <a:gd name="connsiteX3" fmla="*/ 1235211 w 1698761"/>
              <a:gd name="connsiteY3" fmla="*/ 13857 h 292963"/>
              <a:gd name="connsiteX4" fmla="*/ 1698761 w 1698761"/>
              <a:gd name="connsiteY4" fmla="*/ 7507 h 292963"/>
              <a:gd name="connsiteX0" fmla="*/ 0 w 1669407"/>
              <a:gd name="connsiteY0" fmla="*/ 288456 h 292074"/>
              <a:gd name="connsiteX1" fmla="*/ 391192 w 1669407"/>
              <a:gd name="connsiteY1" fmla="*/ 280910 h 292074"/>
              <a:gd name="connsiteX2" fmla="*/ 640707 w 1669407"/>
              <a:gd name="connsiteY2" fmla="*/ 226582 h 292074"/>
              <a:gd name="connsiteX3" fmla="*/ 1205857 w 1669407"/>
              <a:gd name="connsiteY3" fmla="*/ 13857 h 292074"/>
              <a:gd name="connsiteX4" fmla="*/ 1669407 w 1669407"/>
              <a:gd name="connsiteY4" fmla="*/ 7507 h 292074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597"/>
              <a:gd name="connsiteX1" fmla="*/ 391192 w 1669407"/>
              <a:gd name="connsiteY1" fmla="*/ 280910 h 288597"/>
              <a:gd name="connsiteX2" fmla="*/ 640707 w 1669407"/>
              <a:gd name="connsiteY2" fmla="*/ 226582 h 288597"/>
              <a:gd name="connsiteX3" fmla="*/ 1205857 w 1669407"/>
              <a:gd name="connsiteY3" fmla="*/ 13857 h 288597"/>
              <a:gd name="connsiteX4" fmla="*/ 1669407 w 1669407"/>
              <a:gd name="connsiteY4" fmla="*/ 7507 h 288597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92"/>
              <a:gd name="connsiteX1" fmla="*/ 391192 w 1669407"/>
              <a:gd name="connsiteY1" fmla="*/ 280910 h 288492"/>
              <a:gd name="connsiteX2" fmla="*/ 640707 w 1669407"/>
              <a:gd name="connsiteY2" fmla="*/ 226582 h 288492"/>
              <a:gd name="connsiteX3" fmla="*/ 1205857 w 1669407"/>
              <a:gd name="connsiteY3" fmla="*/ 13857 h 288492"/>
              <a:gd name="connsiteX4" fmla="*/ 1669407 w 1669407"/>
              <a:gd name="connsiteY4" fmla="*/ 7507 h 288492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391192 w 1669407"/>
              <a:gd name="connsiteY1" fmla="*/ 280910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669407"/>
              <a:gd name="connsiteY0" fmla="*/ 288456 h 288456"/>
              <a:gd name="connsiteX1" fmla="*/ 425883 w 1669407"/>
              <a:gd name="connsiteY1" fmla="*/ 283355 h 288456"/>
              <a:gd name="connsiteX2" fmla="*/ 640707 w 1669407"/>
              <a:gd name="connsiteY2" fmla="*/ 226582 h 288456"/>
              <a:gd name="connsiteX3" fmla="*/ 1205857 w 1669407"/>
              <a:gd name="connsiteY3" fmla="*/ 13857 h 288456"/>
              <a:gd name="connsiteX4" fmla="*/ 1669407 w 1669407"/>
              <a:gd name="connsiteY4" fmla="*/ 7507 h 288456"/>
              <a:gd name="connsiteX0" fmla="*/ 0 w 1586682"/>
              <a:gd name="connsiteY0" fmla="*/ 310073 h 310073"/>
              <a:gd name="connsiteX1" fmla="*/ 425883 w 1586682"/>
              <a:gd name="connsiteY1" fmla="*/ 304972 h 310073"/>
              <a:gd name="connsiteX2" fmla="*/ 640707 w 1586682"/>
              <a:gd name="connsiteY2" fmla="*/ 248199 h 310073"/>
              <a:gd name="connsiteX3" fmla="*/ 1205857 w 1586682"/>
              <a:gd name="connsiteY3" fmla="*/ 35474 h 310073"/>
              <a:gd name="connsiteX4" fmla="*/ 1586682 w 1586682"/>
              <a:gd name="connsiteY4" fmla="*/ 399 h 310073"/>
              <a:gd name="connsiteX0" fmla="*/ 0 w 1586682"/>
              <a:gd name="connsiteY0" fmla="*/ 310002 h 310002"/>
              <a:gd name="connsiteX1" fmla="*/ 425883 w 1586682"/>
              <a:gd name="connsiteY1" fmla="*/ 304901 h 310002"/>
              <a:gd name="connsiteX2" fmla="*/ 640707 w 1586682"/>
              <a:gd name="connsiteY2" fmla="*/ 248128 h 310002"/>
              <a:gd name="connsiteX3" fmla="*/ 1219201 w 1586682"/>
              <a:gd name="connsiteY3" fmla="*/ 39070 h 310002"/>
              <a:gd name="connsiteX4" fmla="*/ 1586682 w 1586682"/>
              <a:gd name="connsiteY4" fmla="*/ 328 h 310002"/>
              <a:gd name="connsiteX0" fmla="*/ 0 w 1586682"/>
              <a:gd name="connsiteY0" fmla="*/ 310105 h 310105"/>
              <a:gd name="connsiteX1" fmla="*/ 425883 w 1586682"/>
              <a:gd name="connsiteY1" fmla="*/ 305004 h 310105"/>
              <a:gd name="connsiteX2" fmla="*/ 640707 w 1586682"/>
              <a:gd name="connsiteY2" fmla="*/ 248231 h 310105"/>
              <a:gd name="connsiteX3" fmla="*/ 1197852 w 1586682"/>
              <a:gd name="connsiteY3" fmla="*/ 34284 h 310105"/>
              <a:gd name="connsiteX4" fmla="*/ 1586682 w 1586682"/>
              <a:gd name="connsiteY4" fmla="*/ 431 h 310105"/>
              <a:gd name="connsiteX0" fmla="*/ 0 w 1581345"/>
              <a:gd name="connsiteY0" fmla="*/ 316094 h 316094"/>
              <a:gd name="connsiteX1" fmla="*/ 425883 w 1581345"/>
              <a:gd name="connsiteY1" fmla="*/ 310993 h 316094"/>
              <a:gd name="connsiteX2" fmla="*/ 640707 w 1581345"/>
              <a:gd name="connsiteY2" fmla="*/ 254220 h 316094"/>
              <a:gd name="connsiteX3" fmla="*/ 1197852 w 1581345"/>
              <a:gd name="connsiteY3" fmla="*/ 40273 h 316094"/>
              <a:gd name="connsiteX4" fmla="*/ 1581345 w 1581345"/>
              <a:gd name="connsiteY4" fmla="*/ 308 h 316094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7852 w 1581345"/>
              <a:gd name="connsiteY3" fmla="*/ 39965 h 315786"/>
              <a:gd name="connsiteX4" fmla="*/ 1581345 w 1581345"/>
              <a:gd name="connsiteY4" fmla="*/ 0 h 315786"/>
              <a:gd name="connsiteX0" fmla="*/ 0 w 1581345"/>
              <a:gd name="connsiteY0" fmla="*/ 315786 h 315786"/>
              <a:gd name="connsiteX1" fmla="*/ 425883 w 1581345"/>
              <a:gd name="connsiteY1" fmla="*/ 310685 h 315786"/>
              <a:gd name="connsiteX2" fmla="*/ 640707 w 1581345"/>
              <a:gd name="connsiteY2" fmla="*/ 253912 h 315786"/>
              <a:gd name="connsiteX3" fmla="*/ 1192516 w 1581345"/>
              <a:gd name="connsiteY3" fmla="*/ 42410 h 315786"/>
              <a:gd name="connsiteX4" fmla="*/ 1581345 w 1581345"/>
              <a:gd name="connsiteY4" fmla="*/ 0 h 315786"/>
              <a:gd name="connsiteX0" fmla="*/ 0 w 6122263"/>
              <a:gd name="connsiteY0" fmla="*/ 290715 h 290715"/>
              <a:gd name="connsiteX1" fmla="*/ 425883 w 6122263"/>
              <a:gd name="connsiteY1" fmla="*/ 285614 h 290715"/>
              <a:gd name="connsiteX2" fmla="*/ 640707 w 6122263"/>
              <a:gd name="connsiteY2" fmla="*/ 228841 h 290715"/>
              <a:gd name="connsiteX3" fmla="*/ 1192516 w 6122263"/>
              <a:gd name="connsiteY3" fmla="*/ 17339 h 290715"/>
              <a:gd name="connsiteX4" fmla="*/ 6122263 w 6122263"/>
              <a:gd name="connsiteY4" fmla="*/ 0 h 290715"/>
              <a:gd name="connsiteX0" fmla="*/ 0 w 6122263"/>
              <a:gd name="connsiteY0" fmla="*/ 291853 h 291853"/>
              <a:gd name="connsiteX1" fmla="*/ 425883 w 6122263"/>
              <a:gd name="connsiteY1" fmla="*/ 286752 h 291853"/>
              <a:gd name="connsiteX2" fmla="*/ 640707 w 6122263"/>
              <a:gd name="connsiteY2" fmla="*/ 229979 h 291853"/>
              <a:gd name="connsiteX3" fmla="*/ 1257698 w 6122263"/>
              <a:gd name="connsiteY3" fmla="*/ 10120 h 291853"/>
              <a:gd name="connsiteX4" fmla="*/ 6122263 w 6122263"/>
              <a:gd name="connsiteY4" fmla="*/ 1138 h 291853"/>
              <a:gd name="connsiteX0" fmla="*/ 0 w 6122263"/>
              <a:gd name="connsiteY0" fmla="*/ 292933 h 292933"/>
              <a:gd name="connsiteX1" fmla="*/ 425883 w 6122263"/>
              <a:gd name="connsiteY1" fmla="*/ 287832 h 292933"/>
              <a:gd name="connsiteX2" fmla="*/ 640707 w 6122263"/>
              <a:gd name="connsiteY2" fmla="*/ 231059 h 292933"/>
              <a:gd name="connsiteX3" fmla="*/ 1344605 w 6122263"/>
              <a:gd name="connsiteY3" fmla="*/ 9807 h 292933"/>
              <a:gd name="connsiteX4" fmla="*/ 6122263 w 6122263"/>
              <a:gd name="connsiteY4" fmla="*/ 2218 h 292933"/>
              <a:gd name="connsiteX0" fmla="*/ 0 w 6122263"/>
              <a:gd name="connsiteY0" fmla="*/ 295152 h 295152"/>
              <a:gd name="connsiteX1" fmla="*/ 425883 w 6122263"/>
              <a:gd name="connsiteY1" fmla="*/ 290051 h 295152"/>
              <a:gd name="connsiteX2" fmla="*/ 640707 w 6122263"/>
              <a:gd name="connsiteY2" fmla="*/ 233278 h 295152"/>
              <a:gd name="connsiteX3" fmla="*/ 3343478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5152 h 295152"/>
              <a:gd name="connsiteX1" fmla="*/ 425883 w 6122263"/>
              <a:gd name="connsiteY1" fmla="*/ 290051 h 295152"/>
              <a:gd name="connsiteX2" fmla="*/ 2031227 w 6122263"/>
              <a:gd name="connsiteY2" fmla="*/ 23427 h 295152"/>
              <a:gd name="connsiteX3" fmla="*/ 3343478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5152 h 295152"/>
              <a:gd name="connsiteX1" fmla="*/ 556245 w 6122263"/>
              <a:gd name="connsiteY1" fmla="*/ 251052 h 295152"/>
              <a:gd name="connsiteX2" fmla="*/ 2031227 w 6122263"/>
              <a:gd name="connsiteY2" fmla="*/ 23427 h 295152"/>
              <a:gd name="connsiteX3" fmla="*/ 3343478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5152 h 295152"/>
              <a:gd name="connsiteX1" fmla="*/ 556245 w 6122263"/>
              <a:gd name="connsiteY1" fmla="*/ 251052 h 295152"/>
              <a:gd name="connsiteX2" fmla="*/ 2031227 w 6122263"/>
              <a:gd name="connsiteY2" fmla="*/ 23427 h 295152"/>
              <a:gd name="connsiteX3" fmla="*/ 3778016 w 6122263"/>
              <a:gd name="connsiteY3" fmla="*/ 9240 h 295152"/>
              <a:gd name="connsiteX4" fmla="*/ 6122263 w 6122263"/>
              <a:gd name="connsiteY4" fmla="*/ 4437 h 295152"/>
              <a:gd name="connsiteX0" fmla="*/ 0 w 6122263"/>
              <a:gd name="connsiteY0" fmla="*/ 290715 h 290715"/>
              <a:gd name="connsiteX1" fmla="*/ 556245 w 6122263"/>
              <a:gd name="connsiteY1" fmla="*/ 246615 h 290715"/>
              <a:gd name="connsiteX2" fmla="*/ 2031227 w 6122263"/>
              <a:gd name="connsiteY2" fmla="*/ 18990 h 290715"/>
              <a:gd name="connsiteX3" fmla="*/ 3778016 w 6122263"/>
              <a:gd name="connsiteY3" fmla="*/ 4803 h 290715"/>
              <a:gd name="connsiteX4" fmla="*/ 6122263 w 6122263"/>
              <a:gd name="connsiteY4" fmla="*/ 0 h 290715"/>
              <a:gd name="connsiteX0" fmla="*/ 0 w 6122263"/>
              <a:gd name="connsiteY0" fmla="*/ 292314 h 292314"/>
              <a:gd name="connsiteX1" fmla="*/ 556245 w 6122263"/>
              <a:gd name="connsiteY1" fmla="*/ 248214 h 292314"/>
              <a:gd name="connsiteX2" fmla="*/ 2031227 w 6122263"/>
              <a:gd name="connsiteY2" fmla="*/ 20589 h 292314"/>
              <a:gd name="connsiteX3" fmla="*/ 3778016 w 6122263"/>
              <a:gd name="connsiteY3" fmla="*/ 6402 h 292314"/>
              <a:gd name="connsiteX4" fmla="*/ 6122263 w 6122263"/>
              <a:gd name="connsiteY4" fmla="*/ 1599 h 292314"/>
              <a:gd name="connsiteX0" fmla="*/ 0 w 6122263"/>
              <a:gd name="connsiteY0" fmla="*/ 293120 h 293120"/>
              <a:gd name="connsiteX1" fmla="*/ 556245 w 6122263"/>
              <a:gd name="connsiteY1" fmla="*/ 249020 h 293120"/>
              <a:gd name="connsiteX2" fmla="*/ 2031227 w 6122263"/>
              <a:gd name="connsiteY2" fmla="*/ 21395 h 293120"/>
              <a:gd name="connsiteX3" fmla="*/ 3821470 w 6122263"/>
              <a:gd name="connsiteY3" fmla="*/ 5351 h 293120"/>
              <a:gd name="connsiteX4" fmla="*/ 6122263 w 6122263"/>
              <a:gd name="connsiteY4" fmla="*/ 2405 h 293120"/>
              <a:gd name="connsiteX0" fmla="*/ 0 w 6122263"/>
              <a:gd name="connsiteY0" fmla="*/ 295200 h 295200"/>
              <a:gd name="connsiteX1" fmla="*/ 556245 w 6122263"/>
              <a:gd name="connsiteY1" fmla="*/ 251100 h 295200"/>
              <a:gd name="connsiteX2" fmla="*/ 2031227 w 6122263"/>
              <a:gd name="connsiteY2" fmla="*/ 23475 h 295200"/>
              <a:gd name="connsiteX3" fmla="*/ 3821470 w 6122263"/>
              <a:gd name="connsiteY3" fmla="*/ 7431 h 295200"/>
              <a:gd name="connsiteX4" fmla="*/ 6122263 w 6122263"/>
              <a:gd name="connsiteY4" fmla="*/ 4485 h 295200"/>
              <a:gd name="connsiteX0" fmla="*/ 0 w 6122263"/>
              <a:gd name="connsiteY0" fmla="*/ 295200 h 295200"/>
              <a:gd name="connsiteX1" fmla="*/ 556245 w 6122263"/>
              <a:gd name="connsiteY1" fmla="*/ 251100 h 295200"/>
              <a:gd name="connsiteX2" fmla="*/ 2031227 w 6122263"/>
              <a:gd name="connsiteY2" fmla="*/ 23475 h 295200"/>
              <a:gd name="connsiteX3" fmla="*/ 3821470 w 6122263"/>
              <a:gd name="connsiteY3" fmla="*/ 7431 h 295200"/>
              <a:gd name="connsiteX4" fmla="*/ 6122263 w 6122263"/>
              <a:gd name="connsiteY4" fmla="*/ 4485 h 295200"/>
              <a:gd name="connsiteX0" fmla="*/ 0 w 6122263"/>
              <a:gd name="connsiteY0" fmla="*/ 290715 h 290715"/>
              <a:gd name="connsiteX1" fmla="*/ 556245 w 6122263"/>
              <a:gd name="connsiteY1" fmla="*/ 246615 h 290715"/>
              <a:gd name="connsiteX2" fmla="*/ 2016743 w 6122263"/>
              <a:gd name="connsiteY2" fmla="*/ 31990 h 290715"/>
              <a:gd name="connsiteX3" fmla="*/ 3821470 w 6122263"/>
              <a:gd name="connsiteY3" fmla="*/ 2946 h 290715"/>
              <a:gd name="connsiteX4" fmla="*/ 6122263 w 6122263"/>
              <a:gd name="connsiteY4" fmla="*/ 0 h 290715"/>
              <a:gd name="connsiteX0" fmla="*/ 0 w 6122263"/>
              <a:gd name="connsiteY0" fmla="*/ 290715 h 290715"/>
              <a:gd name="connsiteX1" fmla="*/ 556245 w 6122263"/>
              <a:gd name="connsiteY1" fmla="*/ 246615 h 290715"/>
              <a:gd name="connsiteX2" fmla="*/ 2045712 w 6122263"/>
              <a:gd name="connsiteY2" fmla="*/ 35704 h 290715"/>
              <a:gd name="connsiteX3" fmla="*/ 3821470 w 6122263"/>
              <a:gd name="connsiteY3" fmla="*/ 2946 h 290715"/>
              <a:gd name="connsiteX4" fmla="*/ 6122263 w 6122263"/>
              <a:gd name="connsiteY4" fmla="*/ 0 h 290715"/>
              <a:gd name="connsiteX0" fmla="*/ 0 w 6093294"/>
              <a:gd name="connsiteY0" fmla="*/ 290715 h 290715"/>
              <a:gd name="connsiteX1" fmla="*/ 556245 w 6093294"/>
              <a:gd name="connsiteY1" fmla="*/ 246615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93294"/>
              <a:gd name="connsiteY0" fmla="*/ 290715 h 290715"/>
              <a:gd name="connsiteX1" fmla="*/ 599698 w 6093294"/>
              <a:gd name="connsiteY1" fmla="*/ 241972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93294"/>
              <a:gd name="connsiteY0" fmla="*/ 290715 h 290715"/>
              <a:gd name="connsiteX1" fmla="*/ 599698 w 6093294"/>
              <a:gd name="connsiteY1" fmla="*/ 241972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93294"/>
              <a:gd name="connsiteY0" fmla="*/ 290715 h 290715"/>
              <a:gd name="connsiteX1" fmla="*/ 599698 w 6093294"/>
              <a:gd name="connsiteY1" fmla="*/ 241972 h 290715"/>
              <a:gd name="connsiteX2" fmla="*/ 2045712 w 6093294"/>
              <a:gd name="connsiteY2" fmla="*/ 35704 h 290715"/>
              <a:gd name="connsiteX3" fmla="*/ 3821470 w 6093294"/>
              <a:gd name="connsiteY3" fmla="*/ 2946 h 290715"/>
              <a:gd name="connsiteX4" fmla="*/ 6093294 w 6093294"/>
              <a:gd name="connsiteY4" fmla="*/ 0 h 290715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2102"/>
              <a:gd name="connsiteX1" fmla="*/ 527275 w 6020871"/>
              <a:gd name="connsiteY1" fmla="*/ 241972 h 292102"/>
              <a:gd name="connsiteX2" fmla="*/ 1973289 w 6020871"/>
              <a:gd name="connsiteY2" fmla="*/ 35704 h 292102"/>
              <a:gd name="connsiteX3" fmla="*/ 3749047 w 6020871"/>
              <a:gd name="connsiteY3" fmla="*/ 2946 h 292102"/>
              <a:gd name="connsiteX4" fmla="*/ 6020871 w 6020871"/>
              <a:gd name="connsiteY4" fmla="*/ 0 h 292102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741"/>
              <a:gd name="connsiteX1" fmla="*/ 527275 w 6020871"/>
              <a:gd name="connsiteY1" fmla="*/ 241972 h 291741"/>
              <a:gd name="connsiteX2" fmla="*/ 1973289 w 6020871"/>
              <a:gd name="connsiteY2" fmla="*/ 35704 h 291741"/>
              <a:gd name="connsiteX3" fmla="*/ 3749047 w 6020871"/>
              <a:gd name="connsiteY3" fmla="*/ 2946 h 291741"/>
              <a:gd name="connsiteX4" fmla="*/ 6020871 w 6020871"/>
              <a:gd name="connsiteY4" fmla="*/ 0 h 291741"/>
              <a:gd name="connsiteX0" fmla="*/ 0 w 6020871"/>
              <a:gd name="connsiteY0" fmla="*/ 291644 h 291644"/>
              <a:gd name="connsiteX1" fmla="*/ 527275 w 6020871"/>
              <a:gd name="connsiteY1" fmla="*/ 241972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644"/>
              <a:gd name="connsiteX1" fmla="*/ 527275 w 6020871"/>
              <a:gd name="connsiteY1" fmla="*/ 140703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644"/>
              <a:gd name="connsiteX1" fmla="*/ 580930 w 6020871"/>
              <a:gd name="connsiteY1" fmla="*/ 140703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  <a:gd name="connsiteX0" fmla="*/ 0 w 6020871"/>
              <a:gd name="connsiteY0" fmla="*/ 291644 h 291644"/>
              <a:gd name="connsiteX1" fmla="*/ 580930 w 6020871"/>
              <a:gd name="connsiteY1" fmla="*/ 201463 h 291644"/>
              <a:gd name="connsiteX2" fmla="*/ 1973289 w 6020871"/>
              <a:gd name="connsiteY2" fmla="*/ 35704 h 291644"/>
              <a:gd name="connsiteX3" fmla="*/ 3749047 w 6020871"/>
              <a:gd name="connsiteY3" fmla="*/ 2946 h 291644"/>
              <a:gd name="connsiteX4" fmla="*/ 6020871 w 6020871"/>
              <a:gd name="connsiteY4" fmla="*/ 0 h 291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20871" h="291644">
                <a:moveTo>
                  <a:pt x="0" y="291644"/>
                </a:moveTo>
                <a:cubicBezTo>
                  <a:pt x="230862" y="289963"/>
                  <a:pt x="479502" y="215120"/>
                  <a:pt x="580930" y="201463"/>
                </a:cubicBezTo>
                <a:cubicBezTo>
                  <a:pt x="670753" y="184459"/>
                  <a:pt x="1445270" y="68790"/>
                  <a:pt x="1973289" y="35704"/>
                </a:cubicBezTo>
                <a:cubicBezTo>
                  <a:pt x="2501308" y="2618"/>
                  <a:pt x="3181947" y="2746"/>
                  <a:pt x="3749047" y="2946"/>
                </a:cubicBezTo>
                <a:lnTo>
                  <a:pt x="6020871" y="0"/>
                </a:lnTo>
              </a:path>
            </a:pathLst>
          </a:custGeom>
          <a:noFill/>
          <a:ln w="57150" cap="flat" cmpd="sng">
            <a:gradFill flip="none" rotWithShape="1">
              <a:gsLst>
                <a:gs pos="48000">
                  <a:srgbClr val="726799"/>
                </a:gs>
                <a:gs pos="0">
                  <a:srgbClr val="E4325C"/>
                </a:gs>
                <a:gs pos="100000">
                  <a:srgbClr val="009BD7"/>
                </a:gs>
              </a:gsLst>
              <a:path path="circle">
                <a:fillToRect l="100000" t="100000"/>
              </a:path>
              <a:tileRect r="-100000" b="-100000"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22094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b2c3d82-2c28-4afd-a961-ac8563f93fe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5D8D02FCBFE4A45BE4A6066F3F20788" ma:contentTypeVersion="6" ma:contentTypeDescription="Ein neues Dokument erstellen." ma:contentTypeScope="" ma:versionID="69dc4bf7c9f0c5dd5390daa3ad860cd5">
  <xsd:schema xmlns:xsd="http://www.w3.org/2001/XMLSchema" xmlns:xs="http://www.w3.org/2001/XMLSchema" xmlns:p="http://schemas.microsoft.com/office/2006/metadata/properties" xmlns:ns3="fb2c3d82-2c28-4afd-a961-ac8563f93fe6" targetNamespace="http://schemas.microsoft.com/office/2006/metadata/properties" ma:root="true" ma:fieldsID="1c8d453700636c18605530afedd7f6cc" ns3:_="">
    <xsd:import namespace="fb2c3d82-2c28-4afd-a961-ac8563f93fe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2c3d82-2c28-4afd-a961-ac8563f93f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141B9D-D0FE-4207-8721-5E8DDAA8F67C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www.w3.org/XML/1998/namespace"/>
    <ds:schemaRef ds:uri="fb2c3d82-2c28-4afd-a961-ac8563f93fe6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CCB7CA0-AB87-42FF-9508-6695CE11E7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B8DA1D-AC09-4518-85FC-5E14E3EF86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2c3d82-2c28-4afd-a961-ac8563f93f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96</Words>
  <Application>Microsoft Office PowerPoint</Application>
  <PresentationFormat>Custom</PresentationFormat>
  <Paragraphs>50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Roboto</vt:lpstr>
      <vt:lpstr>Roboto Medium</vt:lpstr>
      <vt:lpstr>Office Theme</vt:lpstr>
      <vt:lpstr>CS ChemDraw Drawing</vt:lpstr>
      <vt:lpstr>CS ChemDraw 64-bit Drawing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 Zihao</dc:creator>
  <cp:lastModifiedBy>Zhang, Zihao</cp:lastModifiedBy>
  <cp:revision>581</cp:revision>
  <dcterms:created xsi:type="dcterms:W3CDTF">2024-06-05T14:30:51Z</dcterms:created>
  <dcterms:modified xsi:type="dcterms:W3CDTF">2025-01-06T23:40:59Z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0x01010055D8D02FCBFE4A45BE4A6066F3F20788</vt:lpwstr>
  </property>
</Properties>
</file>