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2" saveSubsetFonts="1">
  <p:sldMasterIdLst>
    <p:sldMasterId id="2147483792" r:id="rId4"/>
  </p:sldMasterIdLst>
  <p:notesMasterIdLst>
    <p:notesMasterId r:id="rId6"/>
  </p:notesMasterIdLst>
  <p:sldIdLst>
    <p:sldId id="268" r:id="rId5"/>
  </p:sldIdLst>
  <p:sldSz cx="17373600" cy="19202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26FFF"/>
    <a:srgbClr val="009890"/>
    <a:srgbClr val="E4325C"/>
    <a:srgbClr val="00C862"/>
    <a:srgbClr val="FA9B41"/>
    <a:srgbClr val="333300"/>
    <a:srgbClr val="00FFCC"/>
    <a:srgbClr val="66FFFF"/>
    <a:srgbClr val="6161AA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8497E4D-840E-4BED-88E6-A796F0822141}" v="8" dt="2025-01-03T00:42:01.57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51" autoAdjust="0"/>
    <p:restoredTop sz="96247" autoAdjust="0"/>
  </p:normalViewPr>
  <p:slideViewPr>
    <p:cSldViewPr snapToGrid="0">
      <p:cViewPr varScale="1">
        <p:scale>
          <a:sx n="58" d="100"/>
          <a:sy n="58" d="100"/>
        </p:scale>
        <p:origin x="3568" y="8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hang, Zihao" userId="26112959-846b-4648-8ed6-22f7e11ddcd4" providerId="ADAL" clId="{F8497E4D-840E-4BED-88E6-A796F0822141}"/>
    <pc:docChg chg="undo custSel delSld modSld">
      <pc:chgData name="Zhang, Zihao" userId="26112959-846b-4648-8ed6-22f7e11ddcd4" providerId="ADAL" clId="{F8497E4D-840E-4BED-88E6-A796F0822141}" dt="2025-01-04T23:46:12.118" v="131" actId="478"/>
      <pc:docMkLst>
        <pc:docMk/>
      </pc:docMkLst>
      <pc:sldChg chg="del">
        <pc:chgData name="Zhang, Zihao" userId="26112959-846b-4648-8ed6-22f7e11ddcd4" providerId="ADAL" clId="{F8497E4D-840E-4BED-88E6-A796F0822141}" dt="2025-01-02T00:07:38.056" v="3" actId="47"/>
        <pc:sldMkLst>
          <pc:docMk/>
          <pc:sldMk cId="2865581521" sldId="260"/>
        </pc:sldMkLst>
      </pc:sldChg>
      <pc:sldChg chg="addSp delSp modSp mod">
        <pc:chgData name="Zhang, Zihao" userId="26112959-846b-4648-8ed6-22f7e11ddcd4" providerId="ADAL" clId="{F8497E4D-840E-4BED-88E6-A796F0822141}" dt="2025-01-04T23:46:12.118" v="131" actId="478"/>
        <pc:sldMkLst>
          <pc:docMk/>
          <pc:sldMk cId="729349239" sldId="268"/>
        </pc:sldMkLst>
        <pc:spChg chg="add del mod">
          <ac:chgData name="Zhang, Zihao" userId="26112959-846b-4648-8ed6-22f7e11ddcd4" providerId="ADAL" clId="{F8497E4D-840E-4BED-88E6-A796F0822141}" dt="2025-01-04T23:46:12.118" v="131" actId="478"/>
          <ac:spMkLst>
            <pc:docMk/>
            <pc:sldMk cId="729349239" sldId="268"/>
            <ac:spMk id="4" creationId="{386B8731-FD60-86D7-A729-7434552E142E}"/>
          </ac:spMkLst>
        </pc:spChg>
        <pc:spChg chg="add mod">
          <ac:chgData name="Zhang, Zihao" userId="26112959-846b-4648-8ed6-22f7e11ddcd4" providerId="ADAL" clId="{F8497E4D-840E-4BED-88E6-A796F0822141}" dt="2025-01-03T00:49:31.005" v="128" actId="1036"/>
          <ac:spMkLst>
            <pc:docMk/>
            <pc:sldMk cId="729349239" sldId="268"/>
            <ac:spMk id="5" creationId="{74F97490-BD82-95EF-258F-297109723AB7}"/>
          </ac:spMkLst>
        </pc:spChg>
        <pc:spChg chg="add mod topLvl">
          <ac:chgData name="Zhang, Zihao" userId="26112959-846b-4648-8ed6-22f7e11ddcd4" providerId="ADAL" clId="{F8497E4D-840E-4BED-88E6-A796F0822141}" dt="2025-01-03T00:49:26.135" v="124" actId="1038"/>
          <ac:spMkLst>
            <pc:docMk/>
            <pc:sldMk cId="729349239" sldId="268"/>
            <ac:spMk id="7" creationId="{A840BF39-9EB8-EA03-E64E-FF95588C5D7B}"/>
          </ac:spMkLst>
        </pc:spChg>
        <pc:spChg chg="mod">
          <ac:chgData name="Zhang, Zihao" userId="26112959-846b-4648-8ed6-22f7e11ddcd4" providerId="ADAL" clId="{F8497E4D-840E-4BED-88E6-A796F0822141}" dt="2025-01-03T00:39:39.443" v="54"/>
          <ac:spMkLst>
            <pc:docMk/>
            <pc:sldMk cId="729349239" sldId="268"/>
            <ac:spMk id="9" creationId="{36C5A56B-A8E4-85D1-4F4E-51C2EE652428}"/>
          </ac:spMkLst>
        </pc:spChg>
        <pc:spChg chg="mod">
          <ac:chgData name="Zhang, Zihao" userId="26112959-846b-4648-8ed6-22f7e11ddcd4" providerId="ADAL" clId="{F8497E4D-840E-4BED-88E6-A796F0822141}" dt="2025-01-03T00:39:39.443" v="54"/>
          <ac:spMkLst>
            <pc:docMk/>
            <pc:sldMk cId="729349239" sldId="268"/>
            <ac:spMk id="10" creationId="{4F11554B-8FA3-9437-0FA2-1A0F95E96118}"/>
          </ac:spMkLst>
        </pc:spChg>
        <pc:spChg chg="mod">
          <ac:chgData name="Zhang, Zihao" userId="26112959-846b-4648-8ed6-22f7e11ddcd4" providerId="ADAL" clId="{F8497E4D-840E-4BED-88E6-A796F0822141}" dt="2025-01-03T00:39:39.443" v="54"/>
          <ac:spMkLst>
            <pc:docMk/>
            <pc:sldMk cId="729349239" sldId="268"/>
            <ac:spMk id="11" creationId="{3249C531-9ADA-9904-EB5A-F1D04B81EA2A}"/>
          </ac:spMkLst>
        </pc:spChg>
        <pc:spChg chg="mod">
          <ac:chgData name="Zhang, Zihao" userId="26112959-846b-4648-8ed6-22f7e11ddcd4" providerId="ADAL" clId="{F8497E4D-840E-4BED-88E6-A796F0822141}" dt="2025-01-03T00:39:39.443" v="54"/>
          <ac:spMkLst>
            <pc:docMk/>
            <pc:sldMk cId="729349239" sldId="268"/>
            <ac:spMk id="13" creationId="{439C14C3-3301-7477-8BF4-1D4C6E6180C9}"/>
          </ac:spMkLst>
        </pc:spChg>
        <pc:spChg chg="mod">
          <ac:chgData name="Zhang, Zihao" userId="26112959-846b-4648-8ed6-22f7e11ddcd4" providerId="ADAL" clId="{F8497E4D-840E-4BED-88E6-A796F0822141}" dt="2025-01-03T00:39:39.443" v="54"/>
          <ac:spMkLst>
            <pc:docMk/>
            <pc:sldMk cId="729349239" sldId="268"/>
            <ac:spMk id="14" creationId="{EBA9998E-55E0-A950-5C53-428B41A8E247}"/>
          </ac:spMkLst>
        </pc:spChg>
        <pc:spChg chg="mod">
          <ac:chgData name="Zhang, Zihao" userId="26112959-846b-4648-8ed6-22f7e11ddcd4" providerId="ADAL" clId="{F8497E4D-840E-4BED-88E6-A796F0822141}" dt="2025-01-03T00:39:39.443" v="54"/>
          <ac:spMkLst>
            <pc:docMk/>
            <pc:sldMk cId="729349239" sldId="268"/>
            <ac:spMk id="15" creationId="{837F79ED-4A8F-A1DC-55DA-F246A7D89F65}"/>
          </ac:spMkLst>
        </pc:spChg>
        <pc:spChg chg="mod">
          <ac:chgData name="Zhang, Zihao" userId="26112959-846b-4648-8ed6-22f7e11ddcd4" providerId="ADAL" clId="{F8497E4D-840E-4BED-88E6-A796F0822141}" dt="2025-01-03T00:39:39.443" v="54"/>
          <ac:spMkLst>
            <pc:docMk/>
            <pc:sldMk cId="729349239" sldId="268"/>
            <ac:spMk id="16" creationId="{F761A852-0C13-4556-4E3A-3919AACFA239}"/>
          </ac:spMkLst>
        </pc:spChg>
        <pc:spChg chg="mod">
          <ac:chgData name="Zhang, Zihao" userId="26112959-846b-4648-8ed6-22f7e11ddcd4" providerId="ADAL" clId="{F8497E4D-840E-4BED-88E6-A796F0822141}" dt="2025-01-03T00:39:39.443" v="54"/>
          <ac:spMkLst>
            <pc:docMk/>
            <pc:sldMk cId="729349239" sldId="268"/>
            <ac:spMk id="18" creationId="{7B794000-9D09-A111-E519-913086C5FDE1}"/>
          </ac:spMkLst>
        </pc:spChg>
        <pc:spChg chg="mod">
          <ac:chgData name="Zhang, Zihao" userId="26112959-846b-4648-8ed6-22f7e11ddcd4" providerId="ADAL" clId="{F8497E4D-840E-4BED-88E6-A796F0822141}" dt="2025-01-03T00:39:39.443" v="54"/>
          <ac:spMkLst>
            <pc:docMk/>
            <pc:sldMk cId="729349239" sldId="268"/>
            <ac:spMk id="19" creationId="{23B271DD-ABFA-BDA6-F5B5-B9F9144A17E6}"/>
          </ac:spMkLst>
        </pc:spChg>
        <pc:spChg chg="mod">
          <ac:chgData name="Zhang, Zihao" userId="26112959-846b-4648-8ed6-22f7e11ddcd4" providerId="ADAL" clId="{F8497E4D-840E-4BED-88E6-A796F0822141}" dt="2025-01-03T00:39:39.443" v="54"/>
          <ac:spMkLst>
            <pc:docMk/>
            <pc:sldMk cId="729349239" sldId="268"/>
            <ac:spMk id="21" creationId="{F870EA40-3FE6-6D3E-DE6C-E0B61E4CA82E}"/>
          </ac:spMkLst>
        </pc:spChg>
        <pc:spChg chg="mod">
          <ac:chgData name="Zhang, Zihao" userId="26112959-846b-4648-8ed6-22f7e11ddcd4" providerId="ADAL" clId="{F8497E4D-840E-4BED-88E6-A796F0822141}" dt="2025-01-03T00:39:39.443" v="54"/>
          <ac:spMkLst>
            <pc:docMk/>
            <pc:sldMk cId="729349239" sldId="268"/>
            <ac:spMk id="23" creationId="{4380136A-E034-2BA3-B2B5-904FF7B43D21}"/>
          </ac:spMkLst>
        </pc:spChg>
        <pc:spChg chg="mod">
          <ac:chgData name="Zhang, Zihao" userId="26112959-846b-4648-8ed6-22f7e11ddcd4" providerId="ADAL" clId="{F8497E4D-840E-4BED-88E6-A796F0822141}" dt="2025-01-03T00:39:39.443" v="54"/>
          <ac:spMkLst>
            <pc:docMk/>
            <pc:sldMk cId="729349239" sldId="268"/>
            <ac:spMk id="24" creationId="{7BBA8BCB-6CCA-CDC4-B5DC-0B6E92CFB9E4}"/>
          </ac:spMkLst>
        </pc:spChg>
        <pc:spChg chg="mod">
          <ac:chgData name="Zhang, Zihao" userId="26112959-846b-4648-8ed6-22f7e11ddcd4" providerId="ADAL" clId="{F8497E4D-840E-4BED-88E6-A796F0822141}" dt="2025-01-03T00:39:39.443" v="54"/>
          <ac:spMkLst>
            <pc:docMk/>
            <pc:sldMk cId="729349239" sldId="268"/>
            <ac:spMk id="25" creationId="{3747EE14-9A7D-8664-D0DD-ADC02E32C4EE}"/>
          </ac:spMkLst>
        </pc:spChg>
        <pc:spChg chg="mod">
          <ac:chgData name="Zhang, Zihao" userId="26112959-846b-4648-8ed6-22f7e11ddcd4" providerId="ADAL" clId="{F8497E4D-840E-4BED-88E6-A796F0822141}" dt="2025-01-03T00:39:39.443" v="54"/>
          <ac:spMkLst>
            <pc:docMk/>
            <pc:sldMk cId="729349239" sldId="268"/>
            <ac:spMk id="26" creationId="{287140C3-16B8-93BB-1DE0-037C6B4D638D}"/>
          </ac:spMkLst>
        </pc:spChg>
        <pc:spChg chg="mod topLvl">
          <ac:chgData name="Zhang, Zihao" userId="26112959-846b-4648-8ed6-22f7e11ddcd4" providerId="ADAL" clId="{F8497E4D-840E-4BED-88E6-A796F0822141}" dt="2025-01-03T00:42:01.572" v="118" actId="164"/>
          <ac:spMkLst>
            <pc:docMk/>
            <pc:sldMk cId="729349239" sldId="268"/>
            <ac:spMk id="3182" creationId="{C3E6E0B8-4E7B-5B5D-AC2F-C40412DBF10A}"/>
          </ac:spMkLst>
        </pc:spChg>
        <pc:spChg chg="mod topLvl">
          <ac:chgData name="Zhang, Zihao" userId="26112959-846b-4648-8ed6-22f7e11ddcd4" providerId="ADAL" clId="{F8497E4D-840E-4BED-88E6-A796F0822141}" dt="2025-01-03T00:42:01.572" v="118" actId="164"/>
          <ac:spMkLst>
            <pc:docMk/>
            <pc:sldMk cId="729349239" sldId="268"/>
            <ac:spMk id="3185" creationId="{F9316029-8858-9D8B-7B63-526C1B2EA5E6}"/>
          </ac:spMkLst>
        </pc:spChg>
        <pc:spChg chg="mod topLvl">
          <ac:chgData name="Zhang, Zihao" userId="26112959-846b-4648-8ed6-22f7e11ddcd4" providerId="ADAL" clId="{F8497E4D-840E-4BED-88E6-A796F0822141}" dt="2025-01-03T00:41:49.016" v="103" actId="164"/>
          <ac:spMkLst>
            <pc:docMk/>
            <pc:sldMk cId="729349239" sldId="268"/>
            <ac:spMk id="3191" creationId="{3C95D113-C898-1ACF-3AEA-5CF4D14A9B37}"/>
          </ac:spMkLst>
        </pc:spChg>
        <pc:spChg chg="mod topLvl">
          <ac:chgData name="Zhang, Zihao" userId="26112959-846b-4648-8ed6-22f7e11ddcd4" providerId="ADAL" clId="{F8497E4D-840E-4BED-88E6-A796F0822141}" dt="2025-01-03T00:42:01.572" v="118" actId="164"/>
          <ac:spMkLst>
            <pc:docMk/>
            <pc:sldMk cId="729349239" sldId="268"/>
            <ac:spMk id="3203" creationId="{47D5B09D-F0EC-7A2E-0559-DE7F8FEABB41}"/>
          </ac:spMkLst>
        </pc:spChg>
        <pc:spChg chg="mod topLvl">
          <ac:chgData name="Zhang, Zihao" userId="26112959-846b-4648-8ed6-22f7e11ddcd4" providerId="ADAL" clId="{F8497E4D-840E-4BED-88E6-A796F0822141}" dt="2025-01-03T00:42:01.572" v="118" actId="164"/>
          <ac:spMkLst>
            <pc:docMk/>
            <pc:sldMk cId="729349239" sldId="268"/>
            <ac:spMk id="3205" creationId="{865F77AF-3297-8137-EC08-96B9A6E6F91C}"/>
          </ac:spMkLst>
        </pc:spChg>
        <pc:spChg chg="mod topLvl">
          <ac:chgData name="Zhang, Zihao" userId="26112959-846b-4648-8ed6-22f7e11ddcd4" providerId="ADAL" clId="{F8497E4D-840E-4BED-88E6-A796F0822141}" dt="2025-01-03T00:42:01.572" v="118" actId="164"/>
          <ac:spMkLst>
            <pc:docMk/>
            <pc:sldMk cId="729349239" sldId="268"/>
            <ac:spMk id="3206" creationId="{BEBE7B6F-602B-BE47-0938-C66C65C8D1A7}"/>
          </ac:spMkLst>
        </pc:spChg>
        <pc:spChg chg="mod topLvl">
          <ac:chgData name="Zhang, Zihao" userId="26112959-846b-4648-8ed6-22f7e11ddcd4" providerId="ADAL" clId="{F8497E4D-840E-4BED-88E6-A796F0822141}" dt="2025-01-03T00:49:35.711" v="130" actId="1037"/>
          <ac:spMkLst>
            <pc:docMk/>
            <pc:sldMk cId="729349239" sldId="268"/>
            <ac:spMk id="3210" creationId="{1E7D2F7C-0FC8-8DFC-8A2E-9803619AA42D}"/>
          </ac:spMkLst>
        </pc:spChg>
        <pc:spChg chg="mod topLvl">
          <ac:chgData name="Zhang, Zihao" userId="26112959-846b-4648-8ed6-22f7e11ddcd4" providerId="ADAL" clId="{F8497E4D-840E-4BED-88E6-A796F0822141}" dt="2025-01-03T00:42:01.572" v="118" actId="164"/>
          <ac:spMkLst>
            <pc:docMk/>
            <pc:sldMk cId="729349239" sldId="268"/>
            <ac:spMk id="3211" creationId="{CEAF68A3-281B-BFD1-8CED-E742C225D41E}"/>
          </ac:spMkLst>
        </pc:spChg>
        <pc:spChg chg="mod topLvl">
          <ac:chgData name="Zhang, Zihao" userId="26112959-846b-4648-8ed6-22f7e11ddcd4" providerId="ADAL" clId="{F8497E4D-840E-4BED-88E6-A796F0822141}" dt="2025-01-03T00:42:01.572" v="118" actId="164"/>
          <ac:spMkLst>
            <pc:docMk/>
            <pc:sldMk cId="729349239" sldId="268"/>
            <ac:spMk id="3216" creationId="{E157FCDF-FD6E-B7F6-9BB9-C035533FCABF}"/>
          </ac:spMkLst>
        </pc:spChg>
        <pc:spChg chg="mod topLvl">
          <ac:chgData name="Zhang, Zihao" userId="26112959-846b-4648-8ed6-22f7e11ddcd4" providerId="ADAL" clId="{F8497E4D-840E-4BED-88E6-A796F0822141}" dt="2025-01-03T00:42:01.572" v="118" actId="164"/>
          <ac:spMkLst>
            <pc:docMk/>
            <pc:sldMk cId="729349239" sldId="268"/>
            <ac:spMk id="3218" creationId="{FA1719A1-EEFC-8DF8-CC97-DE4D35649572}"/>
          </ac:spMkLst>
        </pc:spChg>
        <pc:spChg chg="mod topLvl">
          <ac:chgData name="Zhang, Zihao" userId="26112959-846b-4648-8ed6-22f7e11ddcd4" providerId="ADAL" clId="{F8497E4D-840E-4BED-88E6-A796F0822141}" dt="2025-01-03T00:41:49.016" v="103" actId="164"/>
          <ac:spMkLst>
            <pc:docMk/>
            <pc:sldMk cId="729349239" sldId="268"/>
            <ac:spMk id="3220" creationId="{52917C8A-F8A5-5D79-E3C8-6EC280B86ECD}"/>
          </ac:spMkLst>
        </pc:spChg>
        <pc:spChg chg="mod topLvl">
          <ac:chgData name="Zhang, Zihao" userId="26112959-846b-4648-8ed6-22f7e11ddcd4" providerId="ADAL" clId="{F8497E4D-840E-4BED-88E6-A796F0822141}" dt="2025-01-03T00:42:01.572" v="118" actId="164"/>
          <ac:spMkLst>
            <pc:docMk/>
            <pc:sldMk cId="729349239" sldId="268"/>
            <ac:spMk id="3221" creationId="{4A1BB535-853E-614A-FE76-BADD67976D2A}"/>
          </ac:spMkLst>
        </pc:spChg>
        <pc:spChg chg="mod">
          <ac:chgData name="Zhang, Zihao" userId="26112959-846b-4648-8ed6-22f7e11ddcd4" providerId="ADAL" clId="{F8497E4D-840E-4BED-88E6-A796F0822141}" dt="2025-01-02T21:47:40.497" v="6" actId="113"/>
          <ac:spMkLst>
            <pc:docMk/>
            <pc:sldMk cId="729349239" sldId="268"/>
            <ac:spMk id="3675" creationId="{BDB58B14-318E-0967-F77C-8A3972B55745}"/>
          </ac:spMkLst>
        </pc:spChg>
        <pc:spChg chg="mod">
          <ac:chgData name="Zhang, Zihao" userId="26112959-846b-4648-8ed6-22f7e11ddcd4" providerId="ADAL" clId="{F8497E4D-840E-4BED-88E6-A796F0822141}" dt="2025-01-02T21:47:40.497" v="6" actId="113"/>
          <ac:spMkLst>
            <pc:docMk/>
            <pc:sldMk cId="729349239" sldId="268"/>
            <ac:spMk id="3676" creationId="{7206771C-902F-788D-BD47-2A14C97CF583}"/>
          </ac:spMkLst>
        </pc:spChg>
        <pc:spChg chg="mod">
          <ac:chgData name="Zhang, Zihao" userId="26112959-846b-4648-8ed6-22f7e11ddcd4" providerId="ADAL" clId="{F8497E4D-840E-4BED-88E6-A796F0822141}" dt="2025-01-02T21:47:44.358" v="7" actId="113"/>
          <ac:spMkLst>
            <pc:docMk/>
            <pc:sldMk cId="729349239" sldId="268"/>
            <ac:spMk id="3785" creationId="{5A82A5D7-40E4-6CE5-D329-6B748BCCA0BA}"/>
          </ac:spMkLst>
        </pc:spChg>
        <pc:spChg chg="mod">
          <ac:chgData name="Zhang, Zihao" userId="26112959-846b-4648-8ed6-22f7e11ddcd4" providerId="ADAL" clId="{F8497E4D-840E-4BED-88E6-A796F0822141}" dt="2025-01-02T21:47:44.358" v="7" actId="113"/>
          <ac:spMkLst>
            <pc:docMk/>
            <pc:sldMk cId="729349239" sldId="268"/>
            <ac:spMk id="3786" creationId="{672327E1-2D89-EC46-64D5-63F074E7F0FF}"/>
          </ac:spMkLst>
        </pc:spChg>
        <pc:grpChg chg="mod">
          <ac:chgData name="Zhang, Zihao" userId="26112959-846b-4648-8ed6-22f7e11ddcd4" providerId="ADAL" clId="{F8497E4D-840E-4BED-88E6-A796F0822141}" dt="2025-01-02T23:18:52.593" v="21" actId="1076"/>
          <ac:grpSpMkLst>
            <pc:docMk/>
            <pc:sldMk cId="729349239" sldId="268"/>
            <ac:grpSpMk id="6" creationId="{2EA5286A-EA8C-A523-FFB2-31E1AD91FF85}"/>
          </ac:grpSpMkLst>
        </pc:grpChg>
        <pc:grpChg chg="add mod ord">
          <ac:chgData name="Zhang, Zihao" userId="26112959-846b-4648-8ed6-22f7e11ddcd4" providerId="ADAL" clId="{F8497E4D-840E-4BED-88E6-A796F0822141}" dt="2025-01-03T00:40:57.837" v="99" actId="1035"/>
          <ac:grpSpMkLst>
            <pc:docMk/>
            <pc:sldMk cId="729349239" sldId="268"/>
            <ac:grpSpMk id="8" creationId="{2F55176B-4AC1-22BD-5039-2BE5944214A8}"/>
          </ac:grpSpMkLst>
        </pc:grpChg>
        <pc:grpChg chg="mod">
          <ac:chgData name="Zhang, Zihao" userId="26112959-846b-4648-8ed6-22f7e11ddcd4" providerId="ADAL" clId="{F8497E4D-840E-4BED-88E6-A796F0822141}" dt="2025-01-03T00:39:39.443" v="54"/>
          <ac:grpSpMkLst>
            <pc:docMk/>
            <pc:sldMk cId="729349239" sldId="268"/>
            <ac:grpSpMk id="12" creationId="{923A2E21-A966-CD1A-EA88-4AA9F7CDFF92}"/>
          </ac:grpSpMkLst>
        </pc:grpChg>
        <pc:grpChg chg="add del mod">
          <ac:chgData name="Zhang, Zihao" userId="26112959-846b-4648-8ed6-22f7e11ddcd4" providerId="ADAL" clId="{F8497E4D-840E-4BED-88E6-A796F0822141}" dt="2025-01-03T00:41:32.465" v="101" actId="165"/>
          <ac:grpSpMkLst>
            <pc:docMk/>
            <pc:sldMk cId="729349239" sldId="268"/>
            <ac:grpSpMk id="28" creationId="{56CBA111-E3B1-CB5A-ECFB-DFF3B34A3C7D}"/>
          </ac:grpSpMkLst>
        </pc:grpChg>
        <pc:grpChg chg="add mod">
          <ac:chgData name="Zhang, Zihao" userId="26112959-846b-4648-8ed6-22f7e11ddcd4" providerId="ADAL" clId="{F8497E4D-840E-4BED-88E6-A796F0822141}" dt="2025-01-03T00:42:01.572" v="118" actId="164"/>
          <ac:grpSpMkLst>
            <pc:docMk/>
            <pc:sldMk cId="729349239" sldId="268"/>
            <ac:grpSpMk id="31" creationId="{66EE3B7E-B718-1139-FB05-47C26A47B4E9}"/>
          </ac:grpSpMkLst>
        </pc:grpChg>
        <pc:grpChg chg="add mod">
          <ac:chgData name="Zhang, Zihao" userId="26112959-846b-4648-8ed6-22f7e11ddcd4" providerId="ADAL" clId="{F8497E4D-840E-4BED-88E6-A796F0822141}" dt="2025-01-03T00:42:01.572" v="118" actId="164"/>
          <ac:grpSpMkLst>
            <pc:docMk/>
            <pc:sldMk cId="729349239" sldId="268"/>
            <ac:grpSpMk id="32" creationId="{D9E47EC1-C9D7-55EB-74D9-D7107CD91135}"/>
          </ac:grpSpMkLst>
        </pc:grpChg>
        <pc:grpChg chg="del mod topLvl">
          <ac:chgData name="Zhang, Zihao" userId="26112959-846b-4648-8ed6-22f7e11ddcd4" providerId="ADAL" clId="{F8497E4D-840E-4BED-88E6-A796F0822141}" dt="2025-01-03T00:41:38.138" v="102" actId="165"/>
          <ac:grpSpMkLst>
            <pc:docMk/>
            <pc:sldMk cId="729349239" sldId="268"/>
            <ac:grpSpMk id="3224" creationId="{ED225941-978E-A65E-4FF8-059995D1F374}"/>
          </ac:grpSpMkLst>
        </pc:grpChg>
        <pc:grpChg chg="del">
          <ac:chgData name="Zhang, Zihao" userId="26112959-846b-4648-8ed6-22f7e11ddcd4" providerId="ADAL" clId="{F8497E4D-840E-4BED-88E6-A796F0822141}" dt="2025-01-03T00:39:48.924" v="57" actId="478"/>
          <ac:grpSpMkLst>
            <pc:docMk/>
            <pc:sldMk cId="729349239" sldId="268"/>
            <ac:grpSpMk id="3921" creationId="{88D1DF22-A50D-A802-2E45-8C26394ADD40}"/>
          </ac:grpSpMkLst>
        </pc:grpChg>
        <pc:cxnChg chg="mod topLvl">
          <ac:chgData name="Zhang, Zihao" userId="26112959-846b-4648-8ed6-22f7e11ddcd4" providerId="ADAL" clId="{F8497E4D-840E-4BED-88E6-A796F0822141}" dt="2025-01-03T00:42:01.572" v="118" actId="164"/>
          <ac:cxnSpMkLst>
            <pc:docMk/>
            <pc:sldMk cId="729349239" sldId="268"/>
            <ac:cxnSpMk id="17" creationId="{05AFC506-6E4D-A10B-0FB5-FA5448D6FDDE}"/>
          </ac:cxnSpMkLst>
        </pc:cxnChg>
        <pc:cxnChg chg="mod topLvl">
          <ac:chgData name="Zhang, Zihao" userId="26112959-846b-4648-8ed6-22f7e11ddcd4" providerId="ADAL" clId="{F8497E4D-840E-4BED-88E6-A796F0822141}" dt="2025-01-03T00:42:01.572" v="118" actId="164"/>
          <ac:cxnSpMkLst>
            <pc:docMk/>
            <pc:sldMk cId="729349239" sldId="268"/>
            <ac:cxnSpMk id="20" creationId="{1E282726-1543-FA68-EAAF-9CAEA66A9856}"/>
          </ac:cxnSpMkLst>
        </pc:cxnChg>
        <pc:cxnChg chg="mod topLvl">
          <ac:chgData name="Zhang, Zihao" userId="26112959-846b-4648-8ed6-22f7e11ddcd4" providerId="ADAL" clId="{F8497E4D-840E-4BED-88E6-A796F0822141}" dt="2025-01-03T00:42:01.572" v="118" actId="164"/>
          <ac:cxnSpMkLst>
            <pc:docMk/>
            <pc:sldMk cId="729349239" sldId="268"/>
            <ac:cxnSpMk id="22" creationId="{281C4A77-571B-212C-1BED-358F6E489414}"/>
          </ac:cxnSpMkLst>
        </pc:cxnChg>
        <pc:cxnChg chg="mod">
          <ac:chgData name="Zhang, Zihao" userId="26112959-846b-4648-8ed6-22f7e11ddcd4" providerId="ADAL" clId="{F8497E4D-840E-4BED-88E6-A796F0822141}" dt="2025-01-03T00:39:39.443" v="54"/>
          <ac:cxnSpMkLst>
            <pc:docMk/>
            <pc:sldMk cId="729349239" sldId="268"/>
            <ac:cxnSpMk id="27" creationId="{A8FB3F81-86FA-EA75-8519-7D6E6FF8CCC4}"/>
          </ac:cxnSpMkLst>
        </pc:cxnChg>
        <pc:cxnChg chg="add del mod">
          <ac:chgData name="Zhang, Zihao" userId="26112959-846b-4648-8ed6-22f7e11ddcd4" providerId="ADAL" clId="{F8497E4D-840E-4BED-88E6-A796F0822141}" dt="2025-01-03T00:41:01.465" v="100" actId="478"/>
          <ac:cxnSpMkLst>
            <pc:docMk/>
            <pc:sldMk cId="729349239" sldId="268"/>
            <ac:cxnSpMk id="30" creationId="{21F574F0-6646-08ED-B6A0-C2509E602ECF}"/>
          </ac:cxnSpMkLst>
        </pc:cxnChg>
      </pc:sldChg>
      <pc:sldChg chg="del">
        <pc:chgData name="Zhang, Zihao" userId="26112959-846b-4648-8ed6-22f7e11ddcd4" providerId="ADAL" clId="{F8497E4D-840E-4BED-88E6-A796F0822141}" dt="2025-01-02T00:07:35.854" v="0" actId="47"/>
        <pc:sldMkLst>
          <pc:docMk/>
          <pc:sldMk cId="1416019772" sldId="270"/>
        </pc:sldMkLst>
      </pc:sldChg>
      <pc:sldChg chg="del">
        <pc:chgData name="Zhang, Zihao" userId="26112959-846b-4648-8ed6-22f7e11ddcd4" providerId="ADAL" clId="{F8497E4D-840E-4BED-88E6-A796F0822141}" dt="2025-01-02T00:07:36.461" v="1" actId="47"/>
        <pc:sldMkLst>
          <pc:docMk/>
          <pc:sldMk cId="3822094833" sldId="271"/>
        </pc:sldMkLst>
      </pc:sldChg>
      <pc:sldChg chg="del">
        <pc:chgData name="Zhang, Zihao" userId="26112959-846b-4648-8ed6-22f7e11ddcd4" providerId="ADAL" clId="{F8497E4D-840E-4BED-88E6-A796F0822141}" dt="2025-01-02T00:07:39.344" v="4" actId="47"/>
        <pc:sldMkLst>
          <pc:docMk/>
          <pc:sldMk cId="3669502245" sldId="273"/>
        </pc:sldMkLst>
      </pc:sldChg>
      <pc:sldChg chg="del">
        <pc:chgData name="Zhang, Zihao" userId="26112959-846b-4648-8ed6-22f7e11ddcd4" providerId="ADAL" clId="{F8497E4D-840E-4BED-88E6-A796F0822141}" dt="2025-01-02T00:07:37.056" v="2" actId="47"/>
        <pc:sldMkLst>
          <pc:docMk/>
          <pc:sldMk cId="3264780388" sldId="275"/>
        </pc:sldMkLst>
      </pc:sldChg>
    </pc:docChg>
  </pc:docChgLst>
  <pc:docChgLst>
    <pc:chgData name="Zhang, Zihao" userId="26112959-846b-4648-8ed6-22f7e11ddcd4" providerId="ADAL" clId="{25D79D08-D0E7-4502-87CF-FD5C747A4D03}"/>
    <pc:docChg chg="delSld">
      <pc:chgData name="Zhang, Zihao" userId="26112959-846b-4648-8ed6-22f7e11ddcd4" providerId="ADAL" clId="{25D79D08-D0E7-4502-87CF-FD5C747A4D03}" dt="2025-01-02T00:03:13.382" v="1" actId="47"/>
      <pc:docMkLst>
        <pc:docMk/>
      </pc:docMkLst>
      <pc:sldChg chg="del">
        <pc:chgData name="Zhang, Zihao" userId="26112959-846b-4648-8ed6-22f7e11ddcd4" providerId="ADAL" clId="{25D79D08-D0E7-4502-87CF-FD5C747A4D03}" dt="2025-01-02T00:03:13.382" v="1" actId="47"/>
        <pc:sldMkLst>
          <pc:docMk/>
          <pc:sldMk cId="1892413208" sldId="272"/>
        </pc:sldMkLst>
      </pc:sldChg>
      <pc:sldChg chg="del">
        <pc:chgData name="Zhang, Zihao" userId="26112959-846b-4648-8ed6-22f7e11ddcd4" providerId="ADAL" clId="{25D79D08-D0E7-4502-87CF-FD5C747A4D03}" dt="2025-01-02T00:03:09.965" v="0" actId="47"/>
        <pc:sldMkLst>
          <pc:docMk/>
          <pc:sldMk cId="3470546515" sldId="27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92CD3C-B33B-43D3-97C7-5595ADBAC9F7}" type="datetimeFigureOut">
              <a:rPr lang="de-CH" smtClean="0"/>
              <a:t>04.01.2025</a:t>
            </a:fld>
            <a:endParaRPr lang="de-C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033588" y="1143000"/>
            <a:ext cx="27908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1ABF19-8814-492F-B913-F98008D5E4B4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6578181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03020" y="3142616"/>
            <a:ext cx="14767560" cy="6685280"/>
          </a:xfrm>
        </p:spPr>
        <p:txBody>
          <a:bodyPr anchor="b"/>
          <a:lstStyle>
            <a:lvl1pPr algn="ctr">
              <a:defRPr sz="11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71700" y="10085706"/>
            <a:ext cx="13030200" cy="4636134"/>
          </a:xfrm>
        </p:spPr>
        <p:txBody>
          <a:bodyPr/>
          <a:lstStyle>
            <a:lvl1pPr marL="0" indent="0" algn="ctr">
              <a:buNone/>
              <a:defRPr sz="4560"/>
            </a:lvl1pPr>
            <a:lvl2pPr marL="868680" indent="0" algn="ctr">
              <a:buNone/>
              <a:defRPr sz="3800"/>
            </a:lvl2pPr>
            <a:lvl3pPr marL="1737360" indent="0" algn="ctr">
              <a:buNone/>
              <a:defRPr sz="3420"/>
            </a:lvl3pPr>
            <a:lvl4pPr marL="2606040" indent="0" algn="ctr">
              <a:buNone/>
              <a:defRPr sz="3040"/>
            </a:lvl4pPr>
            <a:lvl5pPr marL="3474720" indent="0" algn="ctr">
              <a:buNone/>
              <a:defRPr sz="3040"/>
            </a:lvl5pPr>
            <a:lvl6pPr marL="4343400" indent="0" algn="ctr">
              <a:buNone/>
              <a:defRPr sz="3040"/>
            </a:lvl6pPr>
            <a:lvl7pPr marL="5212080" indent="0" algn="ctr">
              <a:buNone/>
              <a:defRPr sz="3040"/>
            </a:lvl7pPr>
            <a:lvl8pPr marL="6080760" indent="0" algn="ctr">
              <a:buNone/>
              <a:defRPr sz="3040"/>
            </a:lvl8pPr>
            <a:lvl9pPr marL="6949440" indent="0" algn="ctr">
              <a:buNone/>
              <a:defRPr sz="30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63825-4EC8-497F-B8F1-0B4DD83B134A}" type="datetimeFigureOut">
              <a:rPr lang="de-CH" smtClean="0"/>
              <a:t>04.01.2025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E7B5A-ACEA-482D-9939-D58235B30EE6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4510817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63825-4EC8-497F-B8F1-0B4DD83B134A}" type="datetimeFigureOut">
              <a:rPr lang="de-CH" smtClean="0"/>
              <a:t>04.01.2025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E7B5A-ACEA-482D-9939-D58235B30EE6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3578080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5387" y="4787270"/>
            <a:ext cx="14984730" cy="7987664"/>
          </a:xfrm>
        </p:spPr>
        <p:txBody>
          <a:bodyPr anchor="b"/>
          <a:lstStyle>
            <a:lvl1pPr>
              <a:defRPr sz="11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85387" y="12850500"/>
            <a:ext cx="14984730" cy="4200524"/>
          </a:xfrm>
        </p:spPr>
        <p:txBody>
          <a:bodyPr/>
          <a:lstStyle>
            <a:lvl1pPr marL="0" indent="0">
              <a:buNone/>
              <a:defRPr sz="4560">
                <a:solidFill>
                  <a:schemeClr val="tx1">
                    <a:tint val="82000"/>
                  </a:schemeClr>
                </a:solidFill>
              </a:defRPr>
            </a:lvl1pPr>
            <a:lvl2pPr marL="868680" indent="0">
              <a:buNone/>
              <a:defRPr sz="3800">
                <a:solidFill>
                  <a:schemeClr val="tx1">
                    <a:tint val="82000"/>
                  </a:schemeClr>
                </a:solidFill>
              </a:defRPr>
            </a:lvl2pPr>
            <a:lvl3pPr marL="1737360" indent="0">
              <a:buNone/>
              <a:defRPr sz="3420">
                <a:solidFill>
                  <a:schemeClr val="tx1">
                    <a:tint val="82000"/>
                  </a:schemeClr>
                </a:solidFill>
              </a:defRPr>
            </a:lvl3pPr>
            <a:lvl4pPr marL="2606040" indent="0">
              <a:buNone/>
              <a:defRPr sz="3040">
                <a:solidFill>
                  <a:schemeClr val="tx1">
                    <a:tint val="82000"/>
                  </a:schemeClr>
                </a:solidFill>
              </a:defRPr>
            </a:lvl4pPr>
            <a:lvl5pPr marL="3474720" indent="0">
              <a:buNone/>
              <a:defRPr sz="3040">
                <a:solidFill>
                  <a:schemeClr val="tx1">
                    <a:tint val="82000"/>
                  </a:schemeClr>
                </a:solidFill>
              </a:defRPr>
            </a:lvl5pPr>
            <a:lvl6pPr marL="4343400" indent="0">
              <a:buNone/>
              <a:defRPr sz="3040">
                <a:solidFill>
                  <a:schemeClr val="tx1">
                    <a:tint val="82000"/>
                  </a:schemeClr>
                </a:solidFill>
              </a:defRPr>
            </a:lvl6pPr>
            <a:lvl7pPr marL="5212080" indent="0">
              <a:buNone/>
              <a:defRPr sz="3040">
                <a:solidFill>
                  <a:schemeClr val="tx1">
                    <a:tint val="82000"/>
                  </a:schemeClr>
                </a:solidFill>
              </a:defRPr>
            </a:lvl7pPr>
            <a:lvl8pPr marL="6080760" indent="0">
              <a:buNone/>
              <a:defRPr sz="3040">
                <a:solidFill>
                  <a:schemeClr val="tx1">
                    <a:tint val="82000"/>
                  </a:schemeClr>
                </a:solidFill>
              </a:defRPr>
            </a:lvl8pPr>
            <a:lvl9pPr marL="6949440" indent="0">
              <a:buNone/>
              <a:defRPr sz="304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63825-4EC8-497F-B8F1-0B4DD83B134A}" type="datetimeFigureOut">
              <a:rPr lang="de-CH" smtClean="0"/>
              <a:t>04.01.2025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E7B5A-ACEA-482D-9939-D58235B30EE6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219154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94435" y="5111750"/>
            <a:ext cx="7383780" cy="121837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795385" y="5111750"/>
            <a:ext cx="7383780" cy="121837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63825-4EC8-497F-B8F1-0B4DD83B134A}" type="datetimeFigureOut">
              <a:rPr lang="de-CH" smtClean="0"/>
              <a:t>04.01.2025</a:t>
            </a:fld>
            <a:endParaRPr lang="de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E7B5A-ACEA-482D-9939-D58235B30EE6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7569652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6698" y="1022354"/>
            <a:ext cx="14984730" cy="37115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6700" y="4707256"/>
            <a:ext cx="7349846" cy="2306954"/>
          </a:xfrm>
        </p:spPr>
        <p:txBody>
          <a:bodyPr anchor="b"/>
          <a:lstStyle>
            <a:lvl1pPr marL="0" indent="0">
              <a:buNone/>
              <a:defRPr sz="4560" b="1"/>
            </a:lvl1pPr>
            <a:lvl2pPr marL="868680" indent="0">
              <a:buNone/>
              <a:defRPr sz="3800" b="1"/>
            </a:lvl2pPr>
            <a:lvl3pPr marL="1737360" indent="0">
              <a:buNone/>
              <a:defRPr sz="3420" b="1"/>
            </a:lvl3pPr>
            <a:lvl4pPr marL="2606040" indent="0">
              <a:buNone/>
              <a:defRPr sz="3040" b="1"/>
            </a:lvl4pPr>
            <a:lvl5pPr marL="3474720" indent="0">
              <a:buNone/>
              <a:defRPr sz="3040" b="1"/>
            </a:lvl5pPr>
            <a:lvl6pPr marL="4343400" indent="0">
              <a:buNone/>
              <a:defRPr sz="3040" b="1"/>
            </a:lvl6pPr>
            <a:lvl7pPr marL="5212080" indent="0">
              <a:buNone/>
              <a:defRPr sz="3040" b="1"/>
            </a:lvl7pPr>
            <a:lvl8pPr marL="6080760" indent="0">
              <a:buNone/>
              <a:defRPr sz="3040" b="1"/>
            </a:lvl8pPr>
            <a:lvl9pPr marL="6949440" indent="0">
              <a:buNone/>
              <a:defRPr sz="30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96700" y="7014210"/>
            <a:ext cx="7349846" cy="103168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795386" y="4707256"/>
            <a:ext cx="7386043" cy="2306954"/>
          </a:xfrm>
        </p:spPr>
        <p:txBody>
          <a:bodyPr anchor="b"/>
          <a:lstStyle>
            <a:lvl1pPr marL="0" indent="0">
              <a:buNone/>
              <a:defRPr sz="4560" b="1"/>
            </a:lvl1pPr>
            <a:lvl2pPr marL="868680" indent="0">
              <a:buNone/>
              <a:defRPr sz="3800" b="1"/>
            </a:lvl2pPr>
            <a:lvl3pPr marL="1737360" indent="0">
              <a:buNone/>
              <a:defRPr sz="3420" b="1"/>
            </a:lvl3pPr>
            <a:lvl4pPr marL="2606040" indent="0">
              <a:buNone/>
              <a:defRPr sz="3040" b="1"/>
            </a:lvl4pPr>
            <a:lvl5pPr marL="3474720" indent="0">
              <a:buNone/>
              <a:defRPr sz="3040" b="1"/>
            </a:lvl5pPr>
            <a:lvl6pPr marL="4343400" indent="0">
              <a:buNone/>
              <a:defRPr sz="3040" b="1"/>
            </a:lvl6pPr>
            <a:lvl7pPr marL="5212080" indent="0">
              <a:buNone/>
              <a:defRPr sz="3040" b="1"/>
            </a:lvl7pPr>
            <a:lvl8pPr marL="6080760" indent="0">
              <a:buNone/>
              <a:defRPr sz="3040" b="1"/>
            </a:lvl8pPr>
            <a:lvl9pPr marL="6949440" indent="0">
              <a:buNone/>
              <a:defRPr sz="30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795386" y="7014210"/>
            <a:ext cx="7386043" cy="103168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63825-4EC8-497F-B8F1-0B4DD83B134A}" type="datetimeFigureOut">
              <a:rPr lang="de-CH" smtClean="0"/>
              <a:t>04.01.2025</a:t>
            </a:fld>
            <a:endParaRPr lang="de-C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E7B5A-ACEA-482D-9939-D58235B30EE6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2301924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63825-4EC8-497F-B8F1-0B4DD83B134A}" type="datetimeFigureOut">
              <a:rPr lang="de-CH" smtClean="0"/>
              <a:t>04.01.2025</a:t>
            </a:fld>
            <a:endParaRPr lang="de-C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E7B5A-ACEA-482D-9939-D58235B30EE6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5087288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63825-4EC8-497F-B8F1-0B4DD83B134A}" type="datetimeFigureOut">
              <a:rPr lang="de-CH" smtClean="0"/>
              <a:t>04.01.2025</a:t>
            </a:fld>
            <a:endParaRPr lang="de-C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E7B5A-ACEA-482D-9939-D58235B30EE6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704407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6698" y="1280160"/>
            <a:ext cx="5603438" cy="4480560"/>
          </a:xfrm>
        </p:spPr>
        <p:txBody>
          <a:bodyPr anchor="b"/>
          <a:lstStyle>
            <a:lvl1pPr>
              <a:defRPr sz="60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86043" y="2764794"/>
            <a:ext cx="8795385" cy="13646150"/>
          </a:xfrm>
        </p:spPr>
        <p:txBody>
          <a:bodyPr/>
          <a:lstStyle>
            <a:lvl1pPr>
              <a:defRPr sz="6080"/>
            </a:lvl1pPr>
            <a:lvl2pPr>
              <a:defRPr sz="5320"/>
            </a:lvl2pPr>
            <a:lvl3pPr>
              <a:defRPr sz="4560"/>
            </a:lvl3pPr>
            <a:lvl4pPr>
              <a:defRPr sz="3800"/>
            </a:lvl4pPr>
            <a:lvl5pPr>
              <a:defRPr sz="3800"/>
            </a:lvl5pPr>
            <a:lvl6pPr>
              <a:defRPr sz="3800"/>
            </a:lvl6pPr>
            <a:lvl7pPr>
              <a:defRPr sz="3800"/>
            </a:lvl7pPr>
            <a:lvl8pPr>
              <a:defRPr sz="3800"/>
            </a:lvl8pPr>
            <a:lvl9pPr>
              <a:defRPr sz="3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6698" y="5760720"/>
            <a:ext cx="5603438" cy="10672446"/>
          </a:xfrm>
        </p:spPr>
        <p:txBody>
          <a:bodyPr/>
          <a:lstStyle>
            <a:lvl1pPr marL="0" indent="0">
              <a:buNone/>
              <a:defRPr sz="3040"/>
            </a:lvl1pPr>
            <a:lvl2pPr marL="868680" indent="0">
              <a:buNone/>
              <a:defRPr sz="2660"/>
            </a:lvl2pPr>
            <a:lvl3pPr marL="1737360" indent="0">
              <a:buNone/>
              <a:defRPr sz="2280"/>
            </a:lvl3pPr>
            <a:lvl4pPr marL="2606040" indent="0">
              <a:buNone/>
              <a:defRPr sz="1900"/>
            </a:lvl4pPr>
            <a:lvl5pPr marL="3474720" indent="0">
              <a:buNone/>
              <a:defRPr sz="1900"/>
            </a:lvl5pPr>
            <a:lvl6pPr marL="4343400" indent="0">
              <a:buNone/>
              <a:defRPr sz="1900"/>
            </a:lvl6pPr>
            <a:lvl7pPr marL="5212080" indent="0">
              <a:buNone/>
              <a:defRPr sz="1900"/>
            </a:lvl7pPr>
            <a:lvl8pPr marL="6080760" indent="0">
              <a:buNone/>
              <a:defRPr sz="1900"/>
            </a:lvl8pPr>
            <a:lvl9pPr marL="6949440" indent="0">
              <a:buNone/>
              <a:defRPr sz="1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63825-4EC8-497F-B8F1-0B4DD83B134A}" type="datetimeFigureOut">
              <a:rPr lang="de-CH" smtClean="0"/>
              <a:t>04.01.2025</a:t>
            </a:fld>
            <a:endParaRPr lang="de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E7B5A-ACEA-482D-9939-D58235B30EE6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8136600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6698" y="1280160"/>
            <a:ext cx="5603438" cy="4480560"/>
          </a:xfrm>
        </p:spPr>
        <p:txBody>
          <a:bodyPr anchor="b"/>
          <a:lstStyle>
            <a:lvl1pPr>
              <a:defRPr sz="60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6043" y="2764794"/>
            <a:ext cx="8795385" cy="13646150"/>
          </a:xfrm>
        </p:spPr>
        <p:txBody>
          <a:bodyPr anchor="t"/>
          <a:lstStyle>
            <a:lvl1pPr marL="0" indent="0">
              <a:buNone/>
              <a:defRPr sz="6080"/>
            </a:lvl1pPr>
            <a:lvl2pPr marL="868680" indent="0">
              <a:buNone/>
              <a:defRPr sz="5320"/>
            </a:lvl2pPr>
            <a:lvl3pPr marL="1737360" indent="0">
              <a:buNone/>
              <a:defRPr sz="4560"/>
            </a:lvl3pPr>
            <a:lvl4pPr marL="2606040" indent="0">
              <a:buNone/>
              <a:defRPr sz="3800"/>
            </a:lvl4pPr>
            <a:lvl5pPr marL="3474720" indent="0">
              <a:buNone/>
              <a:defRPr sz="3800"/>
            </a:lvl5pPr>
            <a:lvl6pPr marL="4343400" indent="0">
              <a:buNone/>
              <a:defRPr sz="3800"/>
            </a:lvl6pPr>
            <a:lvl7pPr marL="5212080" indent="0">
              <a:buNone/>
              <a:defRPr sz="3800"/>
            </a:lvl7pPr>
            <a:lvl8pPr marL="6080760" indent="0">
              <a:buNone/>
              <a:defRPr sz="3800"/>
            </a:lvl8pPr>
            <a:lvl9pPr marL="6949440" indent="0">
              <a:buNone/>
              <a:defRPr sz="38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6698" y="5760720"/>
            <a:ext cx="5603438" cy="10672446"/>
          </a:xfrm>
        </p:spPr>
        <p:txBody>
          <a:bodyPr/>
          <a:lstStyle>
            <a:lvl1pPr marL="0" indent="0">
              <a:buNone/>
              <a:defRPr sz="3040"/>
            </a:lvl1pPr>
            <a:lvl2pPr marL="868680" indent="0">
              <a:buNone/>
              <a:defRPr sz="2660"/>
            </a:lvl2pPr>
            <a:lvl3pPr marL="1737360" indent="0">
              <a:buNone/>
              <a:defRPr sz="2280"/>
            </a:lvl3pPr>
            <a:lvl4pPr marL="2606040" indent="0">
              <a:buNone/>
              <a:defRPr sz="1900"/>
            </a:lvl4pPr>
            <a:lvl5pPr marL="3474720" indent="0">
              <a:buNone/>
              <a:defRPr sz="1900"/>
            </a:lvl5pPr>
            <a:lvl6pPr marL="4343400" indent="0">
              <a:buNone/>
              <a:defRPr sz="1900"/>
            </a:lvl6pPr>
            <a:lvl7pPr marL="5212080" indent="0">
              <a:buNone/>
              <a:defRPr sz="1900"/>
            </a:lvl7pPr>
            <a:lvl8pPr marL="6080760" indent="0">
              <a:buNone/>
              <a:defRPr sz="1900"/>
            </a:lvl8pPr>
            <a:lvl9pPr marL="6949440" indent="0">
              <a:buNone/>
              <a:defRPr sz="1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63825-4EC8-497F-B8F1-0B4DD83B134A}" type="datetimeFigureOut">
              <a:rPr lang="de-CH" smtClean="0"/>
              <a:t>04.01.2025</a:t>
            </a:fld>
            <a:endParaRPr lang="de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E7B5A-ACEA-482D-9939-D58235B30EE6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6419180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63825-4EC8-497F-B8F1-0B4DD83B134A}" type="datetimeFigureOut">
              <a:rPr lang="de-CH" smtClean="0"/>
              <a:t>04.01.2025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E7B5A-ACEA-482D-9939-D58235B30EE6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566328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432983" y="1022350"/>
            <a:ext cx="3746183" cy="1627314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94436" y="1022350"/>
            <a:ext cx="11021378" cy="1627314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63825-4EC8-497F-B8F1-0B4DD83B134A}" type="datetimeFigureOut">
              <a:rPr lang="de-CH" smtClean="0"/>
              <a:t>04.01.2025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E7B5A-ACEA-482D-9939-D58235B30EE6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2075647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94435" y="1022354"/>
            <a:ext cx="14984730" cy="37115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4435" y="5111750"/>
            <a:ext cx="14984730" cy="121837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94435" y="17797784"/>
            <a:ext cx="3909060" cy="10223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2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663825-4EC8-497F-B8F1-0B4DD83B134A}" type="datetimeFigureOut">
              <a:rPr lang="de-CH" smtClean="0"/>
              <a:t>04.01.2025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755005" y="17797784"/>
            <a:ext cx="5863590" cy="10223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2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270105" y="17797784"/>
            <a:ext cx="3909060" cy="10223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2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CE7B5A-ACEA-482D-9939-D58235B30EE6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2894369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xStyles>
    <p:titleStyle>
      <a:lvl1pPr algn="l" defTabSz="1737360" rtl="0" eaLnBrk="1" latinLnBrk="0" hangingPunct="1">
        <a:lnSpc>
          <a:spcPct val="90000"/>
        </a:lnSpc>
        <a:spcBef>
          <a:spcPct val="0"/>
        </a:spcBef>
        <a:buNone/>
        <a:defRPr sz="83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34340" indent="-434340" algn="l" defTabSz="1737360" rtl="0" eaLnBrk="1" latinLnBrk="0" hangingPunct="1">
        <a:lnSpc>
          <a:spcPct val="90000"/>
        </a:lnSpc>
        <a:spcBef>
          <a:spcPts val="1900"/>
        </a:spcBef>
        <a:buFont typeface="Arial" panose="020B0604020202020204" pitchFamily="34" charset="0"/>
        <a:buChar char="•"/>
        <a:defRPr sz="5320" kern="1200">
          <a:solidFill>
            <a:schemeClr val="tx1"/>
          </a:solidFill>
          <a:latin typeface="+mn-lt"/>
          <a:ea typeface="+mn-ea"/>
          <a:cs typeface="+mn-cs"/>
        </a:defRPr>
      </a:lvl1pPr>
      <a:lvl2pPr marL="1303020" indent="-434340" algn="l" defTabSz="1737360" rtl="0" eaLnBrk="1" latinLnBrk="0" hangingPunct="1">
        <a:lnSpc>
          <a:spcPct val="90000"/>
        </a:lnSpc>
        <a:spcBef>
          <a:spcPts val="950"/>
        </a:spcBef>
        <a:buFont typeface="Arial" panose="020B0604020202020204" pitchFamily="34" charset="0"/>
        <a:buChar char="•"/>
        <a:defRPr sz="4560" kern="1200">
          <a:solidFill>
            <a:schemeClr val="tx1"/>
          </a:solidFill>
          <a:latin typeface="+mn-lt"/>
          <a:ea typeface="+mn-ea"/>
          <a:cs typeface="+mn-cs"/>
        </a:defRPr>
      </a:lvl2pPr>
      <a:lvl3pPr marL="2171700" indent="-434340" algn="l" defTabSz="1737360" rtl="0" eaLnBrk="1" latinLnBrk="0" hangingPunct="1">
        <a:lnSpc>
          <a:spcPct val="90000"/>
        </a:lnSpc>
        <a:spcBef>
          <a:spcPts val="950"/>
        </a:spcBef>
        <a:buFont typeface="Arial" panose="020B0604020202020204" pitchFamily="34" charset="0"/>
        <a:buChar char="•"/>
        <a:defRPr sz="3800" kern="1200">
          <a:solidFill>
            <a:schemeClr val="tx1"/>
          </a:solidFill>
          <a:latin typeface="+mn-lt"/>
          <a:ea typeface="+mn-ea"/>
          <a:cs typeface="+mn-cs"/>
        </a:defRPr>
      </a:lvl3pPr>
      <a:lvl4pPr marL="3040380" indent="-434340" algn="l" defTabSz="1737360" rtl="0" eaLnBrk="1" latinLnBrk="0" hangingPunct="1">
        <a:lnSpc>
          <a:spcPct val="90000"/>
        </a:lnSpc>
        <a:spcBef>
          <a:spcPts val="950"/>
        </a:spcBef>
        <a:buFont typeface="Arial" panose="020B0604020202020204" pitchFamily="34" charset="0"/>
        <a:buChar char="•"/>
        <a:defRPr sz="3420" kern="1200">
          <a:solidFill>
            <a:schemeClr val="tx1"/>
          </a:solidFill>
          <a:latin typeface="+mn-lt"/>
          <a:ea typeface="+mn-ea"/>
          <a:cs typeface="+mn-cs"/>
        </a:defRPr>
      </a:lvl4pPr>
      <a:lvl5pPr marL="3909060" indent="-434340" algn="l" defTabSz="1737360" rtl="0" eaLnBrk="1" latinLnBrk="0" hangingPunct="1">
        <a:lnSpc>
          <a:spcPct val="90000"/>
        </a:lnSpc>
        <a:spcBef>
          <a:spcPts val="950"/>
        </a:spcBef>
        <a:buFont typeface="Arial" panose="020B0604020202020204" pitchFamily="34" charset="0"/>
        <a:buChar char="•"/>
        <a:defRPr sz="3420" kern="1200">
          <a:solidFill>
            <a:schemeClr val="tx1"/>
          </a:solidFill>
          <a:latin typeface="+mn-lt"/>
          <a:ea typeface="+mn-ea"/>
          <a:cs typeface="+mn-cs"/>
        </a:defRPr>
      </a:lvl5pPr>
      <a:lvl6pPr marL="4777740" indent="-434340" algn="l" defTabSz="1737360" rtl="0" eaLnBrk="1" latinLnBrk="0" hangingPunct="1">
        <a:lnSpc>
          <a:spcPct val="90000"/>
        </a:lnSpc>
        <a:spcBef>
          <a:spcPts val="950"/>
        </a:spcBef>
        <a:buFont typeface="Arial" panose="020B0604020202020204" pitchFamily="34" charset="0"/>
        <a:buChar char="•"/>
        <a:defRPr sz="3420" kern="1200">
          <a:solidFill>
            <a:schemeClr val="tx1"/>
          </a:solidFill>
          <a:latin typeface="+mn-lt"/>
          <a:ea typeface="+mn-ea"/>
          <a:cs typeface="+mn-cs"/>
        </a:defRPr>
      </a:lvl6pPr>
      <a:lvl7pPr marL="5646420" indent="-434340" algn="l" defTabSz="1737360" rtl="0" eaLnBrk="1" latinLnBrk="0" hangingPunct="1">
        <a:lnSpc>
          <a:spcPct val="90000"/>
        </a:lnSpc>
        <a:spcBef>
          <a:spcPts val="950"/>
        </a:spcBef>
        <a:buFont typeface="Arial" panose="020B0604020202020204" pitchFamily="34" charset="0"/>
        <a:buChar char="•"/>
        <a:defRPr sz="3420" kern="1200">
          <a:solidFill>
            <a:schemeClr val="tx1"/>
          </a:solidFill>
          <a:latin typeface="+mn-lt"/>
          <a:ea typeface="+mn-ea"/>
          <a:cs typeface="+mn-cs"/>
        </a:defRPr>
      </a:lvl7pPr>
      <a:lvl8pPr marL="6515100" indent="-434340" algn="l" defTabSz="1737360" rtl="0" eaLnBrk="1" latinLnBrk="0" hangingPunct="1">
        <a:lnSpc>
          <a:spcPct val="90000"/>
        </a:lnSpc>
        <a:spcBef>
          <a:spcPts val="950"/>
        </a:spcBef>
        <a:buFont typeface="Arial" panose="020B0604020202020204" pitchFamily="34" charset="0"/>
        <a:buChar char="•"/>
        <a:defRPr sz="3420" kern="1200">
          <a:solidFill>
            <a:schemeClr val="tx1"/>
          </a:solidFill>
          <a:latin typeface="+mn-lt"/>
          <a:ea typeface="+mn-ea"/>
          <a:cs typeface="+mn-cs"/>
        </a:defRPr>
      </a:lvl8pPr>
      <a:lvl9pPr marL="7383780" indent="-434340" algn="l" defTabSz="1737360" rtl="0" eaLnBrk="1" latinLnBrk="0" hangingPunct="1">
        <a:lnSpc>
          <a:spcPct val="90000"/>
        </a:lnSpc>
        <a:spcBef>
          <a:spcPts val="950"/>
        </a:spcBef>
        <a:buFont typeface="Arial" panose="020B0604020202020204" pitchFamily="34" charset="0"/>
        <a:buChar char="•"/>
        <a:defRPr sz="34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737360" rtl="0" eaLnBrk="1" latinLnBrk="0" hangingPunct="1">
        <a:defRPr sz="3420" kern="1200">
          <a:solidFill>
            <a:schemeClr val="tx1"/>
          </a:solidFill>
          <a:latin typeface="+mn-lt"/>
          <a:ea typeface="+mn-ea"/>
          <a:cs typeface="+mn-cs"/>
        </a:defRPr>
      </a:lvl1pPr>
      <a:lvl2pPr marL="868680" algn="l" defTabSz="1737360" rtl="0" eaLnBrk="1" latinLnBrk="0" hangingPunct="1">
        <a:defRPr sz="3420" kern="1200">
          <a:solidFill>
            <a:schemeClr val="tx1"/>
          </a:solidFill>
          <a:latin typeface="+mn-lt"/>
          <a:ea typeface="+mn-ea"/>
          <a:cs typeface="+mn-cs"/>
        </a:defRPr>
      </a:lvl2pPr>
      <a:lvl3pPr marL="1737360" algn="l" defTabSz="1737360" rtl="0" eaLnBrk="1" latinLnBrk="0" hangingPunct="1">
        <a:defRPr sz="3420" kern="1200">
          <a:solidFill>
            <a:schemeClr val="tx1"/>
          </a:solidFill>
          <a:latin typeface="+mn-lt"/>
          <a:ea typeface="+mn-ea"/>
          <a:cs typeface="+mn-cs"/>
        </a:defRPr>
      </a:lvl3pPr>
      <a:lvl4pPr marL="2606040" algn="l" defTabSz="1737360" rtl="0" eaLnBrk="1" latinLnBrk="0" hangingPunct="1">
        <a:defRPr sz="3420" kern="1200">
          <a:solidFill>
            <a:schemeClr val="tx1"/>
          </a:solidFill>
          <a:latin typeface="+mn-lt"/>
          <a:ea typeface="+mn-ea"/>
          <a:cs typeface="+mn-cs"/>
        </a:defRPr>
      </a:lvl4pPr>
      <a:lvl5pPr marL="3474720" algn="l" defTabSz="1737360" rtl="0" eaLnBrk="1" latinLnBrk="0" hangingPunct="1">
        <a:defRPr sz="3420" kern="1200">
          <a:solidFill>
            <a:schemeClr val="tx1"/>
          </a:solidFill>
          <a:latin typeface="+mn-lt"/>
          <a:ea typeface="+mn-ea"/>
          <a:cs typeface="+mn-cs"/>
        </a:defRPr>
      </a:lvl5pPr>
      <a:lvl6pPr marL="4343400" algn="l" defTabSz="1737360" rtl="0" eaLnBrk="1" latinLnBrk="0" hangingPunct="1">
        <a:defRPr sz="3420" kern="1200">
          <a:solidFill>
            <a:schemeClr val="tx1"/>
          </a:solidFill>
          <a:latin typeface="+mn-lt"/>
          <a:ea typeface="+mn-ea"/>
          <a:cs typeface="+mn-cs"/>
        </a:defRPr>
      </a:lvl6pPr>
      <a:lvl7pPr marL="5212080" algn="l" defTabSz="1737360" rtl="0" eaLnBrk="1" latinLnBrk="0" hangingPunct="1">
        <a:defRPr sz="3420" kern="1200">
          <a:solidFill>
            <a:schemeClr val="tx1"/>
          </a:solidFill>
          <a:latin typeface="+mn-lt"/>
          <a:ea typeface="+mn-ea"/>
          <a:cs typeface="+mn-cs"/>
        </a:defRPr>
      </a:lvl7pPr>
      <a:lvl8pPr marL="6080760" algn="l" defTabSz="1737360" rtl="0" eaLnBrk="1" latinLnBrk="0" hangingPunct="1">
        <a:defRPr sz="3420" kern="1200">
          <a:solidFill>
            <a:schemeClr val="tx1"/>
          </a:solidFill>
          <a:latin typeface="+mn-lt"/>
          <a:ea typeface="+mn-ea"/>
          <a:cs typeface="+mn-cs"/>
        </a:defRPr>
      </a:lvl8pPr>
      <a:lvl9pPr marL="6949440" algn="l" defTabSz="1737360" rtl="0" eaLnBrk="1" latinLnBrk="0" hangingPunct="1">
        <a:defRPr sz="34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nordicenergy.or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2F55176B-4AC1-22BD-5039-2BE5944214A8}"/>
              </a:ext>
            </a:extLst>
          </p:cNvPr>
          <p:cNvGrpSpPr/>
          <p:nvPr/>
        </p:nvGrpSpPr>
        <p:grpSpPr>
          <a:xfrm>
            <a:off x="1525142" y="14692667"/>
            <a:ext cx="8407995" cy="3334225"/>
            <a:chOff x="1424804" y="14838971"/>
            <a:chExt cx="8407995" cy="3334225"/>
          </a:xfrm>
        </p:grpSpPr>
        <p:sp>
          <p:nvSpPr>
            <p:cNvPr id="9" name="Arc 8">
              <a:extLst>
                <a:ext uri="{FF2B5EF4-FFF2-40B4-BE49-F238E27FC236}">
                  <a16:creationId xmlns:a16="http://schemas.microsoft.com/office/drawing/2014/main" id="{36C5A56B-A8E4-85D1-4F4E-51C2EE652428}"/>
                </a:ext>
              </a:extLst>
            </p:cNvPr>
            <p:cNvSpPr/>
            <p:nvPr/>
          </p:nvSpPr>
          <p:spPr>
            <a:xfrm rot="3517460">
              <a:off x="1439913" y="14840230"/>
              <a:ext cx="2802041" cy="2832259"/>
            </a:xfrm>
            <a:prstGeom prst="arc">
              <a:avLst>
                <a:gd name="adj1" fmla="val 14488140"/>
                <a:gd name="adj2" fmla="val 192403"/>
              </a:avLst>
            </a:prstGeom>
            <a:noFill/>
            <a:ln w="38100">
              <a:solidFill>
                <a:srgbClr val="009890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0" name="Arc 9">
              <a:extLst>
                <a:ext uri="{FF2B5EF4-FFF2-40B4-BE49-F238E27FC236}">
                  <a16:creationId xmlns:a16="http://schemas.microsoft.com/office/drawing/2014/main" id="{4F11554B-8FA3-9437-0FA2-1A0F95E96118}"/>
                </a:ext>
              </a:extLst>
            </p:cNvPr>
            <p:cNvSpPr/>
            <p:nvPr/>
          </p:nvSpPr>
          <p:spPr>
            <a:xfrm rot="18082540" flipH="1">
              <a:off x="4349783" y="14840230"/>
              <a:ext cx="2802041" cy="2832259"/>
            </a:xfrm>
            <a:prstGeom prst="arc">
              <a:avLst>
                <a:gd name="adj1" fmla="val 14488140"/>
                <a:gd name="adj2" fmla="val 192403"/>
              </a:avLst>
            </a:prstGeom>
            <a:noFill/>
            <a:ln w="38100">
              <a:solidFill>
                <a:srgbClr val="E26FFF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249C531-9ADA-9904-EB5A-F1D04B81EA2A}"/>
                </a:ext>
              </a:extLst>
            </p:cNvPr>
            <p:cNvSpPr txBox="1"/>
            <p:nvPr/>
          </p:nvSpPr>
          <p:spPr>
            <a:xfrm>
              <a:off x="3607975" y="17803864"/>
              <a:ext cx="421066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solidFill>
                    <a:srgbClr val="00C862"/>
                  </a:solidFill>
                  <a:latin typeface="Roboto" panose="02000000000000000000" pitchFamily="2" charset="0"/>
                  <a:ea typeface="Roboto" panose="02000000000000000000" pitchFamily="2" charset="0"/>
                  <a:cs typeface="Arial" panose="020B0604020202020204" pitchFamily="34" charset="0"/>
                </a:rPr>
                <a:t>C</a:t>
              </a:r>
              <a:r>
                <a:rPr lang="en-US" dirty="0">
                  <a:latin typeface="Roboto" panose="02000000000000000000" pitchFamily="2" charset="0"/>
                  <a:ea typeface="Roboto" panose="02000000000000000000" pitchFamily="2" charset="0"/>
                  <a:cs typeface="Arial" panose="020B0604020202020204" pitchFamily="34" charset="0"/>
                </a:rPr>
                <a:t>O</a:t>
              </a:r>
              <a:r>
                <a:rPr lang="en-US" baseline="-25000" dirty="0">
                  <a:latin typeface="Roboto" panose="02000000000000000000" pitchFamily="2" charset="0"/>
                  <a:ea typeface="Roboto" panose="02000000000000000000" pitchFamily="2" charset="0"/>
                  <a:cs typeface="Arial" panose="020B0604020202020204" pitchFamily="34" charset="0"/>
                </a:rPr>
                <a:t>2</a:t>
              </a:r>
              <a:r>
                <a:rPr lang="en-US" dirty="0">
                  <a:latin typeface="Roboto" panose="02000000000000000000" pitchFamily="2" charset="0"/>
                  <a:ea typeface="Roboto" panose="02000000000000000000" pitchFamily="2" charset="0"/>
                  <a:cs typeface="Arial" panose="020B0604020202020204" pitchFamily="34" charset="0"/>
                </a:rPr>
                <a:t> + </a:t>
              </a:r>
              <a:r>
                <a:rPr lang="en-US" dirty="0">
                  <a:solidFill>
                    <a:srgbClr val="CC00FF"/>
                  </a:solidFill>
                  <a:latin typeface="Roboto" panose="02000000000000000000" pitchFamily="2" charset="0"/>
                  <a:ea typeface="Roboto" panose="02000000000000000000" pitchFamily="2" charset="0"/>
                  <a:cs typeface="Arial" panose="020B0604020202020204" pitchFamily="34" charset="0"/>
                </a:rPr>
                <a:t>4 C</a:t>
              </a:r>
              <a:r>
                <a:rPr lang="en-US" dirty="0">
                  <a:latin typeface="Roboto" panose="02000000000000000000" pitchFamily="2" charset="0"/>
                  <a:ea typeface="Roboto" panose="02000000000000000000" pitchFamily="2" charset="0"/>
                  <a:cs typeface="Arial" panose="020B0604020202020204" pitchFamily="34" charset="0"/>
                </a:rPr>
                <a:t> + </a:t>
              </a:r>
              <a:r>
                <a:rPr lang="en-US" dirty="0">
                  <a:solidFill>
                    <a:srgbClr val="00C862"/>
                  </a:solidFill>
                  <a:latin typeface="Roboto" panose="02000000000000000000" pitchFamily="2" charset="0"/>
                  <a:ea typeface="Roboto" panose="02000000000000000000" pitchFamily="2" charset="0"/>
                  <a:cs typeface="Arial" panose="020B0604020202020204" pitchFamily="34" charset="0"/>
                </a:rPr>
                <a:t>H</a:t>
              </a:r>
              <a:r>
                <a:rPr lang="en-US" baseline="-25000" dirty="0">
                  <a:solidFill>
                    <a:srgbClr val="00C862"/>
                  </a:solidFill>
                  <a:latin typeface="Roboto" panose="02000000000000000000" pitchFamily="2" charset="0"/>
                  <a:ea typeface="Roboto" panose="02000000000000000000" pitchFamily="2" charset="0"/>
                  <a:cs typeface="Arial" panose="020B0604020202020204" pitchFamily="34" charset="0"/>
                </a:rPr>
                <a:t>2</a:t>
              </a:r>
              <a:r>
                <a:rPr lang="en-US" dirty="0">
                  <a:latin typeface="Roboto" panose="02000000000000000000" pitchFamily="2" charset="0"/>
                  <a:ea typeface="Roboto" panose="02000000000000000000" pitchFamily="2" charset="0"/>
                  <a:cs typeface="Arial" panose="020B0604020202020204" pitchFamily="34" charset="0"/>
                </a:rPr>
                <a:t>O → </a:t>
              </a:r>
              <a:r>
                <a:rPr lang="en-US" dirty="0">
                  <a:solidFill>
                    <a:srgbClr val="CC00FF"/>
                  </a:solidFill>
                  <a:latin typeface="Roboto" panose="02000000000000000000" pitchFamily="2" charset="0"/>
                  <a:ea typeface="Roboto" panose="02000000000000000000" pitchFamily="2" charset="0"/>
                  <a:cs typeface="Arial" panose="020B0604020202020204" pitchFamily="34" charset="0"/>
                </a:rPr>
                <a:t>C</a:t>
              </a:r>
              <a:r>
                <a:rPr lang="en-US" baseline="-25000" dirty="0">
                  <a:solidFill>
                    <a:srgbClr val="CC00FF"/>
                  </a:solidFill>
                  <a:latin typeface="Roboto" panose="02000000000000000000" pitchFamily="2" charset="0"/>
                  <a:ea typeface="Roboto" panose="02000000000000000000" pitchFamily="2" charset="0"/>
                  <a:cs typeface="Arial" panose="020B0604020202020204" pitchFamily="34" charset="0"/>
                </a:rPr>
                <a:t>2</a:t>
              </a:r>
              <a:r>
                <a:rPr lang="en-US" dirty="0">
                  <a:solidFill>
                    <a:srgbClr val="00C862"/>
                  </a:solidFill>
                  <a:latin typeface="Roboto" panose="02000000000000000000" pitchFamily="2" charset="0"/>
                  <a:ea typeface="Roboto" panose="02000000000000000000" pitchFamily="2" charset="0"/>
                  <a:cs typeface="Arial" panose="020B0604020202020204" pitchFamily="34" charset="0"/>
                </a:rPr>
                <a:t>H</a:t>
              </a:r>
              <a:r>
                <a:rPr lang="en-US" baseline="-25000" dirty="0">
                  <a:solidFill>
                    <a:srgbClr val="00C862"/>
                  </a:solidFill>
                  <a:latin typeface="Roboto" panose="02000000000000000000" pitchFamily="2" charset="0"/>
                  <a:ea typeface="Roboto" panose="02000000000000000000" pitchFamily="2" charset="0"/>
                  <a:cs typeface="Arial" panose="020B0604020202020204" pitchFamily="34" charset="0"/>
                </a:rPr>
                <a:t>2</a:t>
              </a:r>
              <a:r>
                <a:rPr lang="en-US" dirty="0">
                  <a:latin typeface="Roboto" panose="02000000000000000000" pitchFamily="2" charset="0"/>
                  <a:ea typeface="Roboto" panose="02000000000000000000" pitchFamily="2" charset="0"/>
                  <a:cs typeface="Arial" panose="020B0604020202020204" pitchFamily="34" charset="0"/>
                </a:rPr>
                <a:t> + </a:t>
              </a:r>
              <a:r>
                <a:rPr lang="en-US" dirty="0">
                  <a:solidFill>
                    <a:srgbClr val="CC00FF"/>
                  </a:solidFill>
                  <a:latin typeface="Roboto" panose="02000000000000000000" pitchFamily="2" charset="0"/>
                  <a:ea typeface="Roboto" panose="02000000000000000000" pitchFamily="2" charset="0"/>
                  <a:cs typeface="Arial" panose="020B0604020202020204" pitchFamily="34" charset="0"/>
                </a:rPr>
                <a:t>2 C</a:t>
              </a:r>
              <a:r>
                <a:rPr lang="en-US" dirty="0">
                  <a:latin typeface="Roboto" panose="02000000000000000000" pitchFamily="2" charset="0"/>
                  <a:ea typeface="Roboto" panose="02000000000000000000" pitchFamily="2" charset="0"/>
                  <a:cs typeface="Arial" panose="020B0604020202020204" pitchFamily="34" charset="0"/>
                </a:rPr>
                <a:t>O + </a:t>
              </a:r>
              <a:r>
                <a:rPr lang="en-US" dirty="0">
                  <a:solidFill>
                    <a:srgbClr val="00C862"/>
                  </a:solidFill>
                  <a:latin typeface="Roboto" panose="02000000000000000000" pitchFamily="2" charset="0"/>
                  <a:ea typeface="Roboto" panose="02000000000000000000" pitchFamily="2" charset="0"/>
                  <a:cs typeface="Arial" panose="020B0604020202020204" pitchFamily="34" charset="0"/>
                </a:rPr>
                <a:t>C</a:t>
              </a:r>
              <a:r>
                <a:rPr lang="en-US" dirty="0">
                  <a:latin typeface="Roboto" panose="02000000000000000000" pitchFamily="2" charset="0"/>
                  <a:ea typeface="Roboto" panose="02000000000000000000" pitchFamily="2" charset="0"/>
                  <a:cs typeface="Arial" panose="020B0604020202020204" pitchFamily="34" charset="0"/>
                </a:rPr>
                <a:t>O</a:t>
              </a:r>
              <a:r>
                <a:rPr lang="en-US" i="1" dirty="0">
                  <a:solidFill>
                    <a:srgbClr val="E4325C"/>
                  </a:solidFill>
                  <a:latin typeface="Roboto" panose="02000000000000000000" pitchFamily="2" charset="0"/>
                  <a:ea typeface="Roboto" panose="02000000000000000000" pitchFamily="2" charset="0"/>
                  <a:cs typeface="Arial" panose="020B0604020202020204" pitchFamily="34" charset="0"/>
                </a:rPr>
                <a:t> </a:t>
              </a:r>
              <a:endParaRPr lang="de-CH" dirty="0">
                <a:solidFill>
                  <a:srgbClr val="E4325C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923A2E21-A966-CD1A-EA88-4AA9F7CDFF92}"/>
                </a:ext>
              </a:extLst>
            </p:cNvPr>
            <p:cNvGrpSpPr/>
            <p:nvPr/>
          </p:nvGrpSpPr>
          <p:grpSpPr>
            <a:xfrm>
              <a:off x="1643553" y="14838971"/>
              <a:ext cx="6928695" cy="2867965"/>
              <a:chOff x="1323549" y="9200841"/>
              <a:chExt cx="6928695" cy="2072751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37F79ED-4A8F-A1DC-55DA-F246A7D89F65}"/>
                  </a:ext>
                </a:extLst>
              </p:cNvPr>
              <p:cNvSpPr txBox="1"/>
              <p:nvPr/>
            </p:nvSpPr>
            <p:spPr>
              <a:xfrm>
                <a:off x="2536586" y="9200841"/>
                <a:ext cx="754238" cy="2669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solidFill>
                      <a:srgbClr val="00C862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C</a:t>
                </a:r>
                <a:r>
                  <a:rPr lang="en-US" dirty="0">
                    <a:latin typeface="Roboto" panose="02000000000000000000" pitchFamily="2" charset="0"/>
                    <a:ea typeface="Roboto" panose="02000000000000000000" pitchFamily="2" charset="0"/>
                  </a:rPr>
                  <a:t>O</a:t>
                </a:r>
                <a:r>
                  <a:rPr lang="en-US" baseline="-25000" dirty="0">
                    <a:latin typeface="Roboto" panose="02000000000000000000" pitchFamily="2" charset="0"/>
                    <a:ea typeface="Roboto" panose="02000000000000000000" pitchFamily="2" charset="0"/>
                  </a:rPr>
                  <a:t>2</a:t>
                </a:r>
                <a:endParaRPr lang="en-US" dirty="0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761A852-0C13-4556-4E3A-3919AACFA239}"/>
                  </a:ext>
                </a:extLst>
              </p:cNvPr>
              <p:cNvSpPr txBox="1"/>
              <p:nvPr/>
            </p:nvSpPr>
            <p:spPr>
              <a:xfrm>
                <a:off x="2299596" y="11006666"/>
                <a:ext cx="1042030" cy="2669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solidFill>
                      <a:srgbClr val="00C862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C</a:t>
                </a:r>
                <a:r>
                  <a:rPr lang="en-US" dirty="0">
                    <a:latin typeface="Roboto" panose="02000000000000000000" pitchFamily="2" charset="0"/>
                    <a:ea typeface="Roboto" panose="02000000000000000000" pitchFamily="2" charset="0"/>
                  </a:rPr>
                  <a:t>O/</a:t>
                </a:r>
                <a:r>
                  <a:rPr lang="en-US" dirty="0">
                    <a:solidFill>
                      <a:srgbClr val="E4325C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C</a:t>
                </a:r>
                <a:r>
                  <a:rPr lang="en-US" dirty="0">
                    <a:latin typeface="Roboto" panose="02000000000000000000" pitchFamily="2" charset="0"/>
                    <a:ea typeface="Roboto" panose="02000000000000000000" pitchFamily="2" charset="0"/>
                  </a:rPr>
                  <a:t>O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B794000-9D09-A111-E519-913086C5FDE1}"/>
                  </a:ext>
                </a:extLst>
              </p:cNvPr>
              <p:cNvSpPr txBox="1"/>
              <p:nvPr/>
            </p:nvSpPr>
            <p:spPr>
              <a:xfrm>
                <a:off x="4836443" y="9200842"/>
                <a:ext cx="1249927" cy="2669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latin typeface="Roboto" panose="02000000000000000000" pitchFamily="2" charset="0"/>
                    <a:ea typeface="Roboto" panose="02000000000000000000" pitchFamily="2" charset="0"/>
                  </a:rPr>
                  <a:t>Ba(OH)</a:t>
                </a:r>
                <a:r>
                  <a:rPr lang="en-US" baseline="-25000" dirty="0">
                    <a:latin typeface="Roboto" panose="02000000000000000000" pitchFamily="2" charset="0"/>
                    <a:ea typeface="Roboto" panose="02000000000000000000" pitchFamily="2" charset="0"/>
                  </a:rPr>
                  <a:t>2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3B271DD-ABFA-BDA6-F5B5-B9F9144A17E6}"/>
                  </a:ext>
                </a:extLst>
              </p:cNvPr>
              <p:cNvSpPr txBox="1"/>
              <p:nvPr/>
            </p:nvSpPr>
            <p:spPr>
              <a:xfrm>
                <a:off x="5053043" y="11006662"/>
                <a:ext cx="816727" cy="2669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latin typeface="Roboto" panose="02000000000000000000" pitchFamily="2" charset="0"/>
                    <a:ea typeface="Roboto" panose="02000000000000000000" pitchFamily="2" charset="0"/>
                  </a:rPr>
                  <a:t>Ba</a:t>
                </a:r>
                <a:r>
                  <a:rPr lang="en-US" dirty="0">
                    <a:solidFill>
                      <a:srgbClr val="CC00FF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C</a:t>
                </a:r>
                <a:r>
                  <a:rPr lang="en-US" baseline="-25000" dirty="0">
                    <a:solidFill>
                      <a:srgbClr val="CC00FF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2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870EA40-3FE6-6D3E-DE6C-E0B61E4CA82E}"/>
                  </a:ext>
                </a:extLst>
              </p:cNvPr>
              <p:cNvSpPr txBox="1"/>
              <p:nvPr/>
            </p:nvSpPr>
            <p:spPr>
              <a:xfrm>
                <a:off x="7498006" y="11006662"/>
                <a:ext cx="754238" cy="2669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solidFill>
                      <a:srgbClr val="00C862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H</a:t>
                </a:r>
                <a:r>
                  <a:rPr lang="en-US" baseline="-25000" dirty="0">
                    <a:solidFill>
                      <a:srgbClr val="00C862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2</a:t>
                </a:r>
                <a:r>
                  <a:rPr lang="en-US" dirty="0">
                    <a:latin typeface="Roboto" panose="02000000000000000000" pitchFamily="2" charset="0"/>
                    <a:ea typeface="Roboto" panose="02000000000000000000" pitchFamily="2" charset="0"/>
                  </a:rPr>
                  <a:t>O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380136A-E034-2BA3-B2B5-904FF7B43D21}"/>
                  </a:ext>
                </a:extLst>
              </p:cNvPr>
              <p:cNvSpPr txBox="1"/>
              <p:nvPr/>
            </p:nvSpPr>
            <p:spPr>
              <a:xfrm>
                <a:off x="7450336" y="9200842"/>
                <a:ext cx="754238" cy="2669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solidFill>
                      <a:srgbClr val="CC00FF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C</a:t>
                </a:r>
                <a:r>
                  <a:rPr lang="en-US" baseline="-25000" dirty="0">
                    <a:solidFill>
                      <a:srgbClr val="CC00FF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2</a:t>
                </a:r>
                <a:r>
                  <a:rPr lang="en-US" dirty="0">
                    <a:solidFill>
                      <a:srgbClr val="00C862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H</a:t>
                </a:r>
                <a:r>
                  <a:rPr lang="en-US" baseline="-25000" dirty="0">
                    <a:solidFill>
                      <a:srgbClr val="00C862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2</a:t>
                </a:r>
                <a:endParaRPr lang="en-US" dirty="0">
                  <a:solidFill>
                    <a:srgbClr val="00C862"/>
                  </a:solidFill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BBA8BCB-6CCA-CDC4-B5DC-0B6E92CFB9E4}"/>
                  </a:ext>
                </a:extLst>
              </p:cNvPr>
              <p:cNvSpPr txBox="1"/>
              <p:nvPr/>
            </p:nvSpPr>
            <p:spPr>
              <a:xfrm>
                <a:off x="1323549" y="10307353"/>
                <a:ext cx="2332807" cy="4671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E26FFF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C</a:t>
                </a:r>
              </a:p>
              <a:p>
                <a:pPr algn="ctr"/>
                <a:r>
                  <a:rPr lang="en-US" dirty="0">
                    <a:solidFill>
                      <a:srgbClr val="E26FFF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 (coal or biochar)</a:t>
                </a: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747EE14-9A7D-8664-D0DD-ADC02E32C4EE}"/>
                  </a:ext>
                </a:extLst>
              </p:cNvPr>
              <p:cNvSpPr txBox="1"/>
              <p:nvPr/>
            </p:nvSpPr>
            <p:spPr>
              <a:xfrm>
                <a:off x="4820990" y="10109467"/>
                <a:ext cx="1280832" cy="2669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latin typeface="Roboto" panose="02000000000000000000" pitchFamily="2" charset="0"/>
                    <a:ea typeface="Roboto" panose="02000000000000000000" pitchFamily="2" charset="0"/>
                  </a:rPr>
                  <a:t>Ba cycle</a:t>
                </a:r>
              </a:p>
            </p:txBody>
          </p:sp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287140C3-16B8-93BB-1DE0-037C6B4D638D}"/>
                  </a:ext>
                </a:extLst>
              </p:cNvPr>
              <p:cNvSpPr/>
              <p:nvPr/>
            </p:nvSpPr>
            <p:spPr>
              <a:xfrm>
                <a:off x="3496541" y="10027122"/>
                <a:ext cx="1030111" cy="345693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Ba</a:t>
                </a:r>
                <a:r>
                  <a:rPr lang="en-US" dirty="0">
                    <a:solidFill>
                      <a:srgbClr val="00C862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C</a:t>
                </a:r>
                <a:r>
                  <a:rPr lang="en-US" dirty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O</a:t>
                </a:r>
                <a:r>
                  <a:rPr lang="en-US" baseline="-25000" dirty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3</a:t>
                </a:r>
                <a:endParaRPr lang="de-CH" baseline="-2500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A8FB3F81-86FA-EA75-8519-7D6E6FF8CCC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37899" y="10550570"/>
                <a:ext cx="737080" cy="0"/>
              </a:xfrm>
              <a:prstGeom prst="straightConnector1">
                <a:avLst/>
              </a:prstGeom>
              <a:ln>
                <a:solidFill>
                  <a:srgbClr val="CC00FF"/>
                </a:solidFill>
                <a:headEnd type="none" w="med" len="med"/>
                <a:tailEnd type="arrow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" name="Arc 12">
              <a:extLst>
                <a:ext uri="{FF2B5EF4-FFF2-40B4-BE49-F238E27FC236}">
                  <a16:creationId xmlns:a16="http://schemas.microsoft.com/office/drawing/2014/main" id="{439C14C3-3301-7477-8BF4-1D4C6E6180C9}"/>
                </a:ext>
              </a:extLst>
            </p:cNvPr>
            <p:cNvSpPr/>
            <p:nvPr/>
          </p:nvSpPr>
          <p:spPr>
            <a:xfrm rot="14317460">
              <a:off x="7015649" y="14840230"/>
              <a:ext cx="2802041" cy="2832259"/>
            </a:xfrm>
            <a:prstGeom prst="arc">
              <a:avLst>
                <a:gd name="adj1" fmla="val 14488140"/>
                <a:gd name="adj2" fmla="val 192403"/>
              </a:avLst>
            </a:prstGeom>
            <a:noFill/>
            <a:ln w="38100">
              <a:solidFill>
                <a:srgbClr val="009890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4" name="Arc 13">
              <a:extLst>
                <a:ext uri="{FF2B5EF4-FFF2-40B4-BE49-F238E27FC236}">
                  <a16:creationId xmlns:a16="http://schemas.microsoft.com/office/drawing/2014/main" id="{EBA9998E-55E0-A950-5C53-428B41A8E247}"/>
                </a:ext>
              </a:extLst>
            </p:cNvPr>
            <p:cNvSpPr/>
            <p:nvPr/>
          </p:nvSpPr>
          <p:spPr>
            <a:xfrm rot="7282540" flipH="1">
              <a:off x="4158049" y="14840230"/>
              <a:ext cx="2802041" cy="2832259"/>
            </a:xfrm>
            <a:prstGeom prst="arc">
              <a:avLst>
                <a:gd name="adj1" fmla="val 14488140"/>
                <a:gd name="adj2" fmla="val 192403"/>
              </a:avLst>
            </a:prstGeom>
            <a:noFill/>
            <a:ln w="38100">
              <a:solidFill>
                <a:srgbClr val="E26FFF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</p:grpSp>
      <p:grpSp>
        <p:nvGrpSpPr>
          <p:cNvPr id="3783" name="Group 3782">
            <a:extLst>
              <a:ext uri="{FF2B5EF4-FFF2-40B4-BE49-F238E27FC236}">
                <a16:creationId xmlns:a16="http://schemas.microsoft.com/office/drawing/2014/main" id="{9DFF4503-5853-70B4-5BE6-002415DF0ECF}"/>
              </a:ext>
            </a:extLst>
          </p:cNvPr>
          <p:cNvGrpSpPr/>
          <p:nvPr/>
        </p:nvGrpSpPr>
        <p:grpSpPr>
          <a:xfrm>
            <a:off x="10063971" y="1599297"/>
            <a:ext cx="5127730" cy="5447234"/>
            <a:chOff x="10216441" y="8634509"/>
            <a:chExt cx="5228808" cy="5554610"/>
          </a:xfrm>
        </p:grpSpPr>
        <p:sp>
          <p:nvSpPr>
            <p:cNvPr id="3787" name="Freeform: Shape 3786">
              <a:extLst>
                <a:ext uri="{FF2B5EF4-FFF2-40B4-BE49-F238E27FC236}">
                  <a16:creationId xmlns:a16="http://schemas.microsoft.com/office/drawing/2014/main" id="{D6913811-C3B6-ADE7-3DE6-095CA027702D}"/>
                </a:ext>
              </a:extLst>
            </p:cNvPr>
            <p:cNvSpPr/>
            <p:nvPr/>
          </p:nvSpPr>
          <p:spPr>
            <a:xfrm>
              <a:off x="10773715" y="8634509"/>
              <a:ext cx="4640372" cy="5148119"/>
            </a:xfrm>
            <a:custGeom>
              <a:avLst/>
              <a:gdLst>
                <a:gd name="connsiteX0" fmla="*/ 0 w 1888637"/>
                <a:gd name="connsiteY0" fmla="*/ 2095291 h 2095291"/>
                <a:gd name="connsiteX1" fmla="*/ 1888638 w 1888637"/>
                <a:gd name="connsiteY1" fmla="*/ 2095291 h 2095291"/>
                <a:gd name="connsiteX2" fmla="*/ 1888638 w 1888637"/>
                <a:gd name="connsiteY2" fmla="*/ 0 h 2095291"/>
                <a:gd name="connsiteX3" fmla="*/ 0 w 1888637"/>
                <a:gd name="connsiteY3" fmla="*/ 0 h 2095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88637" h="2095291">
                  <a:moveTo>
                    <a:pt x="0" y="2095291"/>
                  </a:moveTo>
                  <a:lnTo>
                    <a:pt x="1888638" y="2095291"/>
                  </a:lnTo>
                  <a:lnTo>
                    <a:pt x="188863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268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788" name="Freeform: Shape 3787">
              <a:extLst>
                <a:ext uri="{FF2B5EF4-FFF2-40B4-BE49-F238E27FC236}">
                  <a16:creationId xmlns:a16="http://schemas.microsoft.com/office/drawing/2014/main" id="{2157AC69-B3F7-56A2-F7E0-6DB3ACE0FFB8}"/>
                </a:ext>
              </a:extLst>
            </p:cNvPr>
            <p:cNvSpPr/>
            <p:nvPr/>
          </p:nvSpPr>
          <p:spPr>
            <a:xfrm>
              <a:off x="10773715" y="13233490"/>
              <a:ext cx="4640372" cy="31268"/>
            </a:xfrm>
            <a:custGeom>
              <a:avLst/>
              <a:gdLst>
                <a:gd name="connsiteX0" fmla="*/ 0 w 1888637"/>
                <a:gd name="connsiteY0" fmla="*/ 0 h 12726"/>
                <a:gd name="connsiteX1" fmla="*/ 1888638 w 1888637"/>
                <a:gd name="connsiteY1" fmla="*/ 0 h 12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88637" h="12726">
                  <a:moveTo>
                    <a:pt x="0" y="0"/>
                  </a:moveTo>
                  <a:lnTo>
                    <a:pt x="1888638" y="0"/>
                  </a:lnTo>
                </a:path>
              </a:pathLst>
            </a:custGeom>
            <a:noFill/>
            <a:ln w="6342" cap="sq">
              <a:solidFill>
                <a:srgbClr val="80808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789" name="Freeform: Shape 3788">
              <a:extLst>
                <a:ext uri="{FF2B5EF4-FFF2-40B4-BE49-F238E27FC236}">
                  <a16:creationId xmlns:a16="http://schemas.microsoft.com/office/drawing/2014/main" id="{58262AC0-23AC-D1F3-18B2-05EBA32A9113}"/>
                </a:ext>
              </a:extLst>
            </p:cNvPr>
            <p:cNvSpPr/>
            <p:nvPr/>
          </p:nvSpPr>
          <p:spPr>
            <a:xfrm>
              <a:off x="11063749" y="9535681"/>
              <a:ext cx="580038" cy="3697807"/>
            </a:xfrm>
            <a:custGeom>
              <a:avLst/>
              <a:gdLst>
                <a:gd name="connsiteX0" fmla="*/ 0 w 236076"/>
                <a:gd name="connsiteY0" fmla="*/ 1505013 h 1505012"/>
                <a:gd name="connsiteX1" fmla="*/ 236077 w 236076"/>
                <a:gd name="connsiteY1" fmla="*/ 1505013 h 1505012"/>
                <a:gd name="connsiteX2" fmla="*/ 236077 w 236076"/>
                <a:gd name="connsiteY2" fmla="*/ 0 h 1505012"/>
                <a:gd name="connsiteX3" fmla="*/ 0 w 236076"/>
                <a:gd name="connsiteY3" fmla="*/ 0 h 1505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6076" h="1505012">
                  <a:moveTo>
                    <a:pt x="0" y="1505013"/>
                  </a:moveTo>
                  <a:lnTo>
                    <a:pt x="236077" y="1505013"/>
                  </a:lnTo>
                  <a:lnTo>
                    <a:pt x="23607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8383"/>
            </a:solidFill>
            <a:ln w="1268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790" name="Freeform: Shape 3789">
              <a:extLst>
                <a:ext uri="{FF2B5EF4-FFF2-40B4-BE49-F238E27FC236}">
                  <a16:creationId xmlns:a16="http://schemas.microsoft.com/office/drawing/2014/main" id="{995DC9EF-2090-70BA-3ACC-7B08161B7FC6}"/>
                </a:ext>
              </a:extLst>
            </p:cNvPr>
            <p:cNvSpPr/>
            <p:nvPr/>
          </p:nvSpPr>
          <p:spPr>
            <a:xfrm>
              <a:off x="12223826" y="13233490"/>
              <a:ext cx="580038" cy="31268"/>
            </a:xfrm>
            <a:custGeom>
              <a:avLst/>
              <a:gdLst>
                <a:gd name="connsiteX0" fmla="*/ 0 w 236076"/>
                <a:gd name="connsiteY0" fmla="*/ 0 h 12726"/>
                <a:gd name="connsiteX1" fmla="*/ 236077 w 236076"/>
                <a:gd name="connsiteY1" fmla="*/ 0 h 12726"/>
                <a:gd name="connsiteX2" fmla="*/ 236077 w 236076"/>
                <a:gd name="connsiteY2" fmla="*/ 0 h 12726"/>
                <a:gd name="connsiteX3" fmla="*/ 0 w 236076"/>
                <a:gd name="connsiteY3" fmla="*/ 0 h 12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6076" h="12726">
                  <a:moveTo>
                    <a:pt x="0" y="0"/>
                  </a:moveTo>
                  <a:lnTo>
                    <a:pt x="236077" y="0"/>
                  </a:lnTo>
                  <a:lnTo>
                    <a:pt x="23607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8383"/>
            </a:solidFill>
            <a:ln w="1268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791" name="Freeform: Shape 3790">
              <a:extLst>
                <a:ext uri="{FF2B5EF4-FFF2-40B4-BE49-F238E27FC236}">
                  <a16:creationId xmlns:a16="http://schemas.microsoft.com/office/drawing/2014/main" id="{85A22AC0-408B-3B02-4A0C-2C79E813553A}"/>
                </a:ext>
              </a:extLst>
            </p:cNvPr>
            <p:cNvSpPr/>
            <p:nvPr/>
          </p:nvSpPr>
          <p:spPr>
            <a:xfrm>
              <a:off x="13383906" y="12263727"/>
              <a:ext cx="580067" cy="969761"/>
            </a:xfrm>
            <a:custGeom>
              <a:avLst/>
              <a:gdLst>
                <a:gd name="connsiteX0" fmla="*/ 0 w 236088"/>
                <a:gd name="connsiteY0" fmla="*/ 394695 h 394694"/>
                <a:gd name="connsiteX1" fmla="*/ 236089 w 236088"/>
                <a:gd name="connsiteY1" fmla="*/ 394695 h 394694"/>
                <a:gd name="connsiteX2" fmla="*/ 236089 w 236088"/>
                <a:gd name="connsiteY2" fmla="*/ 0 h 394694"/>
                <a:gd name="connsiteX3" fmla="*/ 0 w 236088"/>
                <a:gd name="connsiteY3" fmla="*/ 0 h 3946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6088" h="394694">
                  <a:moveTo>
                    <a:pt x="0" y="394695"/>
                  </a:moveTo>
                  <a:lnTo>
                    <a:pt x="236089" y="394695"/>
                  </a:lnTo>
                  <a:lnTo>
                    <a:pt x="23608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8383"/>
            </a:solidFill>
            <a:ln w="1268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792" name="Freeform: Shape 3791">
              <a:extLst>
                <a:ext uri="{FF2B5EF4-FFF2-40B4-BE49-F238E27FC236}">
                  <a16:creationId xmlns:a16="http://schemas.microsoft.com/office/drawing/2014/main" id="{3A4693F0-4F1E-BA8A-9903-B12CC0E7B518}"/>
                </a:ext>
              </a:extLst>
            </p:cNvPr>
            <p:cNvSpPr/>
            <p:nvPr/>
          </p:nvSpPr>
          <p:spPr>
            <a:xfrm>
              <a:off x="14544013" y="13233490"/>
              <a:ext cx="580038" cy="31268"/>
            </a:xfrm>
            <a:custGeom>
              <a:avLst/>
              <a:gdLst>
                <a:gd name="connsiteX0" fmla="*/ 0 w 236076"/>
                <a:gd name="connsiteY0" fmla="*/ 0 h 12726"/>
                <a:gd name="connsiteX1" fmla="*/ 236077 w 236076"/>
                <a:gd name="connsiteY1" fmla="*/ 0 h 12726"/>
                <a:gd name="connsiteX2" fmla="*/ 236077 w 236076"/>
                <a:gd name="connsiteY2" fmla="*/ 0 h 12726"/>
                <a:gd name="connsiteX3" fmla="*/ 0 w 236076"/>
                <a:gd name="connsiteY3" fmla="*/ 0 h 12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6076" h="12726">
                  <a:moveTo>
                    <a:pt x="0" y="0"/>
                  </a:moveTo>
                  <a:lnTo>
                    <a:pt x="236077" y="0"/>
                  </a:lnTo>
                  <a:lnTo>
                    <a:pt x="23607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8383"/>
            </a:solidFill>
            <a:ln w="1268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793" name="Freeform: Shape 3792">
              <a:extLst>
                <a:ext uri="{FF2B5EF4-FFF2-40B4-BE49-F238E27FC236}">
                  <a16:creationId xmlns:a16="http://schemas.microsoft.com/office/drawing/2014/main" id="{D2E90EE6-5E2D-0B7C-8839-8E61E704CD21}"/>
                </a:ext>
              </a:extLst>
            </p:cNvPr>
            <p:cNvSpPr/>
            <p:nvPr/>
          </p:nvSpPr>
          <p:spPr>
            <a:xfrm>
              <a:off x="11063749" y="13233490"/>
              <a:ext cx="580038" cy="31268"/>
            </a:xfrm>
            <a:custGeom>
              <a:avLst/>
              <a:gdLst>
                <a:gd name="connsiteX0" fmla="*/ 0 w 236076"/>
                <a:gd name="connsiteY0" fmla="*/ 0 h 12726"/>
                <a:gd name="connsiteX1" fmla="*/ 236077 w 236076"/>
                <a:gd name="connsiteY1" fmla="*/ 0 h 12726"/>
                <a:gd name="connsiteX2" fmla="*/ 236077 w 236076"/>
                <a:gd name="connsiteY2" fmla="*/ 0 h 12726"/>
                <a:gd name="connsiteX3" fmla="*/ 0 w 236076"/>
                <a:gd name="connsiteY3" fmla="*/ 0 h 12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6076" h="12726">
                  <a:moveTo>
                    <a:pt x="0" y="0"/>
                  </a:moveTo>
                  <a:lnTo>
                    <a:pt x="236077" y="0"/>
                  </a:lnTo>
                  <a:lnTo>
                    <a:pt x="23607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B68"/>
            </a:solidFill>
            <a:ln w="1268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794" name="Freeform: Shape 3793">
              <a:extLst>
                <a:ext uri="{FF2B5EF4-FFF2-40B4-BE49-F238E27FC236}">
                  <a16:creationId xmlns:a16="http://schemas.microsoft.com/office/drawing/2014/main" id="{45CFCA65-3BDF-987A-B37E-39BD9A16FD45}"/>
                </a:ext>
              </a:extLst>
            </p:cNvPr>
            <p:cNvSpPr/>
            <p:nvPr/>
          </p:nvSpPr>
          <p:spPr>
            <a:xfrm>
              <a:off x="12223826" y="12471225"/>
              <a:ext cx="580038" cy="762265"/>
            </a:xfrm>
            <a:custGeom>
              <a:avLst/>
              <a:gdLst>
                <a:gd name="connsiteX0" fmla="*/ 0 w 236076"/>
                <a:gd name="connsiteY0" fmla="*/ 310243 h 310243"/>
                <a:gd name="connsiteX1" fmla="*/ 236077 w 236076"/>
                <a:gd name="connsiteY1" fmla="*/ 310243 h 310243"/>
                <a:gd name="connsiteX2" fmla="*/ 236077 w 236076"/>
                <a:gd name="connsiteY2" fmla="*/ 0 h 310243"/>
                <a:gd name="connsiteX3" fmla="*/ 0 w 236076"/>
                <a:gd name="connsiteY3" fmla="*/ 0 h 310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6076" h="310243">
                  <a:moveTo>
                    <a:pt x="0" y="310243"/>
                  </a:moveTo>
                  <a:lnTo>
                    <a:pt x="236077" y="310243"/>
                  </a:lnTo>
                  <a:lnTo>
                    <a:pt x="23607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B68"/>
            </a:solidFill>
            <a:ln w="1268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795" name="Freeform: Shape 3794">
              <a:extLst>
                <a:ext uri="{FF2B5EF4-FFF2-40B4-BE49-F238E27FC236}">
                  <a16:creationId xmlns:a16="http://schemas.microsoft.com/office/drawing/2014/main" id="{594711DF-A576-D5CC-D905-792B6FC2357C}"/>
                </a:ext>
              </a:extLst>
            </p:cNvPr>
            <p:cNvSpPr/>
            <p:nvPr/>
          </p:nvSpPr>
          <p:spPr>
            <a:xfrm>
              <a:off x="13383906" y="13233490"/>
              <a:ext cx="580067" cy="31268"/>
            </a:xfrm>
            <a:custGeom>
              <a:avLst/>
              <a:gdLst>
                <a:gd name="connsiteX0" fmla="*/ 0 w 236088"/>
                <a:gd name="connsiteY0" fmla="*/ 0 h 12726"/>
                <a:gd name="connsiteX1" fmla="*/ 236089 w 236088"/>
                <a:gd name="connsiteY1" fmla="*/ 0 h 12726"/>
                <a:gd name="connsiteX2" fmla="*/ 236089 w 236088"/>
                <a:gd name="connsiteY2" fmla="*/ 0 h 12726"/>
                <a:gd name="connsiteX3" fmla="*/ 0 w 236088"/>
                <a:gd name="connsiteY3" fmla="*/ 0 h 12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6088" h="12726">
                  <a:moveTo>
                    <a:pt x="0" y="0"/>
                  </a:moveTo>
                  <a:lnTo>
                    <a:pt x="236089" y="0"/>
                  </a:lnTo>
                  <a:lnTo>
                    <a:pt x="23608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B68"/>
            </a:solidFill>
            <a:ln w="1268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796" name="Freeform: Shape 3795">
              <a:extLst>
                <a:ext uri="{FF2B5EF4-FFF2-40B4-BE49-F238E27FC236}">
                  <a16:creationId xmlns:a16="http://schemas.microsoft.com/office/drawing/2014/main" id="{ED99508C-E9F9-54CA-0B7B-AD6BE07C37AA}"/>
                </a:ext>
              </a:extLst>
            </p:cNvPr>
            <p:cNvSpPr/>
            <p:nvPr/>
          </p:nvSpPr>
          <p:spPr>
            <a:xfrm>
              <a:off x="14544013" y="13233490"/>
              <a:ext cx="580038" cy="310965"/>
            </a:xfrm>
            <a:custGeom>
              <a:avLst/>
              <a:gdLst>
                <a:gd name="connsiteX0" fmla="*/ 0 w 236076"/>
                <a:gd name="connsiteY0" fmla="*/ 0 h 126563"/>
                <a:gd name="connsiteX1" fmla="*/ 236077 w 236076"/>
                <a:gd name="connsiteY1" fmla="*/ 0 h 126563"/>
                <a:gd name="connsiteX2" fmla="*/ 236077 w 236076"/>
                <a:gd name="connsiteY2" fmla="*/ 126564 h 126563"/>
                <a:gd name="connsiteX3" fmla="*/ 0 w 236076"/>
                <a:gd name="connsiteY3" fmla="*/ 126564 h 126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6076" h="126563">
                  <a:moveTo>
                    <a:pt x="0" y="0"/>
                  </a:moveTo>
                  <a:lnTo>
                    <a:pt x="236077" y="0"/>
                  </a:lnTo>
                  <a:lnTo>
                    <a:pt x="236077" y="126564"/>
                  </a:lnTo>
                  <a:lnTo>
                    <a:pt x="0" y="126564"/>
                  </a:lnTo>
                  <a:close/>
                </a:path>
              </a:pathLst>
            </a:custGeom>
            <a:solidFill>
              <a:srgbClr val="FFBB68"/>
            </a:solidFill>
            <a:ln w="1268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797" name="Freeform: Shape 3796">
              <a:extLst>
                <a:ext uri="{FF2B5EF4-FFF2-40B4-BE49-F238E27FC236}">
                  <a16:creationId xmlns:a16="http://schemas.microsoft.com/office/drawing/2014/main" id="{A53365A1-06AF-2C4C-9185-1D992F8DF961}"/>
                </a:ext>
              </a:extLst>
            </p:cNvPr>
            <p:cNvSpPr/>
            <p:nvPr/>
          </p:nvSpPr>
          <p:spPr>
            <a:xfrm>
              <a:off x="11063749" y="9419006"/>
              <a:ext cx="580038" cy="116675"/>
            </a:xfrm>
            <a:custGeom>
              <a:avLst/>
              <a:gdLst>
                <a:gd name="connsiteX0" fmla="*/ 0 w 236076"/>
                <a:gd name="connsiteY0" fmla="*/ 47487 h 47487"/>
                <a:gd name="connsiteX1" fmla="*/ 236077 w 236076"/>
                <a:gd name="connsiteY1" fmla="*/ 47487 h 47487"/>
                <a:gd name="connsiteX2" fmla="*/ 236077 w 236076"/>
                <a:gd name="connsiteY2" fmla="*/ 0 h 47487"/>
                <a:gd name="connsiteX3" fmla="*/ 0 w 236076"/>
                <a:gd name="connsiteY3" fmla="*/ 0 h 47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6076" h="47487">
                  <a:moveTo>
                    <a:pt x="0" y="47487"/>
                  </a:moveTo>
                  <a:lnTo>
                    <a:pt x="236077" y="47487"/>
                  </a:lnTo>
                  <a:lnTo>
                    <a:pt x="23607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EA83"/>
            </a:solidFill>
            <a:ln w="1268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798" name="Freeform: Shape 3797">
              <a:extLst>
                <a:ext uri="{FF2B5EF4-FFF2-40B4-BE49-F238E27FC236}">
                  <a16:creationId xmlns:a16="http://schemas.microsoft.com/office/drawing/2014/main" id="{3B9A8C60-A3D2-4DA5-65E9-C1B92471A642}"/>
                </a:ext>
              </a:extLst>
            </p:cNvPr>
            <p:cNvSpPr/>
            <p:nvPr/>
          </p:nvSpPr>
          <p:spPr>
            <a:xfrm>
              <a:off x="12223826" y="12067111"/>
              <a:ext cx="580038" cy="404114"/>
            </a:xfrm>
            <a:custGeom>
              <a:avLst/>
              <a:gdLst>
                <a:gd name="connsiteX0" fmla="*/ 0 w 236076"/>
                <a:gd name="connsiteY0" fmla="*/ 164475 h 164475"/>
                <a:gd name="connsiteX1" fmla="*/ 236077 w 236076"/>
                <a:gd name="connsiteY1" fmla="*/ 164475 h 164475"/>
                <a:gd name="connsiteX2" fmla="*/ 236077 w 236076"/>
                <a:gd name="connsiteY2" fmla="*/ 0 h 164475"/>
                <a:gd name="connsiteX3" fmla="*/ 0 w 236076"/>
                <a:gd name="connsiteY3" fmla="*/ 0 h 164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6076" h="164475">
                  <a:moveTo>
                    <a:pt x="0" y="164475"/>
                  </a:moveTo>
                  <a:lnTo>
                    <a:pt x="236077" y="164475"/>
                  </a:lnTo>
                  <a:lnTo>
                    <a:pt x="23607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EA83"/>
            </a:solidFill>
            <a:ln w="1268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799" name="Freeform: Shape 3798">
              <a:extLst>
                <a:ext uri="{FF2B5EF4-FFF2-40B4-BE49-F238E27FC236}">
                  <a16:creationId xmlns:a16="http://schemas.microsoft.com/office/drawing/2014/main" id="{542D26B6-5A62-C763-5A59-132F9DF33ADB}"/>
                </a:ext>
              </a:extLst>
            </p:cNvPr>
            <p:cNvSpPr/>
            <p:nvPr/>
          </p:nvSpPr>
          <p:spPr>
            <a:xfrm>
              <a:off x="13383906" y="12147064"/>
              <a:ext cx="580067" cy="116663"/>
            </a:xfrm>
            <a:custGeom>
              <a:avLst/>
              <a:gdLst>
                <a:gd name="connsiteX0" fmla="*/ 0 w 236088"/>
                <a:gd name="connsiteY0" fmla="*/ 47482 h 47482"/>
                <a:gd name="connsiteX1" fmla="*/ 236089 w 236088"/>
                <a:gd name="connsiteY1" fmla="*/ 47482 h 47482"/>
                <a:gd name="connsiteX2" fmla="*/ 236089 w 236088"/>
                <a:gd name="connsiteY2" fmla="*/ 0 h 47482"/>
                <a:gd name="connsiteX3" fmla="*/ 0 w 236088"/>
                <a:gd name="connsiteY3" fmla="*/ 0 h 47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6088" h="47482">
                  <a:moveTo>
                    <a:pt x="0" y="47482"/>
                  </a:moveTo>
                  <a:lnTo>
                    <a:pt x="236089" y="47482"/>
                  </a:lnTo>
                  <a:lnTo>
                    <a:pt x="23608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EA83"/>
            </a:solidFill>
            <a:ln w="1268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800" name="Freeform: Shape 3799">
              <a:extLst>
                <a:ext uri="{FF2B5EF4-FFF2-40B4-BE49-F238E27FC236}">
                  <a16:creationId xmlns:a16="http://schemas.microsoft.com/office/drawing/2014/main" id="{3B7B5606-270A-CB10-42B0-B516968C1EF9}"/>
                </a:ext>
              </a:extLst>
            </p:cNvPr>
            <p:cNvSpPr/>
            <p:nvPr/>
          </p:nvSpPr>
          <p:spPr>
            <a:xfrm>
              <a:off x="14544013" y="12829344"/>
              <a:ext cx="580038" cy="404146"/>
            </a:xfrm>
            <a:custGeom>
              <a:avLst/>
              <a:gdLst>
                <a:gd name="connsiteX0" fmla="*/ 0 w 236076"/>
                <a:gd name="connsiteY0" fmla="*/ 164488 h 164488"/>
                <a:gd name="connsiteX1" fmla="*/ 236077 w 236076"/>
                <a:gd name="connsiteY1" fmla="*/ 164488 h 164488"/>
                <a:gd name="connsiteX2" fmla="*/ 236077 w 236076"/>
                <a:gd name="connsiteY2" fmla="*/ 0 h 164488"/>
                <a:gd name="connsiteX3" fmla="*/ 0 w 236076"/>
                <a:gd name="connsiteY3" fmla="*/ 0 h 164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6076" h="164488">
                  <a:moveTo>
                    <a:pt x="0" y="164488"/>
                  </a:moveTo>
                  <a:lnTo>
                    <a:pt x="236077" y="164488"/>
                  </a:lnTo>
                  <a:lnTo>
                    <a:pt x="23607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EA83"/>
            </a:solidFill>
            <a:ln w="1268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801" name="Freeform: Shape 3800">
              <a:extLst>
                <a:ext uri="{FF2B5EF4-FFF2-40B4-BE49-F238E27FC236}">
                  <a16:creationId xmlns:a16="http://schemas.microsoft.com/office/drawing/2014/main" id="{A8277910-14A5-51AC-0D03-7ECE684DADFA}"/>
                </a:ext>
              </a:extLst>
            </p:cNvPr>
            <p:cNvSpPr/>
            <p:nvPr/>
          </p:nvSpPr>
          <p:spPr>
            <a:xfrm>
              <a:off x="11063749" y="13233490"/>
              <a:ext cx="580038" cy="31268"/>
            </a:xfrm>
            <a:custGeom>
              <a:avLst/>
              <a:gdLst>
                <a:gd name="connsiteX0" fmla="*/ 0 w 236076"/>
                <a:gd name="connsiteY0" fmla="*/ 0 h 12726"/>
                <a:gd name="connsiteX1" fmla="*/ 236077 w 236076"/>
                <a:gd name="connsiteY1" fmla="*/ 0 h 12726"/>
                <a:gd name="connsiteX2" fmla="*/ 236077 w 236076"/>
                <a:gd name="connsiteY2" fmla="*/ 0 h 12726"/>
                <a:gd name="connsiteX3" fmla="*/ 0 w 236076"/>
                <a:gd name="connsiteY3" fmla="*/ 0 h 12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6076" h="12726">
                  <a:moveTo>
                    <a:pt x="0" y="0"/>
                  </a:moveTo>
                  <a:lnTo>
                    <a:pt x="236077" y="0"/>
                  </a:lnTo>
                  <a:lnTo>
                    <a:pt x="23607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5D462"/>
            </a:solidFill>
            <a:ln w="1268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802" name="Freeform: Shape 3801">
              <a:extLst>
                <a:ext uri="{FF2B5EF4-FFF2-40B4-BE49-F238E27FC236}">
                  <a16:creationId xmlns:a16="http://schemas.microsoft.com/office/drawing/2014/main" id="{D1394AC2-56D6-933F-50A6-EA12853F2CE3}"/>
                </a:ext>
              </a:extLst>
            </p:cNvPr>
            <p:cNvSpPr/>
            <p:nvPr/>
          </p:nvSpPr>
          <p:spPr>
            <a:xfrm>
              <a:off x="12223826" y="12055917"/>
              <a:ext cx="580038" cy="11194"/>
            </a:xfrm>
            <a:custGeom>
              <a:avLst/>
              <a:gdLst>
                <a:gd name="connsiteX0" fmla="*/ 0 w 236076"/>
                <a:gd name="connsiteY0" fmla="*/ 4556 h 4556"/>
                <a:gd name="connsiteX1" fmla="*/ 236077 w 236076"/>
                <a:gd name="connsiteY1" fmla="*/ 4556 h 4556"/>
                <a:gd name="connsiteX2" fmla="*/ 236077 w 236076"/>
                <a:gd name="connsiteY2" fmla="*/ 0 h 4556"/>
                <a:gd name="connsiteX3" fmla="*/ 0 w 236076"/>
                <a:gd name="connsiteY3" fmla="*/ 0 h 4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6076" h="4556">
                  <a:moveTo>
                    <a:pt x="0" y="4556"/>
                  </a:moveTo>
                  <a:lnTo>
                    <a:pt x="236077" y="4556"/>
                  </a:lnTo>
                  <a:lnTo>
                    <a:pt x="23607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5D462"/>
            </a:solidFill>
            <a:ln w="1268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803" name="Freeform: Shape 3802">
              <a:extLst>
                <a:ext uri="{FF2B5EF4-FFF2-40B4-BE49-F238E27FC236}">
                  <a16:creationId xmlns:a16="http://schemas.microsoft.com/office/drawing/2014/main" id="{84C15EF6-2CDC-0E31-387D-04EFC3EFB7B3}"/>
                </a:ext>
              </a:extLst>
            </p:cNvPr>
            <p:cNvSpPr/>
            <p:nvPr/>
          </p:nvSpPr>
          <p:spPr>
            <a:xfrm>
              <a:off x="13383906" y="13233490"/>
              <a:ext cx="580067" cy="31268"/>
            </a:xfrm>
            <a:custGeom>
              <a:avLst/>
              <a:gdLst>
                <a:gd name="connsiteX0" fmla="*/ 0 w 236088"/>
                <a:gd name="connsiteY0" fmla="*/ 0 h 12726"/>
                <a:gd name="connsiteX1" fmla="*/ 236089 w 236088"/>
                <a:gd name="connsiteY1" fmla="*/ 0 h 12726"/>
                <a:gd name="connsiteX2" fmla="*/ 236089 w 236088"/>
                <a:gd name="connsiteY2" fmla="*/ 0 h 12726"/>
                <a:gd name="connsiteX3" fmla="*/ 0 w 236088"/>
                <a:gd name="connsiteY3" fmla="*/ 0 h 12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6088" h="12726">
                  <a:moveTo>
                    <a:pt x="0" y="0"/>
                  </a:moveTo>
                  <a:lnTo>
                    <a:pt x="236089" y="0"/>
                  </a:lnTo>
                  <a:lnTo>
                    <a:pt x="23608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5D462"/>
            </a:solidFill>
            <a:ln w="1268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804" name="Freeform: Shape 3803">
              <a:extLst>
                <a:ext uri="{FF2B5EF4-FFF2-40B4-BE49-F238E27FC236}">
                  <a16:creationId xmlns:a16="http://schemas.microsoft.com/office/drawing/2014/main" id="{DD806FF5-8093-3653-CEAA-D7166409223E}"/>
                </a:ext>
              </a:extLst>
            </p:cNvPr>
            <p:cNvSpPr/>
            <p:nvPr/>
          </p:nvSpPr>
          <p:spPr>
            <a:xfrm>
              <a:off x="14544013" y="12818182"/>
              <a:ext cx="580038" cy="11162"/>
            </a:xfrm>
            <a:custGeom>
              <a:avLst/>
              <a:gdLst>
                <a:gd name="connsiteX0" fmla="*/ 0 w 236076"/>
                <a:gd name="connsiteY0" fmla="*/ 4543 h 4543"/>
                <a:gd name="connsiteX1" fmla="*/ 236077 w 236076"/>
                <a:gd name="connsiteY1" fmla="*/ 4543 h 4543"/>
                <a:gd name="connsiteX2" fmla="*/ 236077 w 236076"/>
                <a:gd name="connsiteY2" fmla="*/ 0 h 4543"/>
                <a:gd name="connsiteX3" fmla="*/ 0 w 236076"/>
                <a:gd name="connsiteY3" fmla="*/ 0 h 4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6076" h="4543">
                  <a:moveTo>
                    <a:pt x="0" y="4543"/>
                  </a:moveTo>
                  <a:lnTo>
                    <a:pt x="236077" y="4543"/>
                  </a:lnTo>
                  <a:lnTo>
                    <a:pt x="23607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5D462"/>
            </a:solidFill>
            <a:ln w="1268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805" name="Freeform: Shape 3804">
              <a:extLst>
                <a:ext uri="{FF2B5EF4-FFF2-40B4-BE49-F238E27FC236}">
                  <a16:creationId xmlns:a16="http://schemas.microsoft.com/office/drawing/2014/main" id="{3A5EC83F-348F-A5B0-618B-40F583CC3546}"/>
                </a:ext>
              </a:extLst>
            </p:cNvPr>
            <p:cNvSpPr/>
            <p:nvPr/>
          </p:nvSpPr>
          <p:spPr>
            <a:xfrm>
              <a:off x="11063749" y="9417146"/>
              <a:ext cx="580038" cy="1860"/>
            </a:xfrm>
            <a:custGeom>
              <a:avLst/>
              <a:gdLst>
                <a:gd name="connsiteX0" fmla="*/ 0 w 236076"/>
                <a:gd name="connsiteY0" fmla="*/ 757 h 757"/>
                <a:gd name="connsiteX1" fmla="*/ 236077 w 236076"/>
                <a:gd name="connsiteY1" fmla="*/ 757 h 757"/>
                <a:gd name="connsiteX2" fmla="*/ 236077 w 236076"/>
                <a:gd name="connsiteY2" fmla="*/ 0 h 757"/>
                <a:gd name="connsiteX3" fmla="*/ 0 w 236076"/>
                <a:gd name="connsiteY3" fmla="*/ 0 h 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6076" h="757">
                  <a:moveTo>
                    <a:pt x="0" y="757"/>
                  </a:moveTo>
                  <a:lnTo>
                    <a:pt x="236077" y="757"/>
                  </a:lnTo>
                  <a:lnTo>
                    <a:pt x="23607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AE9F6"/>
            </a:solidFill>
            <a:ln w="1268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806" name="Freeform: Shape 3805">
              <a:extLst>
                <a:ext uri="{FF2B5EF4-FFF2-40B4-BE49-F238E27FC236}">
                  <a16:creationId xmlns:a16="http://schemas.microsoft.com/office/drawing/2014/main" id="{C66000A5-316C-32B2-74B3-C35265A69661}"/>
                </a:ext>
              </a:extLst>
            </p:cNvPr>
            <p:cNvSpPr/>
            <p:nvPr/>
          </p:nvSpPr>
          <p:spPr>
            <a:xfrm>
              <a:off x="12223826" y="11939379"/>
              <a:ext cx="580038" cy="116538"/>
            </a:xfrm>
            <a:custGeom>
              <a:avLst/>
              <a:gdLst>
                <a:gd name="connsiteX0" fmla="*/ 0 w 236076"/>
                <a:gd name="connsiteY0" fmla="*/ 47431 h 47431"/>
                <a:gd name="connsiteX1" fmla="*/ 236077 w 236076"/>
                <a:gd name="connsiteY1" fmla="*/ 47431 h 47431"/>
                <a:gd name="connsiteX2" fmla="*/ 236077 w 236076"/>
                <a:gd name="connsiteY2" fmla="*/ 0 h 47431"/>
                <a:gd name="connsiteX3" fmla="*/ 0 w 236076"/>
                <a:gd name="connsiteY3" fmla="*/ 0 h 47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6076" h="47431">
                  <a:moveTo>
                    <a:pt x="0" y="47431"/>
                  </a:moveTo>
                  <a:lnTo>
                    <a:pt x="236077" y="47431"/>
                  </a:lnTo>
                  <a:lnTo>
                    <a:pt x="23607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AE9F6"/>
            </a:solidFill>
            <a:ln w="1268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807" name="Freeform: Shape 3806">
              <a:extLst>
                <a:ext uri="{FF2B5EF4-FFF2-40B4-BE49-F238E27FC236}">
                  <a16:creationId xmlns:a16="http://schemas.microsoft.com/office/drawing/2014/main" id="{AB63522F-A3D5-DF40-C2D8-79B5AFE0FD62}"/>
                </a:ext>
              </a:extLst>
            </p:cNvPr>
            <p:cNvSpPr/>
            <p:nvPr/>
          </p:nvSpPr>
          <p:spPr>
            <a:xfrm>
              <a:off x="13383906" y="12145189"/>
              <a:ext cx="580067" cy="1875"/>
            </a:xfrm>
            <a:custGeom>
              <a:avLst/>
              <a:gdLst>
                <a:gd name="connsiteX0" fmla="*/ 0 w 236088"/>
                <a:gd name="connsiteY0" fmla="*/ 764 h 763"/>
                <a:gd name="connsiteX1" fmla="*/ 236089 w 236088"/>
                <a:gd name="connsiteY1" fmla="*/ 764 h 763"/>
                <a:gd name="connsiteX2" fmla="*/ 236089 w 236088"/>
                <a:gd name="connsiteY2" fmla="*/ 0 h 763"/>
                <a:gd name="connsiteX3" fmla="*/ 0 w 236088"/>
                <a:gd name="connsiteY3" fmla="*/ 0 h 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6088" h="763">
                  <a:moveTo>
                    <a:pt x="0" y="764"/>
                  </a:moveTo>
                  <a:lnTo>
                    <a:pt x="236089" y="764"/>
                  </a:lnTo>
                  <a:lnTo>
                    <a:pt x="23608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AE9F6"/>
            </a:solidFill>
            <a:ln w="1268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808" name="Freeform: Shape 3807">
              <a:extLst>
                <a:ext uri="{FF2B5EF4-FFF2-40B4-BE49-F238E27FC236}">
                  <a16:creationId xmlns:a16="http://schemas.microsoft.com/office/drawing/2014/main" id="{9C8D68A1-A763-96CD-CE67-60727F0316AC}"/>
                </a:ext>
              </a:extLst>
            </p:cNvPr>
            <p:cNvSpPr/>
            <p:nvPr/>
          </p:nvSpPr>
          <p:spPr>
            <a:xfrm>
              <a:off x="14544013" y="12701644"/>
              <a:ext cx="580038" cy="116538"/>
            </a:xfrm>
            <a:custGeom>
              <a:avLst/>
              <a:gdLst>
                <a:gd name="connsiteX0" fmla="*/ 0 w 236076"/>
                <a:gd name="connsiteY0" fmla="*/ 47431 h 47431"/>
                <a:gd name="connsiteX1" fmla="*/ 236077 w 236076"/>
                <a:gd name="connsiteY1" fmla="*/ 47431 h 47431"/>
                <a:gd name="connsiteX2" fmla="*/ 236077 w 236076"/>
                <a:gd name="connsiteY2" fmla="*/ 0 h 47431"/>
                <a:gd name="connsiteX3" fmla="*/ 0 w 236076"/>
                <a:gd name="connsiteY3" fmla="*/ 0 h 47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6076" h="47431">
                  <a:moveTo>
                    <a:pt x="0" y="47431"/>
                  </a:moveTo>
                  <a:lnTo>
                    <a:pt x="236077" y="47431"/>
                  </a:lnTo>
                  <a:lnTo>
                    <a:pt x="23607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AE9F6"/>
            </a:solidFill>
            <a:ln w="1268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809" name="Freeform: Shape 3808">
              <a:extLst>
                <a:ext uri="{FF2B5EF4-FFF2-40B4-BE49-F238E27FC236}">
                  <a16:creationId xmlns:a16="http://schemas.microsoft.com/office/drawing/2014/main" id="{977BF137-CA7B-AA90-7CD7-E42C89491810}"/>
                </a:ext>
              </a:extLst>
            </p:cNvPr>
            <p:cNvSpPr/>
            <p:nvPr/>
          </p:nvSpPr>
          <p:spPr>
            <a:xfrm>
              <a:off x="11063749" y="9354190"/>
              <a:ext cx="580038" cy="62956"/>
            </a:xfrm>
            <a:custGeom>
              <a:avLst/>
              <a:gdLst>
                <a:gd name="connsiteX0" fmla="*/ 0 w 236076"/>
                <a:gd name="connsiteY0" fmla="*/ 25623 h 25623"/>
                <a:gd name="connsiteX1" fmla="*/ 236077 w 236076"/>
                <a:gd name="connsiteY1" fmla="*/ 25623 h 25623"/>
                <a:gd name="connsiteX2" fmla="*/ 236077 w 236076"/>
                <a:gd name="connsiteY2" fmla="*/ 0 h 25623"/>
                <a:gd name="connsiteX3" fmla="*/ 0 w 236076"/>
                <a:gd name="connsiteY3" fmla="*/ 0 h 25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6076" h="25623">
                  <a:moveTo>
                    <a:pt x="0" y="25623"/>
                  </a:moveTo>
                  <a:lnTo>
                    <a:pt x="236077" y="25623"/>
                  </a:lnTo>
                  <a:lnTo>
                    <a:pt x="23607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596FF"/>
            </a:solidFill>
            <a:ln w="1268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810" name="Freeform: Shape 3809">
              <a:extLst>
                <a:ext uri="{FF2B5EF4-FFF2-40B4-BE49-F238E27FC236}">
                  <a16:creationId xmlns:a16="http://schemas.microsoft.com/office/drawing/2014/main" id="{C6B4967D-4E76-D147-50ED-E35E5066BE89}"/>
                </a:ext>
              </a:extLst>
            </p:cNvPr>
            <p:cNvSpPr/>
            <p:nvPr/>
          </p:nvSpPr>
          <p:spPr>
            <a:xfrm>
              <a:off x="12223826" y="11634198"/>
              <a:ext cx="580038" cy="305181"/>
            </a:xfrm>
            <a:custGeom>
              <a:avLst/>
              <a:gdLst>
                <a:gd name="connsiteX0" fmla="*/ 0 w 236076"/>
                <a:gd name="connsiteY0" fmla="*/ 124209 h 124209"/>
                <a:gd name="connsiteX1" fmla="*/ 236077 w 236076"/>
                <a:gd name="connsiteY1" fmla="*/ 124209 h 124209"/>
                <a:gd name="connsiteX2" fmla="*/ 236077 w 236076"/>
                <a:gd name="connsiteY2" fmla="*/ 0 h 124209"/>
                <a:gd name="connsiteX3" fmla="*/ 0 w 236076"/>
                <a:gd name="connsiteY3" fmla="*/ 0 h 1242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6076" h="124209">
                  <a:moveTo>
                    <a:pt x="0" y="124209"/>
                  </a:moveTo>
                  <a:lnTo>
                    <a:pt x="236077" y="124209"/>
                  </a:lnTo>
                  <a:lnTo>
                    <a:pt x="23607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596FF"/>
            </a:solidFill>
            <a:ln w="1268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811" name="Freeform: Shape 3810">
              <a:extLst>
                <a:ext uri="{FF2B5EF4-FFF2-40B4-BE49-F238E27FC236}">
                  <a16:creationId xmlns:a16="http://schemas.microsoft.com/office/drawing/2014/main" id="{405870E4-123B-7B63-1620-20A72D71EC67}"/>
                </a:ext>
              </a:extLst>
            </p:cNvPr>
            <p:cNvSpPr/>
            <p:nvPr/>
          </p:nvSpPr>
          <p:spPr>
            <a:xfrm>
              <a:off x="13383906" y="12082246"/>
              <a:ext cx="580067" cy="62943"/>
            </a:xfrm>
            <a:custGeom>
              <a:avLst/>
              <a:gdLst>
                <a:gd name="connsiteX0" fmla="*/ 0 w 236088"/>
                <a:gd name="connsiteY0" fmla="*/ 25618 h 25618"/>
                <a:gd name="connsiteX1" fmla="*/ 236089 w 236088"/>
                <a:gd name="connsiteY1" fmla="*/ 25618 h 25618"/>
                <a:gd name="connsiteX2" fmla="*/ 236089 w 236088"/>
                <a:gd name="connsiteY2" fmla="*/ 0 h 25618"/>
                <a:gd name="connsiteX3" fmla="*/ 0 w 236088"/>
                <a:gd name="connsiteY3" fmla="*/ 0 h 256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6088" h="25618">
                  <a:moveTo>
                    <a:pt x="0" y="25618"/>
                  </a:moveTo>
                  <a:lnTo>
                    <a:pt x="236089" y="25618"/>
                  </a:lnTo>
                  <a:lnTo>
                    <a:pt x="23608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596FF"/>
            </a:solidFill>
            <a:ln w="1268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812" name="Freeform: Shape 3811">
              <a:extLst>
                <a:ext uri="{FF2B5EF4-FFF2-40B4-BE49-F238E27FC236}">
                  <a16:creationId xmlns:a16="http://schemas.microsoft.com/office/drawing/2014/main" id="{86E7793A-33C5-568C-2ABD-10AAFA6EC9FA}"/>
                </a:ext>
              </a:extLst>
            </p:cNvPr>
            <p:cNvSpPr/>
            <p:nvPr/>
          </p:nvSpPr>
          <p:spPr>
            <a:xfrm>
              <a:off x="14544013" y="12396464"/>
              <a:ext cx="580038" cy="305181"/>
            </a:xfrm>
            <a:custGeom>
              <a:avLst/>
              <a:gdLst>
                <a:gd name="connsiteX0" fmla="*/ 0 w 236076"/>
                <a:gd name="connsiteY0" fmla="*/ 124209 h 124209"/>
                <a:gd name="connsiteX1" fmla="*/ 236077 w 236076"/>
                <a:gd name="connsiteY1" fmla="*/ 124209 h 124209"/>
                <a:gd name="connsiteX2" fmla="*/ 236077 w 236076"/>
                <a:gd name="connsiteY2" fmla="*/ 0 h 124209"/>
                <a:gd name="connsiteX3" fmla="*/ 0 w 236076"/>
                <a:gd name="connsiteY3" fmla="*/ 0 h 1242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6076" h="124209">
                  <a:moveTo>
                    <a:pt x="0" y="124209"/>
                  </a:moveTo>
                  <a:lnTo>
                    <a:pt x="236077" y="124209"/>
                  </a:lnTo>
                  <a:lnTo>
                    <a:pt x="23607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596FF"/>
            </a:solidFill>
            <a:ln w="1268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813" name="Freeform: Shape 3812">
              <a:extLst>
                <a:ext uri="{FF2B5EF4-FFF2-40B4-BE49-F238E27FC236}">
                  <a16:creationId xmlns:a16="http://schemas.microsoft.com/office/drawing/2014/main" id="{FDF75061-FB76-2E3B-D828-9D902D9DDDD7}"/>
                </a:ext>
              </a:extLst>
            </p:cNvPr>
            <p:cNvSpPr/>
            <p:nvPr/>
          </p:nvSpPr>
          <p:spPr>
            <a:xfrm>
              <a:off x="11063749" y="13233490"/>
              <a:ext cx="580038" cy="31268"/>
            </a:xfrm>
            <a:custGeom>
              <a:avLst/>
              <a:gdLst>
                <a:gd name="connsiteX0" fmla="*/ 0 w 236076"/>
                <a:gd name="connsiteY0" fmla="*/ 0 h 12726"/>
                <a:gd name="connsiteX1" fmla="*/ 236077 w 236076"/>
                <a:gd name="connsiteY1" fmla="*/ 0 h 12726"/>
                <a:gd name="connsiteX2" fmla="*/ 236077 w 236076"/>
                <a:gd name="connsiteY2" fmla="*/ 0 h 12726"/>
                <a:gd name="connsiteX3" fmla="*/ 0 w 236076"/>
                <a:gd name="connsiteY3" fmla="*/ 0 h 12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6076" h="12726">
                  <a:moveTo>
                    <a:pt x="0" y="0"/>
                  </a:moveTo>
                  <a:lnTo>
                    <a:pt x="236077" y="0"/>
                  </a:lnTo>
                  <a:lnTo>
                    <a:pt x="23607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74CFF"/>
            </a:solidFill>
            <a:ln w="1268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814" name="Freeform: Shape 3813">
              <a:extLst>
                <a:ext uri="{FF2B5EF4-FFF2-40B4-BE49-F238E27FC236}">
                  <a16:creationId xmlns:a16="http://schemas.microsoft.com/office/drawing/2014/main" id="{DFA32707-41D9-1B82-9154-B683EE38857E}"/>
                </a:ext>
              </a:extLst>
            </p:cNvPr>
            <p:cNvSpPr/>
            <p:nvPr/>
          </p:nvSpPr>
          <p:spPr>
            <a:xfrm>
              <a:off x="12223826" y="11621847"/>
              <a:ext cx="580038" cy="12349"/>
            </a:xfrm>
            <a:custGeom>
              <a:avLst/>
              <a:gdLst>
                <a:gd name="connsiteX0" fmla="*/ 0 w 236076"/>
                <a:gd name="connsiteY0" fmla="*/ 5027 h 5026"/>
                <a:gd name="connsiteX1" fmla="*/ 236077 w 236076"/>
                <a:gd name="connsiteY1" fmla="*/ 5027 h 5026"/>
                <a:gd name="connsiteX2" fmla="*/ 236077 w 236076"/>
                <a:gd name="connsiteY2" fmla="*/ 0 h 5026"/>
                <a:gd name="connsiteX3" fmla="*/ 0 w 236076"/>
                <a:gd name="connsiteY3" fmla="*/ 0 h 50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6076" h="5026">
                  <a:moveTo>
                    <a:pt x="0" y="5027"/>
                  </a:moveTo>
                  <a:lnTo>
                    <a:pt x="236077" y="5027"/>
                  </a:lnTo>
                  <a:lnTo>
                    <a:pt x="23607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74CFF"/>
            </a:solidFill>
            <a:ln w="1268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815" name="Freeform: Shape 3814">
              <a:extLst>
                <a:ext uri="{FF2B5EF4-FFF2-40B4-BE49-F238E27FC236}">
                  <a16:creationId xmlns:a16="http://schemas.microsoft.com/office/drawing/2014/main" id="{F3F85D04-69DD-A6EB-BBFE-105344AF5B1B}"/>
                </a:ext>
              </a:extLst>
            </p:cNvPr>
            <p:cNvSpPr/>
            <p:nvPr/>
          </p:nvSpPr>
          <p:spPr>
            <a:xfrm>
              <a:off x="13383906" y="13233490"/>
              <a:ext cx="580067" cy="31268"/>
            </a:xfrm>
            <a:custGeom>
              <a:avLst/>
              <a:gdLst>
                <a:gd name="connsiteX0" fmla="*/ 0 w 236088"/>
                <a:gd name="connsiteY0" fmla="*/ 0 h 12726"/>
                <a:gd name="connsiteX1" fmla="*/ 236089 w 236088"/>
                <a:gd name="connsiteY1" fmla="*/ 0 h 12726"/>
                <a:gd name="connsiteX2" fmla="*/ 236089 w 236088"/>
                <a:gd name="connsiteY2" fmla="*/ 0 h 12726"/>
                <a:gd name="connsiteX3" fmla="*/ 0 w 236088"/>
                <a:gd name="connsiteY3" fmla="*/ 0 h 12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6088" h="12726">
                  <a:moveTo>
                    <a:pt x="0" y="0"/>
                  </a:moveTo>
                  <a:lnTo>
                    <a:pt x="236089" y="0"/>
                  </a:lnTo>
                  <a:lnTo>
                    <a:pt x="23608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74CFF"/>
            </a:solidFill>
            <a:ln w="1268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816" name="Freeform: Shape 3815">
              <a:extLst>
                <a:ext uri="{FF2B5EF4-FFF2-40B4-BE49-F238E27FC236}">
                  <a16:creationId xmlns:a16="http://schemas.microsoft.com/office/drawing/2014/main" id="{7829DEF7-FFD8-BB13-895D-C9074BC02046}"/>
                </a:ext>
              </a:extLst>
            </p:cNvPr>
            <p:cNvSpPr/>
            <p:nvPr/>
          </p:nvSpPr>
          <p:spPr>
            <a:xfrm>
              <a:off x="14544013" y="12384112"/>
              <a:ext cx="580038" cy="12349"/>
            </a:xfrm>
            <a:custGeom>
              <a:avLst/>
              <a:gdLst>
                <a:gd name="connsiteX0" fmla="*/ 0 w 236076"/>
                <a:gd name="connsiteY0" fmla="*/ 5027 h 5026"/>
                <a:gd name="connsiteX1" fmla="*/ 236077 w 236076"/>
                <a:gd name="connsiteY1" fmla="*/ 5027 h 5026"/>
                <a:gd name="connsiteX2" fmla="*/ 236077 w 236076"/>
                <a:gd name="connsiteY2" fmla="*/ 0 h 5026"/>
                <a:gd name="connsiteX3" fmla="*/ 0 w 236076"/>
                <a:gd name="connsiteY3" fmla="*/ 0 h 50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6076" h="5026">
                  <a:moveTo>
                    <a:pt x="0" y="5027"/>
                  </a:moveTo>
                  <a:lnTo>
                    <a:pt x="236077" y="5027"/>
                  </a:lnTo>
                  <a:lnTo>
                    <a:pt x="23607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74CFF"/>
            </a:solidFill>
            <a:ln w="1268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grpSp>
          <p:nvGrpSpPr>
            <p:cNvPr id="3817" name="Graphic 3238">
              <a:extLst>
                <a:ext uri="{FF2B5EF4-FFF2-40B4-BE49-F238E27FC236}">
                  <a16:creationId xmlns:a16="http://schemas.microsoft.com/office/drawing/2014/main" id="{C4C562E2-6FAF-F7FB-1078-64B30D8E608D}"/>
                </a:ext>
              </a:extLst>
            </p:cNvPr>
            <p:cNvGrpSpPr/>
            <p:nvPr/>
          </p:nvGrpSpPr>
          <p:grpSpPr>
            <a:xfrm>
              <a:off x="11353755" y="9003182"/>
              <a:ext cx="3480294" cy="3800146"/>
              <a:chOff x="9367126" y="8481160"/>
              <a:chExt cx="1416484" cy="1546664"/>
            </a:xfrm>
            <a:noFill/>
          </p:grpSpPr>
          <p:sp>
            <p:nvSpPr>
              <p:cNvPr id="3893" name="Freeform: Shape 3892">
                <a:extLst>
                  <a:ext uri="{FF2B5EF4-FFF2-40B4-BE49-F238E27FC236}">
                    <a16:creationId xmlns:a16="http://schemas.microsoft.com/office/drawing/2014/main" id="{465774B1-5E1D-4964-62A8-2273F55DD271}"/>
                  </a:ext>
                </a:extLst>
              </p:cNvPr>
              <p:cNvSpPr/>
              <p:nvPr/>
            </p:nvSpPr>
            <p:spPr>
              <a:xfrm>
                <a:off x="9367126" y="8481160"/>
                <a:ext cx="12683" cy="285723"/>
              </a:xfrm>
              <a:custGeom>
                <a:avLst/>
                <a:gdLst>
                  <a:gd name="connsiteX0" fmla="*/ 0 w 12683"/>
                  <a:gd name="connsiteY0" fmla="*/ 285723 h 285723"/>
                  <a:gd name="connsiteX1" fmla="*/ 0 w 12683"/>
                  <a:gd name="connsiteY1" fmla="*/ 0 h 2857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2683" h="285723">
                    <a:moveTo>
                      <a:pt x="0" y="285723"/>
                    </a:moveTo>
                    <a:lnTo>
                      <a:pt x="0" y="0"/>
                    </a:lnTo>
                  </a:path>
                </a:pathLst>
              </a:custGeom>
              <a:noFill/>
              <a:ln w="19050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de-CH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3894" name="Freeform: Shape 3893">
                <a:extLst>
                  <a:ext uri="{FF2B5EF4-FFF2-40B4-BE49-F238E27FC236}">
                    <a16:creationId xmlns:a16="http://schemas.microsoft.com/office/drawing/2014/main" id="{81C00ADF-A224-A0D9-12F8-89B426CED376}"/>
                  </a:ext>
                </a:extLst>
              </p:cNvPr>
              <p:cNvSpPr/>
              <p:nvPr/>
            </p:nvSpPr>
            <p:spPr>
              <a:xfrm>
                <a:off x="9839291" y="9441929"/>
                <a:ext cx="12683" cy="210061"/>
              </a:xfrm>
              <a:custGeom>
                <a:avLst/>
                <a:gdLst>
                  <a:gd name="connsiteX0" fmla="*/ 0 w 12683"/>
                  <a:gd name="connsiteY0" fmla="*/ 210061 h 210061"/>
                  <a:gd name="connsiteX1" fmla="*/ 0 w 12683"/>
                  <a:gd name="connsiteY1" fmla="*/ 0 h 2100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2683" h="210061">
                    <a:moveTo>
                      <a:pt x="0" y="210061"/>
                    </a:moveTo>
                    <a:lnTo>
                      <a:pt x="0" y="0"/>
                    </a:lnTo>
                  </a:path>
                </a:pathLst>
              </a:custGeom>
              <a:noFill/>
              <a:ln w="19050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de-CH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3895" name="Freeform: Shape 3894">
                <a:extLst>
                  <a:ext uri="{FF2B5EF4-FFF2-40B4-BE49-F238E27FC236}">
                    <a16:creationId xmlns:a16="http://schemas.microsoft.com/office/drawing/2014/main" id="{C9E29371-968B-390E-6629-903AC7F12174}"/>
                  </a:ext>
                </a:extLst>
              </p:cNvPr>
              <p:cNvSpPr/>
              <p:nvPr/>
            </p:nvSpPr>
            <p:spPr>
              <a:xfrm>
                <a:off x="10311444" y="9546145"/>
                <a:ext cx="12683" cy="376381"/>
              </a:xfrm>
              <a:custGeom>
                <a:avLst/>
                <a:gdLst>
                  <a:gd name="connsiteX0" fmla="*/ 0 w 12683"/>
                  <a:gd name="connsiteY0" fmla="*/ 376382 h 376381"/>
                  <a:gd name="connsiteX1" fmla="*/ 0 w 12683"/>
                  <a:gd name="connsiteY1" fmla="*/ 0 h 3763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2683" h="376381">
                    <a:moveTo>
                      <a:pt x="0" y="376382"/>
                    </a:moveTo>
                    <a:lnTo>
                      <a:pt x="0" y="0"/>
                    </a:lnTo>
                  </a:path>
                </a:pathLst>
              </a:custGeom>
              <a:noFill/>
              <a:ln w="19050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de-CH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3896" name="Freeform: Shape 3895">
                <a:extLst>
                  <a:ext uri="{FF2B5EF4-FFF2-40B4-BE49-F238E27FC236}">
                    <a16:creationId xmlns:a16="http://schemas.microsoft.com/office/drawing/2014/main" id="{CC27D1AC-9BF2-FDEA-77A2-759B8ECFD3B4}"/>
                  </a:ext>
                </a:extLst>
              </p:cNvPr>
              <p:cNvSpPr/>
              <p:nvPr/>
            </p:nvSpPr>
            <p:spPr>
              <a:xfrm>
                <a:off x="10783610" y="9939682"/>
                <a:ext cx="12683" cy="88142"/>
              </a:xfrm>
              <a:custGeom>
                <a:avLst/>
                <a:gdLst>
                  <a:gd name="connsiteX0" fmla="*/ 0 w 12683"/>
                  <a:gd name="connsiteY0" fmla="*/ 88143 h 88142"/>
                  <a:gd name="connsiteX1" fmla="*/ 0 w 12683"/>
                  <a:gd name="connsiteY1" fmla="*/ 0 h 881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2683" h="88142">
                    <a:moveTo>
                      <a:pt x="0" y="88143"/>
                    </a:moveTo>
                    <a:lnTo>
                      <a:pt x="0" y="0"/>
                    </a:lnTo>
                  </a:path>
                </a:pathLst>
              </a:custGeom>
              <a:noFill/>
              <a:ln w="19050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de-CH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</p:grpSp>
        <p:grpSp>
          <p:nvGrpSpPr>
            <p:cNvPr id="3818" name="Graphic 3238">
              <a:extLst>
                <a:ext uri="{FF2B5EF4-FFF2-40B4-BE49-F238E27FC236}">
                  <a16:creationId xmlns:a16="http://schemas.microsoft.com/office/drawing/2014/main" id="{3339AF64-8FCB-EFA6-331B-A6CEDE1B59E0}"/>
                </a:ext>
              </a:extLst>
            </p:cNvPr>
            <p:cNvGrpSpPr/>
            <p:nvPr/>
          </p:nvGrpSpPr>
          <p:grpSpPr>
            <a:xfrm>
              <a:off x="11260264" y="9705202"/>
              <a:ext cx="3667272" cy="3098126"/>
              <a:chOff x="9329075" y="8766883"/>
              <a:chExt cx="1492584" cy="1260941"/>
            </a:xfrm>
            <a:solidFill>
              <a:srgbClr val="000000"/>
            </a:solidFill>
          </p:grpSpPr>
          <p:sp>
            <p:nvSpPr>
              <p:cNvPr id="3889" name="Freeform: Shape 3888">
                <a:extLst>
                  <a:ext uri="{FF2B5EF4-FFF2-40B4-BE49-F238E27FC236}">
                    <a16:creationId xmlns:a16="http://schemas.microsoft.com/office/drawing/2014/main" id="{39697191-C17F-D9C1-6914-B33D9AEDB142}"/>
                  </a:ext>
                </a:extLst>
              </p:cNvPr>
              <p:cNvSpPr/>
              <p:nvPr/>
            </p:nvSpPr>
            <p:spPr>
              <a:xfrm>
                <a:off x="9329075" y="8766883"/>
                <a:ext cx="76100" cy="12726"/>
              </a:xfrm>
              <a:custGeom>
                <a:avLst/>
                <a:gdLst>
                  <a:gd name="connsiteX0" fmla="*/ 76346 w 76100"/>
                  <a:gd name="connsiteY0" fmla="*/ 55 h 12726"/>
                  <a:gd name="connsiteX1" fmla="*/ 245 w 76100"/>
                  <a:gd name="connsiteY1" fmla="*/ 55 h 127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6100" h="12726">
                    <a:moveTo>
                      <a:pt x="76346" y="55"/>
                    </a:moveTo>
                    <a:lnTo>
                      <a:pt x="245" y="55"/>
                    </a:lnTo>
                  </a:path>
                </a:pathLst>
              </a:custGeom>
              <a:solidFill>
                <a:srgbClr val="000000"/>
              </a:solidFill>
              <a:ln w="19050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de-CH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3890" name="Freeform: Shape 3889">
                <a:extLst>
                  <a:ext uri="{FF2B5EF4-FFF2-40B4-BE49-F238E27FC236}">
                    <a16:creationId xmlns:a16="http://schemas.microsoft.com/office/drawing/2014/main" id="{D62D11AC-F5EE-307A-1CFB-D1B3FB59D7DE}"/>
                  </a:ext>
                </a:extLst>
              </p:cNvPr>
              <p:cNvSpPr/>
              <p:nvPr/>
            </p:nvSpPr>
            <p:spPr>
              <a:xfrm>
                <a:off x="9801241" y="9651990"/>
                <a:ext cx="76100" cy="12726"/>
              </a:xfrm>
              <a:custGeom>
                <a:avLst/>
                <a:gdLst>
                  <a:gd name="connsiteX0" fmla="*/ 76383 w 76100"/>
                  <a:gd name="connsiteY0" fmla="*/ 124 h 12726"/>
                  <a:gd name="connsiteX1" fmla="*/ 282 w 76100"/>
                  <a:gd name="connsiteY1" fmla="*/ 124 h 127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6100" h="12726">
                    <a:moveTo>
                      <a:pt x="76383" y="124"/>
                    </a:moveTo>
                    <a:lnTo>
                      <a:pt x="282" y="124"/>
                    </a:lnTo>
                  </a:path>
                </a:pathLst>
              </a:custGeom>
              <a:solidFill>
                <a:srgbClr val="000000"/>
              </a:solidFill>
              <a:ln w="19050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de-CH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3891" name="Freeform: Shape 3890">
                <a:extLst>
                  <a:ext uri="{FF2B5EF4-FFF2-40B4-BE49-F238E27FC236}">
                    <a16:creationId xmlns:a16="http://schemas.microsoft.com/office/drawing/2014/main" id="{0CD55650-944E-4753-42C8-D7A17DFEC544}"/>
                  </a:ext>
                </a:extLst>
              </p:cNvPr>
              <p:cNvSpPr/>
              <p:nvPr/>
            </p:nvSpPr>
            <p:spPr>
              <a:xfrm>
                <a:off x="10273394" y="9922527"/>
                <a:ext cx="76100" cy="12726"/>
              </a:xfrm>
              <a:custGeom>
                <a:avLst/>
                <a:gdLst>
                  <a:gd name="connsiteX0" fmla="*/ 76420 w 76100"/>
                  <a:gd name="connsiteY0" fmla="*/ 146 h 12726"/>
                  <a:gd name="connsiteX1" fmla="*/ 320 w 76100"/>
                  <a:gd name="connsiteY1" fmla="*/ 146 h 127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6100" h="12726">
                    <a:moveTo>
                      <a:pt x="76420" y="146"/>
                    </a:moveTo>
                    <a:lnTo>
                      <a:pt x="320" y="146"/>
                    </a:lnTo>
                  </a:path>
                </a:pathLst>
              </a:custGeom>
              <a:solidFill>
                <a:srgbClr val="000000"/>
              </a:solidFill>
              <a:ln w="19050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de-CH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3892" name="Freeform: Shape 3891">
                <a:extLst>
                  <a:ext uri="{FF2B5EF4-FFF2-40B4-BE49-F238E27FC236}">
                    <a16:creationId xmlns:a16="http://schemas.microsoft.com/office/drawing/2014/main" id="{23E4701C-0494-FCC4-A960-17A640A737B0}"/>
                  </a:ext>
                </a:extLst>
              </p:cNvPr>
              <p:cNvSpPr/>
              <p:nvPr/>
            </p:nvSpPr>
            <p:spPr>
              <a:xfrm>
                <a:off x="10745560" y="10027825"/>
                <a:ext cx="76100" cy="12726"/>
              </a:xfrm>
              <a:custGeom>
                <a:avLst/>
                <a:gdLst>
                  <a:gd name="connsiteX0" fmla="*/ 76457 w 76100"/>
                  <a:gd name="connsiteY0" fmla="*/ 154 h 12726"/>
                  <a:gd name="connsiteX1" fmla="*/ 357 w 76100"/>
                  <a:gd name="connsiteY1" fmla="*/ 154 h 127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6100" h="12726">
                    <a:moveTo>
                      <a:pt x="76457" y="154"/>
                    </a:moveTo>
                    <a:lnTo>
                      <a:pt x="357" y="154"/>
                    </a:lnTo>
                  </a:path>
                </a:pathLst>
              </a:custGeom>
              <a:solidFill>
                <a:srgbClr val="000000"/>
              </a:solidFill>
              <a:ln w="9513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de-CH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</p:grpSp>
        <p:grpSp>
          <p:nvGrpSpPr>
            <p:cNvPr id="3819" name="Graphic 3238">
              <a:extLst>
                <a:ext uri="{FF2B5EF4-FFF2-40B4-BE49-F238E27FC236}">
                  <a16:creationId xmlns:a16="http://schemas.microsoft.com/office/drawing/2014/main" id="{32D3FBFD-2D3D-4194-985B-8E61F2A25B1C}"/>
                </a:ext>
              </a:extLst>
            </p:cNvPr>
            <p:cNvGrpSpPr/>
            <p:nvPr/>
          </p:nvGrpSpPr>
          <p:grpSpPr>
            <a:xfrm>
              <a:off x="11260264" y="9003182"/>
              <a:ext cx="3667272" cy="3583581"/>
              <a:chOff x="9329075" y="8481160"/>
              <a:chExt cx="1492584" cy="1458522"/>
            </a:xfrm>
            <a:solidFill>
              <a:srgbClr val="000000"/>
            </a:solidFill>
          </p:grpSpPr>
          <p:sp>
            <p:nvSpPr>
              <p:cNvPr id="3885" name="Freeform: Shape 3884">
                <a:extLst>
                  <a:ext uri="{FF2B5EF4-FFF2-40B4-BE49-F238E27FC236}">
                    <a16:creationId xmlns:a16="http://schemas.microsoft.com/office/drawing/2014/main" id="{78CC825F-D718-B2AA-E212-63828D33D464}"/>
                  </a:ext>
                </a:extLst>
              </p:cNvPr>
              <p:cNvSpPr/>
              <p:nvPr/>
            </p:nvSpPr>
            <p:spPr>
              <a:xfrm>
                <a:off x="9329075" y="8481160"/>
                <a:ext cx="76100" cy="12726"/>
              </a:xfrm>
              <a:custGeom>
                <a:avLst/>
                <a:gdLst>
                  <a:gd name="connsiteX0" fmla="*/ 76346 w 76100"/>
                  <a:gd name="connsiteY0" fmla="*/ 32 h 12726"/>
                  <a:gd name="connsiteX1" fmla="*/ 245 w 76100"/>
                  <a:gd name="connsiteY1" fmla="*/ 32 h 127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6100" h="12726">
                    <a:moveTo>
                      <a:pt x="76346" y="32"/>
                    </a:moveTo>
                    <a:lnTo>
                      <a:pt x="245" y="32"/>
                    </a:lnTo>
                  </a:path>
                </a:pathLst>
              </a:custGeom>
              <a:solidFill>
                <a:srgbClr val="000000"/>
              </a:solidFill>
              <a:ln w="19050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de-CH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3886" name="Freeform: Shape 3885">
                <a:extLst>
                  <a:ext uri="{FF2B5EF4-FFF2-40B4-BE49-F238E27FC236}">
                    <a16:creationId xmlns:a16="http://schemas.microsoft.com/office/drawing/2014/main" id="{C2913993-A103-1CB1-2CA6-9F572469AEDF}"/>
                  </a:ext>
                </a:extLst>
              </p:cNvPr>
              <p:cNvSpPr/>
              <p:nvPr/>
            </p:nvSpPr>
            <p:spPr>
              <a:xfrm>
                <a:off x="9801241" y="9441929"/>
                <a:ext cx="76100" cy="12726"/>
              </a:xfrm>
              <a:custGeom>
                <a:avLst/>
                <a:gdLst>
                  <a:gd name="connsiteX0" fmla="*/ 76383 w 76100"/>
                  <a:gd name="connsiteY0" fmla="*/ 108 h 12726"/>
                  <a:gd name="connsiteX1" fmla="*/ 282 w 76100"/>
                  <a:gd name="connsiteY1" fmla="*/ 108 h 127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6100" h="12726">
                    <a:moveTo>
                      <a:pt x="76383" y="108"/>
                    </a:moveTo>
                    <a:lnTo>
                      <a:pt x="282" y="108"/>
                    </a:lnTo>
                  </a:path>
                </a:pathLst>
              </a:custGeom>
              <a:solidFill>
                <a:srgbClr val="000000"/>
              </a:solidFill>
              <a:ln w="19050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de-CH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3887" name="Freeform: Shape 3886">
                <a:extLst>
                  <a:ext uri="{FF2B5EF4-FFF2-40B4-BE49-F238E27FC236}">
                    <a16:creationId xmlns:a16="http://schemas.microsoft.com/office/drawing/2014/main" id="{195AEC7C-9768-6DD8-BDE6-2975A25CCEF7}"/>
                  </a:ext>
                </a:extLst>
              </p:cNvPr>
              <p:cNvSpPr/>
              <p:nvPr/>
            </p:nvSpPr>
            <p:spPr>
              <a:xfrm>
                <a:off x="10273394" y="9546145"/>
                <a:ext cx="76100" cy="12726"/>
              </a:xfrm>
              <a:custGeom>
                <a:avLst/>
                <a:gdLst>
                  <a:gd name="connsiteX0" fmla="*/ 76420 w 76100"/>
                  <a:gd name="connsiteY0" fmla="*/ 116 h 12726"/>
                  <a:gd name="connsiteX1" fmla="*/ 320 w 76100"/>
                  <a:gd name="connsiteY1" fmla="*/ 116 h 127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6100" h="12726">
                    <a:moveTo>
                      <a:pt x="76420" y="116"/>
                    </a:moveTo>
                    <a:lnTo>
                      <a:pt x="320" y="116"/>
                    </a:lnTo>
                  </a:path>
                </a:pathLst>
              </a:custGeom>
              <a:solidFill>
                <a:srgbClr val="000000"/>
              </a:solidFill>
              <a:ln w="19050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de-CH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3888" name="Freeform: Shape 3887">
                <a:extLst>
                  <a:ext uri="{FF2B5EF4-FFF2-40B4-BE49-F238E27FC236}">
                    <a16:creationId xmlns:a16="http://schemas.microsoft.com/office/drawing/2014/main" id="{19F03E2B-8762-45F0-E8D4-02AEDC55FBC2}"/>
                  </a:ext>
                </a:extLst>
              </p:cNvPr>
              <p:cNvSpPr/>
              <p:nvPr/>
            </p:nvSpPr>
            <p:spPr>
              <a:xfrm>
                <a:off x="10745560" y="9939682"/>
                <a:ext cx="76100" cy="12726"/>
              </a:xfrm>
              <a:custGeom>
                <a:avLst/>
                <a:gdLst>
                  <a:gd name="connsiteX0" fmla="*/ 76457 w 76100"/>
                  <a:gd name="connsiteY0" fmla="*/ 147 h 12726"/>
                  <a:gd name="connsiteX1" fmla="*/ 357 w 76100"/>
                  <a:gd name="connsiteY1" fmla="*/ 147 h 127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6100" h="12726">
                    <a:moveTo>
                      <a:pt x="76457" y="147"/>
                    </a:moveTo>
                    <a:lnTo>
                      <a:pt x="357" y="147"/>
                    </a:lnTo>
                  </a:path>
                </a:pathLst>
              </a:custGeom>
              <a:solidFill>
                <a:srgbClr val="000000"/>
              </a:solidFill>
              <a:ln w="19050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de-CH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</p:grpSp>
        <p:grpSp>
          <p:nvGrpSpPr>
            <p:cNvPr id="3820" name="Graphic 3238">
              <a:extLst>
                <a:ext uri="{FF2B5EF4-FFF2-40B4-BE49-F238E27FC236}">
                  <a16:creationId xmlns:a16="http://schemas.microsoft.com/office/drawing/2014/main" id="{40329866-803F-FBED-D4BF-45DB5F85320C}"/>
                </a:ext>
              </a:extLst>
            </p:cNvPr>
            <p:cNvGrpSpPr/>
            <p:nvPr/>
          </p:nvGrpSpPr>
          <p:grpSpPr>
            <a:xfrm>
              <a:off x="11122181" y="13782629"/>
              <a:ext cx="3929676" cy="406490"/>
              <a:chOff x="9272875" y="10426401"/>
              <a:chExt cx="1599383" cy="165442"/>
            </a:xfrm>
            <a:solidFill>
              <a:srgbClr val="000000"/>
            </a:solidFill>
          </p:grpSpPr>
          <p:grpSp>
            <p:nvGrpSpPr>
              <p:cNvPr id="3861" name="Graphic 3238">
                <a:extLst>
                  <a:ext uri="{FF2B5EF4-FFF2-40B4-BE49-F238E27FC236}">
                    <a16:creationId xmlns:a16="http://schemas.microsoft.com/office/drawing/2014/main" id="{AC3D334E-ADE7-0C2F-EF29-F1F89F20A4E8}"/>
                  </a:ext>
                </a:extLst>
              </p:cNvPr>
              <p:cNvGrpSpPr/>
              <p:nvPr/>
            </p:nvGrpSpPr>
            <p:grpSpPr>
              <a:xfrm>
                <a:off x="9272875" y="10426401"/>
                <a:ext cx="188614" cy="165442"/>
                <a:chOff x="9272875" y="10426401"/>
                <a:chExt cx="188614" cy="165442"/>
              </a:xfrm>
              <a:solidFill>
                <a:srgbClr val="000000"/>
              </a:solidFill>
            </p:grpSpPr>
            <p:sp>
              <p:nvSpPr>
                <p:cNvPr id="3880" name="Freeform: Shape 3879">
                  <a:extLst>
                    <a:ext uri="{FF2B5EF4-FFF2-40B4-BE49-F238E27FC236}">
                      <a16:creationId xmlns:a16="http://schemas.microsoft.com/office/drawing/2014/main" id="{975B6634-BFCD-3FA6-EF60-FD0DC4F80EF8}"/>
                    </a:ext>
                  </a:extLst>
                </p:cNvPr>
                <p:cNvSpPr/>
                <p:nvPr/>
              </p:nvSpPr>
              <p:spPr>
                <a:xfrm>
                  <a:off x="9367125" y="10426401"/>
                  <a:ext cx="12683" cy="44542"/>
                </a:xfrm>
                <a:custGeom>
                  <a:avLst/>
                  <a:gdLst>
                    <a:gd name="connsiteX0" fmla="*/ 245 w 12683"/>
                    <a:gd name="connsiteY0" fmla="*/ 185 h 44542"/>
                    <a:gd name="connsiteX1" fmla="*/ 245 w 12683"/>
                    <a:gd name="connsiteY1" fmla="*/ 44728 h 445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2683" h="44542">
                      <a:moveTo>
                        <a:pt x="245" y="185"/>
                      </a:moveTo>
                      <a:lnTo>
                        <a:pt x="245" y="44728"/>
                      </a:lnTo>
                    </a:path>
                  </a:pathLst>
                </a:custGeom>
                <a:solidFill>
                  <a:srgbClr val="000000"/>
                </a:solidFill>
                <a:ln w="10147" cap="flat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de-CH">
                    <a:latin typeface="Roboto" panose="02000000000000000000" pitchFamily="2" charset="0"/>
                    <a:ea typeface="Roboto" panose="02000000000000000000" pitchFamily="2" charset="0"/>
                  </a:endParaRPr>
                </a:p>
              </p:txBody>
            </p:sp>
            <p:grpSp>
              <p:nvGrpSpPr>
                <p:cNvPr id="3881" name="Graphic 3238">
                  <a:extLst>
                    <a:ext uri="{FF2B5EF4-FFF2-40B4-BE49-F238E27FC236}">
                      <a16:creationId xmlns:a16="http://schemas.microsoft.com/office/drawing/2014/main" id="{7094DCB4-0FC4-8847-A3C3-4658EABBD933}"/>
                    </a:ext>
                  </a:extLst>
                </p:cNvPr>
                <p:cNvGrpSpPr/>
                <p:nvPr/>
              </p:nvGrpSpPr>
              <p:grpSpPr>
                <a:xfrm>
                  <a:off x="9272875" y="10519463"/>
                  <a:ext cx="188614" cy="72381"/>
                  <a:chOff x="9272875" y="10519463"/>
                  <a:chExt cx="188614" cy="72381"/>
                </a:xfrm>
                <a:solidFill>
                  <a:srgbClr val="000000"/>
                </a:solidFill>
              </p:grpSpPr>
              <p:sp>
                <p:nvSpPr>
                  <p:cNvPr id="3882" name="Freeform: Shape 3881">
                    <a:extLst>
                      <a:ext uri="{FF2B5EF4-FFF2-40B4-BE49-F238E27FC236}">
                        <a16:creationId xmlns:a16="http://schemas.microsoft.com/office/drawing/2014/main" id="{7FB0559D-E797-5DAE-D654-8094666F6FA2}"/>
                      </a:ext>
                    </a:extLst>
                  </p:cNvPr>
                  <p:cNvSpPr/>
                  <p:nvPr/>
                </p:nvSpPr>
                <p:spPr>
                  <a:xfrm flipV="1">
                    <a:off x="9272875" y="10519463"/>
                    <a:ext cx="63464" cy="72381"/>
                  </a:xfrm>
                  <a:custGeom>
                    <a:avLst/>
                    <a:gdLst>
                      <a:gd name="connsiteX0" fmla="*/ 44968 w 63464"/>
                      <a:gd name="connsiteY0" fmla="*/ 16819 h 72381"/>
                      <a:gd name="connsiteX1" fmla="*/ 14734 w 63464"/>
                      <a:gd name="connsiteY1" fmla="*/ 16819 h 72381"/>
                      <a:gd name="connsiteX2" fmla="*/ 7949 w 63464"/>
                      <a:gd name="connsiteY2" fmla="*/ -2080 h 72381"/>
                      <a:gd name="connsiteX3" fmla="*/ -1849 w 63464"/>
                      <a:gd name="connsiteY3" fmla="*/ -2080 h 72381"/>
                      <a:gd name="connsiteX4" fmla="*/ 25690 w 63464"/>
                      <a:gd name="connsiteY4" fmla="*/ 70302 h 72381"/>
                      <a:gd name="connsiteX5" fmla="*/ 34013 w 63464"/>
                      <a:gd name="connsiteY5" fmla="*/ 70302 h 72381"/>
                      <a:gd name="connsiteX6" fmla="*/ 61615 w 63464"/>
                      <a:gd name="connsiteY6" fmla="*/ -2080 h 72381"/>
                      <a:gd name="connsiteX7" fmla="*/ 51849 w 63464"/>
                      <a:gd name="connsiteY7" fmla="*/ -2080 h 72381"/>
                      <a:gd name="connsiteX8" fmla="*/ 44968 w 63464"/>
                      <a:gd name="connsiteY8" fmla="*/ 16819 h 72381"/>
                      <a:gd name="connsiteX9" fmla="*/ 17620 w 63464"/>
                      <a:gd name="connsiteY9" fmla="*/ 24662 h 72381"/>
                      <a:gd name="connsiteX10" fmla="*/ 42146 w 63464"/>
                      <a:gd name="connsiteY10" fmla="*/ 24662 h 72381"/>
                      <a:gd name="connsiteX11" fmla="*/ 29859 w 63464"/>
                      <a:gd name="connsiteY11" fmla="*/ 58514 h 72381"/>
                      <a:gd name="connsiteX12" fmla="*/ 17620 w 63464"/>
                      <a:gd name="connsiteY12" fmla="*/ 24662 h 7238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63464" h="72381">
                        <a:moveTo>
                          <a:pt x="44968" y="16819"/>
                        </a:moveTo>
                        <a:lnTo>
                          <a:pt x="14734" y="16819"/>
                        </a:lnTo>
                        <a:lnTo>
                          <a:pt x="7949" y="-2080"/>
                        </a:lnTo>
                        <a:lnTo>
                          <a:pt x="-1849" y="-2080"/>
                        </a:lnTo>
                        <a:lnTo>
                          <a:pt x="25690" y="70302"/>
                        </a:lnTo>
                        <a:lnTo>
                          <a:pt x="34013" y="70302"/>
                        </a:lnTo>
                        <a:lnTo>
                          <a:pt x="61615" y="-2080"/>
                        </a:lnTo>
                        <a:lnTo>
                          <a:pt x="51849" y="-2080"/>
                        </a:lnTo>
                        <a:lnTo>
                          <a:pt x="44968" y="16819"/>
                        </a:lnTo>
                        <a:close/>
                        <a:moveTo>
                          <a:pt x="17620" y="24662"/>
                        </a:moveTo>
                        <a:lnTo>
                          <a:pt x="42146" y="24662"/>
                        </a:lnTo>
                        <a:lnTo>
                          <a:pt x="29859" y="58514"/>
                        </a:lnTo>
                        <a:lnTo>
                          <a:pt x="17620" y="24662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16" cap="flat">
                    <a:noFill/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de-CH">
                      <a:latin typeface="Roboto" panose="02000000000000000000" pitchFamily="2" charset="0"/>
                      <a:ea typeface="Roboto" panose="02000000000000000000" pitchFamily="2" charset="0"/>
                    </a:endParaRPr>
                  </a:p>
                </p:txBody>
              </p:sp>
              <p:sp>
                <p:nvSpPr>
                  <p:cNvPr id="3883" name="Freeform: Shape 3882">
                    <a:extLst>
                      <a:ext uri="{FF2B5EF4-FFF2-40B4-BE49-F238E27FC236}">
                        <a16:creationId xmlns:a16="http://schemas.microsoft.com/office/drawing/2014/main" id="{5E9609B1-5299-22F4-A126-D722EC628F50}"/>
                      </a:ext>
                    </a:extLst>
                  </p:cNvPr>
                  <p:cNvSpPr/>
                  <p:nvPr/>
                </p:nvSpPr>
                <p:spPr>
                  <a:xfrm flipV="1">
                    <a:off x="9340097" y="10519463"/>
                    <a:ext cx="55791" cy="72381"/>
                  </a:xfrm>
                  <a:custGeom>
                    <a:avLst/>
                    <a:gdLst>
                      <a:gd name="connsiteX0" fmla="*/ 54124 w 55791"/>
                      <a:gd name="connsiteY0" fmla="*/ 62443 h 72381"/>
                      <a:gd name="connsiteX1" fmla="*/ 30929 w 55791"/>
                      <a:gd name="connsiteY1" fmla="*/ 62443 h 72381"/>
                      <a:gd name="connsiteX2" fmla="*/ 30929 w 55791"/>
                      <a:gd name="connsiteY2" fmla="*/ -2080 h 72381"/>
                      <a:gd name="connsiteX3" fmla="*/ 21480 w 55791"/>
                      <a:gd name="connsiteY3" fmla="*/ -2080 h 72381"/>
                      <a:gd name="connsiteX4" fmla="*/ 21480 w 55791"/>
                      <a:gd name="connsiteY4" fmla="*/ 62443 h 72381"/>
                      <a:gd name="connsiteX5" fmla="*/ -1667 w 55791"/>
                      <a:gd name="connsiteY5" fmla="*/ 62443 h 72381"/>
                      <a:gd name="connsiteX6" fmla="*/ -1667 w 55791"/>
                      <a:gd name="connsiteY6" fmla="*/ 70302 h 72381"/>
                      <a:gd name="connsiteX7" fmla="*/ 54124 w 55791"/>
                      <a:gd name="connsiteY7" fmla="*/ 70302 h 72381"/>
                      <a:gd name="connsiteX8" fmla="*/ 54124 w 55791"/>
                      <a:gd name="connsiteY8" fmla="*/ 62443 h 7238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55791" h="72381">
                        <a:moveTo>
                          <a:pt x="54124" y="62443"/>
                        </a:moveTo>
                        <a:lnTo>
                          <a:pt x="30929" y="62443"/>
                        </a:lnTo>
                        <a:lnTo>
                          <a:pt x="30929" y="-2080"/>
                        </a:lnTo>
                        <a:lnTo>
                          <a:pt x="21480" y="-2080"/>
                        </a:lnTo>
                        <a:lnTo>
                          <a:pt x="21480" y="62443"/>
                        </a:lnTo>
                        <a:lnTo>
                          <a:pt x="-1667" y="62443"/>
                        </a:lnTo>
                        <a:lnTo>
                          <a:pt x="-1667" y="70302"/>
                        </a:lnTo>
                        <a:lnTo>
                          <a:pt x="54124" y="70302"/>
                        </a:lnTo>
                        <a:lnTo>
                          <a:pt x="54124" y="62443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16" cap="flat">
                    <a:noFill/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de-CH">
                      <a:latin typeface="Roboto" panose="02000000000000000000" pitchFamily="2" charset="0"/>
                      <a:ea typeface="Roboto" panose="02000000000000000000" pitchFamily="2" charset="0"/>
                    </a:endParaRPr>
                  </a:p>
                </p:txBody>
              </p:sp>
              <p:sp>
                <p:nvSpPr>
                  <p:cNvPr id="3884" name="Freeform: Shape 3883">
                    <a:extLst>
                      <a:ext uri="{FF2B5EF4-FFF2-40B4-BE49-F238E27FC236}">
                        <a16:creationId xmlns:a16="http://schemas.microsoft.com/office/drawing/2014/main" id="{F1CEA91A-36D4-C4D9-4E84-BC74B2CA1375}"/>
                      </a:ext>
                    </a:extLst>
                  </p:cNvPr>
                  <p:cNvSpPr/>
                  <p:nvPr/>
                </p:nvSpPr>
                <p:spPr>
                  <a:xfrm flipV="1">
                    <a:off x="9399610" y="10519463"/>
                    <a:ext cx="61879" cy="72381"/>
                  </a:xfrm>
                  <a:custGeom>
                    <a:avLst/>
                    <a:gdLst>
                      <a:gd name="connsiteX0" fmla="*/ 29063 w 61879"/>
                      <a:gd name="connsiteY0" fmla="*/ 10599 h 72381"/>
                      <a:gd name="connsiteX1" fmla="*/ 49674 w 61879"/>
                      <a:gd name="connsiteY1" fmla="*/ 70302 h 72381"/>
                      <a:gd name="connsiteX2" fmla="*/ 60090 w 61879"/>
                      <a:gd name="connsiteY2" fmla="*/ 70302 h 72381"/>
                      <a:gd name="connsiteX3" fmla="*/ 33328 w 61879"/>
                      <a:gd name="connsiteY3" fmla="*/ -2080 h 72381"/>
                      <a:gd name="connsiteX4" fmla="*/ 24909 w 61879"/>
                      <a:gd name="connsiteY4" fmla="*/ -2080 h 72381"/>
                      <a:gd name="connsiteX5" fmla="*/ -1789 w 61879"/>
                      <a:gd name="connsiteY5" fmla="*/ 70302 h 72381"/>
                      <a:gd name="connsiteX6" fmla="*/ 8563 w 61879"/>
                      <a:gd name="connsiteY6" fmla="*/ 70302 h 72381"/>
                      <a:gd name="connsiteX7" fmla="*/ 29063 w 61879"/>
                      <a:gd name="connsiteY7" fmla="*/ 10599 h 7238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61879" h="72381">
                        <a:moveTo>
                          <a:pt x="29063" y="10599"/>
                        </a:moveTo>
                        <a:lnTo>
                          <a:pt x="49674" y="70302"/>
                        </a:lnTo>
                        <a:lnTo>
                          <a:pt x="60090" y="70302"/>
                        </a:lnTo>
                        <a:lnTo>
                          <a:pt x="33328" y="-2080"/>
                        </a:lnTo>
                        <a:lnTo>
                          <a:pt x="24909" y="-2080"/>
                        </a:lnTo>
                        <a:lnTo>
                          <a:pt x="-1789" y="70302"/>
                        </a:lnTo>
                        <a:lnTo>
                          <a:pt x="8563" y="70302"/>
                        </a:lnTo>
                        <a:lnTo>
                          <a:pt x="29063" y="10599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16" cap="flat">
                    <a:noFill/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de-CH">
                      <a:latin typeface="Roboto" panose="02000000000000000000" pitchFamily="2" charset="0"/>
                      <a:ea typeface="Roboto" panose="02000000000000000000" pitchFamily="2" charset="0"/>
                    </a:endParaRPr>
                  </a:p>
                </p:txBody>
              </p:sp>
            </p:grpSp>
          </p:grpSp>
          <p:grpSp>
            <p:nvGrpSpPr>
              <p:cNvPr id="3862" name="Graphic 3238">
                <a:extLst>
                  <a:ext uri="{FF2B5EF4-FFF2-40B4-BE49-F238E27FC236}">
                    <a16:creationId xmlns:a16="http://schemas.microsoft.com/office/drawing/2014/main" id="{913F9C66-3667-845D-6DBC-2AFD42FB5548}"/>
                  </a:ext>
                </a:extLst>
              </p:cNvPr>
              <p:cNvGrpSpPr/>
              <p:nvPr/>
            </p:nvGrpSpPr>
            <p:grpSpPr>
              <a:xfrm>
                <a:off x="9755225" y="10426401"/>
                <a:ext cx="172714" cy="165442"/>
                <a:chOff x="9755225" y="10426401"/>
                <a:chExt cx="172714" cy="165442"/>
              </a:xfrm>
              <a:solidFill>
                <a:srgbClr val="000000"/>
              </a:solidFill>
            </p:grpSpPr>
            <p:sp>
              <p:nvSpPr>
                <p:cNvPr id="3875" name="Freeform: Shape 3874">
                  <a:extLst>
                    <a:ext uri="{FF2B5EF4-FFF2-40B4-BE49-F238E27FC236}">
                      <a16:creationId xmlns:a16="http://schemas.microsoft.com/office/drawing/2014/main" id="{AD21976E-3A60-8C68-60B1-DE34320D255A}"/>
                    </a:ext>
                  </a:extLst>
                </p:cNvPr>
                <p:cNvSpPr/>
                <p:nvPr/>
              </p:nvSpPr>
              <p:spPr>
                <a:xfrm>
                  <a:off x="9839291" y="10426401"/>
                  <a:ext cx="12683" cy="44542"/>
                </a:xfrm>
                <a:custGeom>
                  <a:avLst/>
                  <a:gdLst>
                    <a:gd name="connsiteX0" fmla="*/ 282 w 12683"/>
                    <a:gd name="connsiteY0" fmla="*/ 185 h 44542"/>
                    <a:gd name="connsiteX1" fmla="*/ 282 w 12683"/>
                    <a:gd name="connsiteY1" fmla="*/ 44728 h 445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2683" h="44542">
                      <a:moveTo>
                        <a:pt x="282" y="185"/>
                      </a:moveTo>
                      <a:lnTo>
                        <a:pt x="282" y="44728"/>
                      </a:lnTo>
                    </a:path>
                  </a:pathLst>
                </a:custGeom>
                <a:solidFill>
                  <a:srgbClr val="000000"/>
                </a:solidFill>
                <a:ln w="10147" cap="flat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de-CH">
                    <a:latin typeface="Roboto" panose="02000000000000000000" pitchFamily="2" charset="0"/>
                    <a:ea typeface="Roboto" panose="02000000000000000000" pitchFamily="2" charset="0"/>
                  </a:endParaRPr>
                </a:p>
              </p:txBody>
            </p:sp>
            <p:grpSp>
              <p:nvGrpSpPr>
                <p:cNvPr id="3876" name="Graphic 3238">
                  <a:extLst>
                    <a:ext uri="{FF2B5EF4-FFF2-40B4-BE49-F238E27FC236}">
                      <a16:creationId xmlns:a16="http://schemas.microsoft.com/office/drawing/2014/main" id="{89C48ED8-BAE4-8C29-695F-1F2B5BCA67E5}"/>
                    </a:ext>
                  </a:extLst>
                </p:cNvPr>
                <p:cNvGrpSpPr/>
                <p:nvPr/>
              </p:nvGrpSpPr>
              <p:grpSpPr>
                <a:xfrm>
                  <a:off x="9755225" y="10519463"/>
                  <a:ext cx="172714" cy="72381"/>
                  <a:chOff x="9755225" y="10519463"/>
                  <a:chExt cx="172714" cy="72381"/>
                </a:xfrm>
                <a:solidFill>
                  <a:srgbClr val="000000"/>
                </a:solidFill>
              </p:grpSpPr>
              <p:sp>
                <p:nvSpPr>
                  <p:cNvPr id="3877" name="Freeform: Shape 3876">
                    <a:extLst>
                      <a:ext uri="{FF2B5EF4-FFF2-40B4-BE49-F238E27FC236}">
                        <a16:creationId xmlns:a16="http://schemas.microsoft.com/office/drawing/2014/main" id="{6904FCA7-9B61-40E7-75AC-FD6D86D4C986}"/>
                      </a:ext>
                    </a:extLst>
                  </p:cNvPr>
                  <p:cNvSpPr/>
                  <p:nvPr/>
                </p:nvSpPr>
                <p:spPr>
                  <a:xfrm flipV="1">
                    <a:off x="9755225" y="10519463"/>
                    <a:ext cx="45834" cy="72381"/>
                  </a:xfrm>
                  <a:custGeom>
                    <a:avLst/>
                    <a:gdLst>
                      <a:gd name="connsiteX0" fmla="*/ 39081 w 45834"/>
                      <a:gd name="connsiteY0" fmla="*/ 31375 h 72381"/>
                      <a:gd name="connsiteX1" fmla="*/ 7817 w 45834"/>
                      <a:gd name="connsiteY1" fmla="*/ 31375 h 72381"/>
                      <a:gd name="connsiteX2" fmla="*/ 7817 w 45834"/>
                      <a:gd name="connsiteY2" fmla="*/ 5731 h 72381"/>
                      <a:gd name="connsiteX3" fmla="*/ 44139 w 45834"/>
                      <a:gd name="connsiteY3" fmla="*/ 5731 h 72381"/>
                      <a:gd name="connsiteX4" fmla="*/ 44139 w 45834"/>
                      <a:gd name="connsiteY4" fmla="*/ -2080 h 72381"/>
                      <a:gd name="connsiteX5" fmla="*/ -1696 w 45834"/>
                      <a:gd name="connsiteY5" fmla="*/ -2080 h 72381"/>
                      <a:gd name="connsiteX6" fmla="*/ -1696 w 45834"/>
                      <a:gd name="connsiteY6" fmla="*/ 70302 h 72381"/>
                      <a:gd name="connsiteX7" fmla="*/ 43647 w 45834"/>
                      <a:gd name="connsiteY7" fmla="*/ 70302 h 72381"/>
                      <a:gd name="connsiteX8" fmla="*/ 43647 w 45834"/>
                      <a:gd name="connsiteY8" fmla="*/ 62443 h 72381"/>
                      <a:gd name="connsiteX9" fmla="*/ 7817 w 45834"/>
                      <a:gd name="connsiteY9" fmla="*/ 62443 h 72381"/>
                      <a:gd name="connsiteX10" fmla="*/ 7817 w 45834"/>
                      <a:gd name="connsiteY10" fmla="*/ 39186 h 72381"/>
                      <a:gd name="connsiteX11" fmla="*/ 39081 w 45834"/>
                      <a:gd name="connsiteY11" fmla="*/ 39186 h 72381"/>
                      <a:gd name="connsiteX12" fmla="*/ 39081 w 45834"/>
                      <a:gd name="connsiteY12" fmla="*/ 31375 h 7238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45834" h="72381">
                        <a:moveTo>
                          <a:pt x="39081" y="31375"/>
                        </a:moveTo>
                        <a:lnTo>
                          <a:pt x="7817" y="31375"/>
                        </a:lnTo>
                        <a:lnTo>
                          <a:pt x="7817" y="5731"/>
                        </a:lnTo>
                        <a:lnTo>
                          <a:pt x="44139" y="5731"/>
                        </a:lnTo>
                        <a:lnTo>
                          <a:pt x="44139" y="-2080"/>
                        </a:lnTo>
                        <a:lnTo>
                          <a:pt x="-1696" y="-2080"/>
                        </a:lnTo>
                        <a:lnTo>
                          <a:pt x="-1696" y="70302"/>
                        </a:lnTo>
                        <a:lnTo>
                          <a:pt x="43647" y="70302"/>
                        </a:lnTo>
                        <a:lnTo>
                          <a:pt x="43647" y="62443"/>
                        </a:lnTo>
                        <a:lnTo>
                          <a:pt x="7817" y="62443"/>
                        </a:lnTo>
                        <a:lnTo>
                          <a:pt x="7817" y="39186"/>
                        </a:lnTo>
                        <a:lnTo>
                          <a:pt x="39081" y="39186"/>
                        </a:lnTo>
                        <a:lnTo>
                          <a:pt x="39081" y="31375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16" cap="flat">
                    <a:noFill/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de-CH">
                      <a:latin typeface="Roboto" panose="02000000000000000000" pitchFamily="2" charset="0"/>
                      <a:ea typeface="Roboto" panose="02000000000000000000" pitchFamily="2" charset="0"/>
                    </a:endParaRPr>
                  </a:p>
                </p:txBody>
              </p:sp>
              <p:sp>
                <p:nvSpPr>
                  <p:cNvPr id="3878" name="Freeform: Shape 3877">
                    <a:extLst>
                      <a:ext uri="{FF2B5EF4-FFF2-40B4-BE49-F238E27FC236}">
                        <a16:creationId xmlns:a16="http://schemas.microsoft.com/office/drawing/2014/main" id="{B44EFCA3-AB27-90C5-89A5-15BA5EB469F6}"/>
                      </a:ext>
                    </a:extLst>
                  </p:cNvPr>
                  <p:cNvSpPr/>
                  <p:nvPr/>
                </p:nvSpPr>
                <p:spPr>
                  <a:xfrm flipV="1">
                    <a:off x="9812895" y="10519463"/>
                    <a:ext cx="49100" cy="72381"/>
                  </a:xfrm>
                  <a:custGeom>
                    <a:avLst/>
                    <a:gdLst>
                      <a:gd name="connsiteX0" fmla="*/ -1794 w 49100"/>
                      <a:gd name="connsiteY0" fmla="*/ -2080 h 72381"/>
                      <a:gd name="connsiteX1" fmla="*/ -1794 w 49100"/>
                      <a:gd name="connsiteY1" fmla="*/ 70302 h 72381"/>
                      <a:gd name="connsiteX2" fmla="*/ 21797 w 49100"/>
                      <a:gd name="connsiteY2" fmla="*/ 70302 h 72381"/>
                      <a:gd name="connsiteX3" fmla="*/ 39443 w 49100"/>
                      <a:gd name="connsiteY3" fmla="*/ 65434 h 72381"/>
                      <a:gd name="connsiteX4" fmla="*/ 45372 w 49100"/>
                      <a:gd name="connsiteY4" fmla="*/ 51021 h 72381"/>
                      <a:gd name="connsiteX5" fmla="*/ 42503 w 49100"/>
                      <a:gd name="connsiteY5" fmla="*/ 42033 h 72381"/>
                      <a:gd name="connsiteX6" fmla="*/ 34671 w 49100"/>
                      <a:gd name="connsiteY6" fmla="*/ 36004 h 72381"/>
                      <a:gd name="connsiteX7" fmla="*/ 43914 w 49100"/>
                      <a:gd name="connsiteY7" fmla="*/ 29768 h 72381"/>
                      <a:gd name="connsiteX8" fmla="*/ 47306 w 49100"/>
                      <a:gd name="connsiteY8" fmla="*/ 18808 h 72381"/>
                      <a:gd name="connsiteX9" fmla="*/ 41012 w 49100"/>
                      <a:gd name="connsiteY9" fmla="*/ 3488 h 72381"/>
                      <a:gd name="connsiteX10" fmla="*/ 23224 w 49100"/>
                      <a:gd name="connsiteY10" fmla="*/ -2080 h 72381"/>
                      <a:gd name="connsiteX11" fmla="*/ -1794 w 49100"/>
                      <a:gd name="connsiteY11" fmla="*/ -2080 h 72381"/>
                      <a:gd name="connsiteX12" fmla="*/ 7718 w 49100"/>
                      <a:gd name="connsiteY12" fmla="*/ 31773 h 72381"/>
                      <a:gd name="connsiteX13" fmla="*/ 7718 w 49100"/>
                      <a:gd name="connsiteY13" fmla="*/ 5731 h 72381"/>
                      <a:gd name="connsiteX14" fmla="*/ 23430 w 49100"/>
                      <a:gd name="connsiteY14" fmla="*/ 5731 h 72381"/>
                      <a:gd name="connsiteX15" fmla="*/ 33910 w 49100"/>
                      <a:gd name="connsiteY15" fmla="*/ 9183 h 72381"/>
                      <a:gd name="connsiteX16" fmla="*/ 37746 w 49100"/>
                      <a:gd name="connsiteY16" fmla="*/ 18696 h 72381"/>
                      <a:gd name="connsiteX17" fmla="*/ 23573 w 49100"/>
                      <a:gd name="connsiteY17" fmla="*/ 31773 h 72381"/>
                      <a:gd name="connsiteX18" fmla="*/ 7718 w 49100"/>
                      <a:gd name="connsiteY18" fmla="*/ 31773 h 72381"/>
                      <a:gd name="connsiteX19" fmla="*/ 7718 w 49100"/>
                      <a:gd name="connsiteY19" fmla="*/ 39424 h 72381"/>
                      <a:gd name="connsiteX20" fmla="*/ 22082 w 49100"/>
                      <a:gd name="connsiteY20" fmla="*/ 39424 h 72381"/>
                      <a:gd name="connsiteX21" fmla="*/ 32070 w 49100"/>
                      <a:gd name="connsiteY21" fmla="*/ 42558 h 72381"/>
                      <a:gd name="connsiteX22" fmla="*/ 35812 w 49100"/>
                      <a:gd name="connsiteY22" fmla="*/ 51069 h 72381"/>
                      <a:gd name="connsiteX23" fmla="*/ 32340 w 49100"/>
                      <a:gd name="connsiteY23" fmla="*/ 59739 h 72381"/>
                      <a:gd name="connsiteX24" fmla="*/ 21797 w 49100"/>
                      <a:gd name="connsiteY24" fmla="*/ 62443 h 72381"/>
                      <a:gd name="connsiteX25" fmla="*/ 7718 w 49100"/>
                      <a:gd name="connsiteY25" fmla="*/ 62443 h 72381"/>
                      <a:gd name="connsiteX26" fmla="*/ 7718 w 49100"/>
                      <a:gd name="connsiteY26" fmla="*/ 39424 h 7238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</a:cxnLst>
                    <a:rect l="l" t="t" r="r" b="b"/>
                    <a:pathLst>
                      <a:path w="49100" h="72381">
                        <a:moveTo>
                          <a:pt x="-1794" y="-2080"/>
                        </a:moveTo>
                        <a:lnTo>
                          <a:pt x="-1794" y="70302"/>
                        </a:lnTo>
                        <a:lnTo>
                          <a:pt x="21797" y="70302"/>
                        </a:lnTo>
                        <a:cubicBezTo>
                          <a:pt x="29618" y="70302"/>
                          <a:pt x="35500" y="68679"/>
                          <a:pt x="39443" y="65434"/>
                        </a:cubicBezTo>
                        <a:cubicBezTo>
                          <a:pt x="43396" y="62189"/>
                          <a:pt x="45372" y="57384"/>
                          <a:pt x="45372" y="51021"/>
                        </a:cubicBezTo>
                        <a:cubicBezTo>
                          <a:pt x="45372" y="47638"/>
                          <a:pt x="44416" y="44642"/>
                          <a:pt x="42503" y="42033"/>
                        </a:cubicBezTo>
                        <a:cubicBezTo>
                          <a:pt x="40589" y="39435"/>
                          <a:pt x="37979" y="37425"/>
                          <a:pt x="34671" y="36004"/>
                        </a:cubicBezTo>
                        <a:cubicBezTo>
                          <a:pt x="38571" y="34912"/>
                          <a:pt x="41652" y="32833"/>
                          <a:pt x="43914" y="29768"/>
                        </a:cubicBezTo>
                        <a:cubicBezTo>
                          <a:pt x="46176" y="26703"/>
                          <a:pt x="47306" y="23050"/>
                          <a:pt x="47306" y="18808"/>
                        </a:cubicBezTo>
                        <a:cubicBezTo>
                          <a:pt x="47306" y="12307"/>
                          <a:pt x="45208" y="7200"/>
                          <a:pt x="41012" y="3488"/>
                        </a:cubicBezTo>
                        <a:cubicBezTo>
                          <a:pt x="36816" y="-224"/>
                          <a:pt x="30887" y="-2080"/>
                          <a:pt x="23224" y="-2080"/>
                        </a:cubicBezTo>
                        <a:lnTo>
                          <a:pt x="-1794" y="-2080"/>
                        </a:lnTo>
                        <a:close/>
                        <a:moveTo>
                          <a:pt x="7718" y="31773"/>
                        </a:moveTo>
                        <a:lnTo>
                          <a:pt x="7718" y="5731"/>
                        </a:lnTo>
                        <a:lnTo>
                          <a:pt x="23430" y="5731"/>
                        </a:lnTo>
                        <a:cubicBezTo>
                          <a:pt x="27858" y="5731"/>
                          <a:pt x="31352" y="6882"/>
                          <a:pt x="33910" y="9183"/>
                        </a:cubicBezTo>
                        <a:cubicBezTo>
                          <a:pt x="36467" y="11485"/>
                          <a:pt x="37746" y="14656"/>
                          <a:pt x="37746" y="18696"/>
                        </a:cubicBezTo>
                        <a:cubicBezTo>
                          <a:pt x="37746" y="27414"/>
                          <a:pt x="33022" y="31773"/>
                          <a:pt x="23573" y="31773"/>
                        </a:cubicBezTo>
                        <a:lnTo>
                          <a:pt x="7718" y="31773"/>
                        </a:lnTo>
                        <a:close/>
                        <a:moveTo>
                          <a:pt x="7718" y="39424"/>
                        </a:moveTo>
                        <a:lnTo>
                          <a:pt x="22082" y="39424"/>
                        </a:lnTo>
                        <a:cubicBezTo>
                          <a:pt x="26247" y="39424"/>
                          <a:pt x="29576" y="40469"/>
                          <a:pt x="32070" y="42558"/>
                        </a:cubicBezTo>
                        <a:cubicBezTo>
                          <a:pt x="34565" y="44647"/>
                          <a:pt x="35812" y="47484"/>
                          <a:pt x="35812" y="51069"/>
                        </a:cubicBezTo>
                        <a:cubicBezTo>
                          <a:pt x="35812" y="55046"/>
                          <a:pt x="34655" y="57936"/>
                          <a:pt x="32340" y="59739"/>
                        </a:cubicBezTo>
                        <a:cubicBezTo>
                          <a:pt x="30036" y="61542"/>
                          <a:pt x="26521" y="62443"/>
                          <a:pt x="21797" y="62443"/>
                        </a:cubicBezTo>
                        <a:lnTo>
                          <a:pt x="7718" y="62443"/>
                        </a:lnTo>
                        <a:lnTo>
                          <a:pt x="7718" y="39424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16" cap="flat">
                    <a:noFill/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de-CH">
                      <a:latin typeface="Roboto" panose="02000000000000000000" pitchFamily="2" charset="0"/>
                      <a:ea typeface="Roboto" panose="02000000000000000000" pitchFamily="2" charset="0"/>
                    </a:endParaRPr>
                  </a:p>
                </p:txBody>
              </p:sp>
              <p:sp>
                <p:nvSpPr>
                  <p:cNvPr id="3879" name="Freeform: Shape 3878">
                    <a:extLst>
                      <a:ext uri="{FF2B5EF4-FFF2-40B4-BE49-F238E27FC236}">
                        <a16:creationId xmlns:a16="http://schemas.microsoft.com/office/drawing/2014/main" id="{7CF80B57-6E67-04F6-D843-25D426B77A9C}"/>
                      </a:ext>
                    </a:extLst>
                  </p:cNvPr>
                  <p:cNvSpPr/>
                  <p:nvPr/>
                </p:nvSpPr>
                <p:spPr>
                  <a:xfrm flipV="1">
                    <a:off x="9876065" y="10519463"/>
                    <a:ext cx="51875" cy="72381"/>
                  </a:xfrm>
                  <a:custGeom>
                    <a:avLst/>
                    <a:gdLst>
                      <a:gd name="connsiteX0" fmla="*/ 7636 w 51875"/>
                      <a:gd name="connsiteY0" fmla="*/ 26253 h 72381"/>
                      <a:gd name="connsiteX1" fmla="*/ 7636 w 51875"/>
                      <a:gd name="connsiteY1" fmla="*/ -2080 h 72381"/>
                      <a:gd name="connsiteX2" fmla="*/ -1877 w 51875"/>
                      <a:gd name="connsiteY2" fmla="*/ -2080 h 72381"/>
                      <a:gd name="connsiteX3" fmla="*/ -1877 w 51875"/>
                      <a:gd name="connsiteY3" fmla="*/ 70302 h 72381"/>
                      <a:gd name="connsiteX4" fmla="*/ 24727 w 51875"/>
                      <a:gd name="connsiteY4" fmla="*/ 70302 h 72381"/>
                      <a:gd name="connsiteX5" fmla="*/ 43276 w 51875"/>
                      <a:gd name="connsiteY5" fmla="*/ 64241 h 72381"/>
                      <a:gd name="connsiteX6" fmla="*/ 49999 w 51875"/>
                      <a:gd name="connsiteY6" fmla="*/ 48174 h 72381"/>
                      <a:gd name="connsiteX7" fmla="*/ 43435 w 51875"/>
                      <a:gd name="connsiteY7" fmla="*/ 31948 h 72381"/>
                      <a:gd name="connsiteX8" fmla="*/ 24632 w 51875"/>
                      <a:gd name="connsiteY8" fmla="*/ 26253 h 72381"/>
                      <a:gd name="connsiteX9" fmla="*/ 7636 w 51875"/>
                      <a:gd name="connsiteY9" fmla="*/ 26253 h 72381"/>
                      <a:gd name="connsiteX10" fmla="*/ 7636 w 51875"/>
                      <a:gd name="connsiteY10" fmla="*/ 34063 h 72381"/>
                      <a:gd name="connsiteX11" fmla="*/ 24727 w 51875"/>
                      <a:gd name="connsiteY11" fmla="*/ 34063 h 72381"/>
                      <a:gd name="connsiteX12" fmla="*/ 36427 w 51875"/>
                      <a:gd name="connsiteY12" fmla="*/ 37659 h 72381"/>
                      <a:gd name="connsiteX13" fmla="*/ 40486 w 51875"/>
                      <a:gd name="connsiteY13" fmla="*/ 48078 h 72381"/>
                      <a:gd name="connsiteX14" fmla="*/ 36427 w 51875"/>
                      <a:gd name="connsiteY14" fmla="*/ 58418 h 72381"/>
                      <a:gd name="connsiteX15" fmla="*/ 25282 w 51875"/>
                      <a:gd name="connsiteY15" fmla="*/ 62443 h 72381"/>
                      <a:gd name="connsiteX16" fmla="*/ 7636 w 51875"/>
                      <a:gd name="connsiteY16" fmla="*/ 62443 h 72381"/>
                      <a:gd name="connsiteX17" fmla="*/ 7636 w 51875"/>
                      <a:gd name="connsiteY17" fmla="*/ 34063 h 7238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</a:cxnLst>
                    <a:rect l="l" t="t" r="r" b="b"/>
                    <a:pathLst>
                      <a:path w="51875" h="72381">
                        <a:moveTo>
                          <a:pt x="7636" y="26253"/>
                        </a:moveTo>
                        <a:lnTo>
                          <a:pt x="7636" y="-2080"/>
                        </a:lnTo>
                        <a:lnTo>
                          <a:pt x="-1877" y="-2080"/>
                        </a:lnTo>
                        <a:lnTo>
                          <a:pt x="-1877" y="70302"/>
                        </a:lnTo>
                        <a:lnTo>
                          <a:pt x="24727" y="70302"/>
                        </a:lnTo>
                        <a:cubicBezTo>
                          <a:pt x="32622" y="70302"/>
                          <a:pt x="38805" y="68281"/>
                          <a:pt x="43276" y="64241"/>
                        </a:cubicBezTo>
                        <a:cubicBezTo>
                          <a:pt x="47758" y="60200"/>
                          <a:pt x="49999" y="54844"/>
                          <a:pt x="49999" y="48174"/>
                        </a:cubicBezTo>
                        <a:cubicBezTo>
                          <a:pt x="49999" y="41153"/>
                          <a:pt x="47811" y="35744"/>
                          <a:pt x="43435" y="31948"/>
                        </a:cubicBezTo>
                        <a:cubicBezTo>
                          <a:pt x="39059" y="28151"/>
                          <a:pt x="32791" y="26253"/>
                          <a:pt x="24632" y="26253"/>
                        </a:cubicBezTo>
                        <a:lnTo>
                          <a:pt x="7636" y="26253"/>
                        </a:lnTo>
                        <a:close/>
                        <a:moveTo>
                          <a:pt x="7636" y="34063"/>
                        </a:moveTo>
                        <a:lnTo>
                          <a:pt x="24727" y="34063"/>
                        </a:lnTo>
                        <a:cubicBezTo>
                          <a:pt x="29821" y="34063"/>
                          <a:pt x="33721" y="35262"/>
                          <a:pt x="36427" y="37659"/>
                        </a:cubicBezTo>
                        <a:cubicBezTo>
                          <a:pt x="39133" y="40066"/>
                          <a:pt x="40486" y="43539"/>
                          <a:pt x="40486" y="48078"/>
                        </a:cubicBezTo>
                        <a:cubicBezTo>
                          <a:pt x="40486" y="52384"/>
                          <a:pt x="39133" y="55831"/>
                          <a:pt x="36427" y="58418"/>
                        </a:cubicBezTo>
                        <a:cubicBezTo>
                          <a:pt x="33721" y="61006"/>
                          <a:pt x="30006" y="62348"/>
                          <a:pt x="25282" y="62443"/>
                        </a:cubicBezTo>
                        <a:lnTo>
                          <a:pt x="7636" y="62443"/>
                        </a:lnTo>
                        <a:lnTo>
                          <a:pt x="7636" y="34063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16" cap="flat">
                    <a:noFill/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de-CH">
                      <a:latin typeface="Roboto" panose="02000000000000000000" pitchFamily="2" charset="0"/>
                      <a:ea typeface="Roboto" panose="02000000000000000000" pitchFamily="2" charset="0"/>
                    </a:endParaRPr>
                  </a:p>
                </p:txBody>
              </p:sp>
            </p:grpSp>
          </p:grpSp>
          <p:grpSp>
            <p:nvGrpSpPr>
              <p:cNvPr id="3863" name="Graphic 3238">
                <a:extLst>
                  <a:ext uri="{FF2B5EF4-FFF2-40B4-BE49-F238E27FC236}">
                    <a16:creationId xmlns:a16="http://schemas.microsoft.com/office/drawing/2014/main" id="{4A929885-D644-59B0-7671-F2958DFDC13A}"/>
                  </a:ext>
                </a:extLst>
              </p:cNvPr>
              <p:cNvGrpSpPr/>
              <p:nvPr/>
            </p:nvGrpSpPr>
            <p:grpSpPr>
              <a:xfrm>
                <a:off x="10217194" y="10426401"/>
                <a:ext cx="188614" cy="165442"/>
                <a:chOff x="10217194" y="10426401"/>
                <a:chExt cx="188614" cy="165442"/>
              </a:xfrm>
              <a:solidFill>
                <a:srgbClr val="000000"/>
              </a:solidFill>
            </p:grpSpPr>
            <p:sp>
              <p:nvSpPr>
                <p:cNvPr id="3870" name="Freeform: Shape 3869">
                  <a:extLst>
                    <a:ext uri="{FF2B5EF4-FFF2-40B4-BE49-F238E27FC236}">
                      <a16:creationId xmlns:a16="http://schemas.microsoft.com/office/drawing/2014/main" id="{62088224-B17C-17D5-E085-010F8362EFDE}"/>
                    </a:ext>
                  </a:extLst>
                </p:cNvPr>
                <p:cNvSpPr/>
                <p:nvPr/>
              </p:nvSpPr>
              <p:spPr>
                <a:xfrm>
                  <a:off x="10311444" y="10426401"/>
                  <a:ext cx="12683" cy="44542"/>
                </a:xfrm>
                <a:custGeom>
                  <a:avLst/>
                  <a:gdLst>
                    <a:gd name="connsiteX0" fmla="*/ 320 w 12683"/>
                    <a:gd name="connsiteY0" fmla="*/ 185 h 44542"/>
                    <a:gd name="connsiteX1" fmla="*/ 320 w 12683"/>
                    <a:gd name="connsiteY1" fmla="*/ 44728 h 445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2683" h="44542">
                      <a:moveTo>
                        <a:pt x="320" y="185"/>
                      </a:moveTo>
                      <a:lnTo>
                        <a:pt x="320" y="44728"/>
                      </a:lnTo>
                    </a:path>
                  </a:pathLst>
                </a:custGeom>
                <a:solidFill>
                  <a:srgbClr val="000000"/>
                </a:solidFill>
                <a:ln w="10147" cap="flat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de-CH">
                    <a:latin typeface="Roboto" panose="02000000000000000000" pitchFamily="2" charset="0"/>
                    <a:ea typeface="Roboto" panose="02000000000000000000" pitchFamily="2" charset="0"/>
                  </a:endParaRPr>
                </a:p>
              </p:txBody>
            </p:sp>
            <p:grpSp>
              <p:nvGrpSpPr>
                <p:cNvPr id="3871" name="Graphic 3238">
                  <a:extLst>
                    <a:ext uri="{FF2B5EF4-FFF2-40B4-BE49-F238E27FC236}">
                      <a16:creationId xmlns:a16="http://schemas.microsoft.com/office/drawing/2014/main" id="{24905B11-9227-B0C6-14DA-17063F312929}"/>
                    </a:ext>
                  </a:extLst>
                </p:cNvPr>
                <p:cNvGrpSpPr/>
                <p:nvPr/>
              </p:nvGrpSpPr>
              <p:grpSpPr>
                <a:xfrm>
                  <a:off x="10217194" y="10519463"/>
                  <a:ext cx="188614" cy="72381"/>
                  <a:chOff x="10217194" y="10519463"/>
                  <a:chExt cx="188614" cy="72381"/>
                </a:xfrm>
                <a:solidFill>
                  <a:srgbClr val="000000"/>
                </a:solidFill>
              </p:grpSpPr>
              <p:sp>
                <p:nvSpPr>
                  <p:cNvPr id="3872" name="Freeform: Shape 3871">
                    <a:extLst>
                      <a:ext uri="{FF2B5EF4-FFF2-40B4-BE49-F238E27FC236}">
                        <a16:creationId xmlns:a16="http://schemas.microsoft.com/office/drawing/2014/main" id="{19003DB5-9563-899B-2B87-9369F6222687}"/>
                      </a:ext>
                    </a:extLst>
                  </p:cNvPr>
                  <p:cNvSpPr/>
                  <p:nvPr/>
                </p:nvSpPr>
                <p:spPr>
                  <a:xfrm flipV="1">
                    <a:off x="10217194" y="10519463"/>
                    <a:ext cx="63464" cy="72381"/>
                  </a:xfrm>
                  <a:custGeom>
                    <a:avLst/>
                    <a:gdLst>
                      <a:gd name="connsiteX0" fmla="*/ 45043 w 63464"/>
                      <a:gd name="connsiteY0" fmla="*/ 16819 h 72381"/>
                      <a:gd name="connsiteX1" fmla="*/ 14809 w 63464"/>
                      <a:gd name="connsiteY1" fmla="*/ 16819 h 72381"/>
                      <a:gd name="connsiteX2" fmla="*/ 8023 w 63464"/>
                      <a:gd name="connsiteY2" fmla="*/ -2080 h 72381"/>
                      <a:gd name="connsiteX3" fmla="*/ -1775 w 63464"/>
                      <a:gd name="connsiteY3" fmla="*/ -2080 h 72381"/>
                      <a:gd name="connsiteX4" fmla="*/ 25764 w 63464"/>
                      <a:gd name="connsiteY4" fmla="*/ 70302 h 72381"/>
                      <a:gd name="connsiteX5" fmla="*/ 34088 w 63464"/>
                      <a:gd name="connsiteY5" fmla="*/ 70302 h 72381"/>
                      <a:gd name="connsiteX6" fmla="*/ 61690 w 63464"/>
                      <a:gd name="connsiteY6" fmla="*/ -2080 h 72381"/>
                      <a:gd name="connsiteX7" fmla="*/ 51924 w 63464"/>
                      <a:gd name="connsiteY7" fmla="*/ -2080 h 72381"/>
                      <a:gd name="connsiteX8" fmla="*/ 45043 w 63464"/>
                      <a:gd name="connsiteY8" fmla="*/ 16819 h 72381"/>
                      <a:gd name="connsiteX9" fmla="*/ 17694 w 63464"/>
                      <a:gd name="connsiteY9" fmla="*/ 24662 h 72381"/>
                      <a:gd name="connsiteX10" fmla="*/ 42221 w 63464"/>
                      <a:gd name="connsiteY10" fmla="*/ 24662 h 72381"/>
                      <a:gd name="connsiteX11" fmla="*/ 29934 w 63464"/>
                      <a:gd name="connsiteY11" fmla="*/ 58514 h 72381"/>
                      <a:gd name="connsiteX12" fmla="*/ 17694 w 63464"/>
                      <a:gd name="connsiteY12" fmla="*/ 24662 h 7238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63464" h="72381">
                        <a:moveTo>
                          <a:pt x="45043" y="16819"/>
                        </a:moveTo>
                        <a:lnTo>
                          <a:pt x="14809" y="16819"/>
                        </a:lnTo>
                        <a:lnTo>
                          <a:pt x="8023" y="-2080"/>
                        </a:lnTo>
                        <a:lnTo>
                          <a:pt x="-1775" y="-2080"/>
                        </a:lnTo>
                        <a:lnTo>
                          <a:pt x="25764" y="70302"/>
                        </a:lnTo>
                        <a:lnTo>
                          <a:pt x="34088" y="70302"/>
                        </a:lnTo>
                        <a:lnTo>
                          <a:pt x="61690" y="-2080"/>
                        </a:lnTo>
                        <a:lnTo>
                          <a:pt x="51924" y="-2080"/>
                        </a:lnTo>
                        <a:lnTo>
                          <a:pt x="45043" y="16819"/>
                        </a:lnTo>
                        <a:close/>
                        <a:moveTo>
                          <a:pt x="17694" y="24662"/>
                        </a:moveTo>
                        <a:lnTo>
                          <a:pt x="42221" y="24662"/>
                        </a:lnTo>
                        <a:lnTo>
                          <a:pt x="29934" y="58514"/>
                        </a:lnTo>
                        <a:lnTo>
                          <a:pt x="17694" y="24662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16" cap="flat">
                    <a:noFill/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de-CH">
                      <a:latin typeface="Roboto" panose="02000000000000000000" pitchFamily="2" charset="0"/>
                      <a:ea typeface="Roboto" panose="02000000000000000000" pitchFamily="2" charset="0"/>
                    </a:endParaRPr>
                  </a:p>
                </p:txBody>
              </p:sp>
              <p:sp>
                <p:nvSpPr>
                  <p:cNvPr id="3873" name="Freeform: Shape 3872">
                    <a:extLst>
                      <a:ext uri="{FF2B5EF4-FFF2-40B4-BE49-F238E27FC236}">
                        <a16:creationId xmlns:a16="http://schemas.microsoft.com/office/drawing/2014/main" id="{82877E13-CF87-EF60-6703-D4284D61E30E}"/>
                      </a:ext>
                    </a:extLst>
                  </p:cNvPr>
                  <p:cNvSpPr/>
                  <p:nvPr/>
                </p:nvSpPr>
                <p:spPr>
                  <a:xfrm flipV="1">
                    <a:off x="10284416" y="10519463"/>
                    <a:ext cx="55791" cy="72381"/>
                  </a:xfrm>
                  <a:custGeom>
                    <a:avLst/>
                    <a:gdLst>
                      <a:gd name="connsiteX0" fmla="*/ 54198 w 55791"/>
                      <a:gd name="connsiteY0" fmla="*/ 62443 h 72381"/>
                      <a:gd name="connsiteX1" fmla="*/ 31004 w 55791"/>
                      <a:gd name="connsiteY1" fmla="*/ 62443 h 72381"/>
                      <a:gd name="connsiteX2" fmla="*/ 31004 w 55791"/>
                      <a:gd name="connsiteY2" fmla="*/ -2080 h 72381"/>
                      <a:gd name="connsiteX3" fmla="*/ 21554 w 55791"/>
                      <a:gd name="connsiteY3" fmla="*/ -2080 h 72381"/>
                      <a:gd name="connsiteX4" fmla="*/ 21554 w 55791"/>
                      <a:gd name="connsiteY4" fmla="*/ 62443 h 72381"/>
                      <a:gd name="connsiteX5" fmla="*/ -1593 w 55791"/>
                      <a:gd name="connsiteY5" fmla="*/ 62443 h 72381"/>
                      <a:gd name="connsiteX6" fmla="*/ -1593 w 55791"/>
                      <a:gd name="connsiteY6" fmla="*/ 70302 h 72381"/>
                      <a:gd name="connsiteX7" fmla="*/ 54198 w 55791"/>
                      <a:gd name="connsiteY7" fmla="*/ 70302 h 72381"/>
                      <a:gd name="connsiteX8" fmla="*/ 54198 w 55791"/>
                      <a:gd name="connsiteY8" fmla="*/ 62443 h 7238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55791" h="72381">
                        <a:moveTo>
                          <a:pt x="54198" y="62443"/>
                        </a:moveTo>
                        <a:lnTo>
                          <a:pt x="31004" y="62443"/>
                        </a:lnTo>
                        <a:lnTo>
                          <a:pt x="31004" y="-2080"/>
                        </a:lnTo>
                        <a:lnTo>
                          <a:pt x="21554" y="-2080"/>
                        </a:lnTo>
                        <a:lnTo>
                          <a:pt x="21554" y="62443"/>
                        </a:lnTo>
                        <a:lnTo>
                          <a:pt x="-1593" y="62443"/>
                        </a:lnTo>
                        <a:lnTo>
                          <a:pt x="-1593" y="70302"/>
                        </a:lnTo>
                        <a:lnTo>
                          <a:pt x="54198" y="70302"/>
                        </a:lnTo>
                        <a:lnTo>
                          <a:pt x="54198" y="62443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16" cap="flat">
                    <a:noFill/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de-CH">
                      <a:latin typeface="Roboto" panose="02000000000000000000" pitchFamily="2" charset="0"/>
                      <a:ea typeface="Roboto" panose="02000000000000000000" pitchFamily="2" charset="0"/>
                    </a:endParaRPr>
                  </a:p>
                </p:txBody>
              </p:sp>
              <p:sp>
                <p:nvSpPr>
                  <p:cNvPr id="3874" name="Freeform: Shape 3873">
                    <a:extLst>
                      <a:ext uri="{FF2B5EF4-FFF2-40B4-BE49-F238E27FC236}">
                        <a16:creationId xmlns:a16="http://schemas.microsoft.com/office/drawing/2014/main" id="{8664254C-DF29-3DB3-7B6A-EBC4B403DC5B}"/>
                      </a:ext>
                    </a:extLst>
                  </p:cNvPr>
                  <p:cNvSpPr/>
                  <p:nvPr/>
                </p:nvSpPr>
                <p:spPr>
                  <a:xfrm flipV="1">
                    <a:off x="10343928" y="10519463"/>
                    <a:ext cx="61879" cy="72381"/>
                  </a:xfrm>
                  <a:custGeom>
                    <a:avLst/>
                    <a:gdLst>
                      <a:gd name="connsiteX0" fmla="*/ 29138 w 61879"/>
                      <a:gd name="connsiteY0" fmla="*/ 10599 h 72381"/>
                      <a:gd name="connsiteX1" fmla="*/ 49748 w 61879"/>
                      <a:gd name="connsiteY1" fmla="*/ 70302 h 72381"/>
                      <a:gd name="connsiteX2" fmla="*/ 60164 w 61879"/>
                      <a:gd name="connsiteY2" fmla="*/ 70302 h 72381"/>
                      <a:gd name="connsiteX3" fmla="*/ 33402 w 61879"/>
                      <a:gd name="connsiteY3" fmla="*/ -2080 h 72381"/>
                      <a:gd name="connsiteX4" fmla="*/ 24984 w 61879"/>
                      <a:gd name="connsiteY4" fmla="*/ -2080 h 72381"/>
                      <a:gd name="connsiteX5" fmla="*/ -1715 w 61879"/>
                      <a:gd name="connsiteY5" fmla="*/ 70302 h 72381"/>
                      <a:gd name="connsiteX6" fmla="*/ 8638 w 61879"/>
                      <a:gd name="connsiteY6" fmla="*/ 70302 h 72381"/>
                      <a:gd name="connsiteX7" fmla="*/ 29138 w 61879"/>
                      <a:gd name="connsiteY7" fmla="*/ 10599 h 7238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61879" h="72381">
                        <a:moveTo>
                          <a:pt x="29138" y="10599"/>
                        </a:moveTo>
                        <a:lnTo>
                          <a:pt x="49748" y="70302"/>
                        </a:lnTo>
                        <a:lnTo>
                          <a:pt x="60164" y="70302"/>
                        </a:lnTo>
                        <a:lnTo>
                          <a:pt x="33402" y="-2080"/>
                        </a:lnTo>
                        <a:lnTo>
                          <a:pt x="24984" y="-2080"/>
                        </a:lnTo>
                        <a:lnTo>
                          <a:pt x="-1715" y="70302"/>
                        </a:lnTo>
                        <a:lnTo>
                          <a:pt x="8638" y="70302"/>
                        </a:lnTo>
                        <a:lnTo>
                          <a:pt x="29138" y="10599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16" cap="flat">
                    <a:noFill/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de-CH">
                      <a:latin typeface="Roboto" panose="02000000000000000000" pitchFamily="2" charset="0"/>
                      <a:ea typeface="Roboto" panose="02000000000000000000" pitchFamily="2" charset="0"/>
                    </a:endParaRPr>
                  </a:p>
                </p:txBody>
              </p:sp>
            </p:grpSp>
          </p:grpSp>
          <p:grpSp>
            <p:nvGrpSpPr>
              <p:cNvPr id="3864" name="Graphic 3238">
                <a:extLst>
                  <a:ext uri="{FF2B5EF4-FFF2-40B4-BE49-F238E27FC236}">
                    <a16:creationId xmlns:a16="http://schemas.microsoft.com/office/drawing/2014/main" id="{85E74820-BAD1-5396-ECD1-DD4ABDECDB22}"/>
                  </a:ext>
                </a:extLst>
              </p:cNvPr>
              <p:cNvGrpSpPr/>
              <p:nvPr/>
            </p:nvGrpSpPr>
            <p:grpSpPr>
              <a:xfrm>
                <a:off x="10699544" y="10426401"/>
                <a:ext cx="172714" cy="165442"/>
                <a:chOff x="10699544" y="10426401"/>
                <a:chExt cx="172714" cy="165442"/>
              </a:xfrm>
              <a:solidFill>
                <a:srgbClr val="000000"/>
              </a:solidFill>
            </p:grpSpPr>
            <p:sp>
              <p:nvSpPr>
                <p:cNvPr id="3865" name="Freeform: Shape 3864">
                  <a:extLst>
                    <a:ext uri="{FF2B5EF4-FFF2-40B4-BE49-F238E27FC236}">
                      <a16:creationId xmlns:a16="http://schemas.microsoft.com/office/drawing/2014/main" id="{B80E0782-BACD-6A6B-7964-12C95B41780C}"/>
                    </a:ext>
                  </a:extLst>
                </p:cNvPr>
                <p:cNvSpPr/>
                <p:nvPr/>
              </p:nvSpPr>
              <p:spPr>
                <a:xfrm>
                  <a:off x="10783610" y="10426401"/>
                  <a:ext cx="12683" cy="44542"/>
                </a:xfrm>
                <a:custGeom>
                  <a:avLst/>
                  <a:gdLst>
                    <a:gd name="connsiteX0" fmla="*/ 357 w 12683"/>
                    <a:gd name="connsiteY0" fmla="*/ 185 h 44542"/>
                    <a:gd name="connsiteX1" fmla="*/ 357 w 12683"/>
                    <a:gd name="connsiteY1" fmla="*/ 44728 h 445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2683" h="44542">
                      <a:moveTo>
                        <a:pt x="357" y="185"/>
                      </a:moveTo>
                      <a:lnTo>
                        <a:pt x="357" y="44728"/>
                      </a:lnTo>
                    </a:path>
                  </a:pathLst>
                </a:custGeom>
                <a:solidFill>
                  <a:srgbClr val="000000"/>
                </a:solidFill>
                <a:ln w="10147" cap="flat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de-CH">
                    <a:latin typeface="Roboto" panose="02000000000000000000" pitchFamily="2" charset="0"/>
                    <a:ea typeface="Roboto" panose="02000000000000000000" pitchFamily="2" charset="0"/>
                  </a:endParaRPr>
                </a:p>
              </p:txBody>
            </p:sp>
            <p:grpSp>
              <p:nvGrpSpPr>
                <p:cNvPr id="3866" name="Graphic 3238">
                  <a:extLst>
                    <a:ext uri="{FF2B5EF4-FFF2-40B4-BE49-F238E27FC236}">
                      <a16:creationId xmlns:a16="http://schemas.microsoft.com/office/drawing/2014/main" id="{67A77040-B3F6-8F67-0170-910E8B7CA257}"/>
                    </a:ext>
                  </a:extLst>
                </p:cNvPr>
                <p:cNvGrpSpPr/>
                <p:nvPr/>
              </p:nvGrpSpPr>
              <p:grpSpPr>
                <a:xfrm>
                  <a:off x="10699544" y="10519463"/>
                  <a:ext cx="172714" cy="72381"/>
                  <a:chOff x="10699544" y="10519463"/>
                  <a:chExt cx="172714" cy="72381"/>
                </a:xfrm>
                <a:solidFill>
                  <a:srgbClr val="000000"/>
                </a:solidFill>
              </p:grpSpPr>
              <p:sp>
                <p:nvSpPr>
                  <p:cNvPr id="3867" name="Freeform: Shape 3866">
                    <a:extLst>
                      <a:ext uri="{FF2B5EF4-FFF2-40B4-BE49-F238E27FC236}">
                        <a16:creationId xmlns:a16="http://schemas.microsoft.com/office/drawing/2014/main" id="{7C71E56E-2707-4BFF-8114-9AF441552755}"/>
                      </a:ext>
                    </a:extLst>
                  </p:cNvPr>
                  <p:cNvSpPr/>
                  <p:nvPr/>
                </p:nvSpPr>
                <p:spPr>
                  <a:xfrm flipV="1">
                    <a:off x="10699544" y="10519463"/>
                    <a:ext cx="45834" cy="72381"/>
                  </a:xfrm>
                  <a:custGeom>
                    <a:avLst/>
                    <a:gdLst>
                      <a:gd name="connsiteX0" fmla="*/ 39156 w 45834"/>
                      <a:gd name="connsiteY0" fmla="*/ 31375 h 72381"/>
                      <a:gd name="connsiteX1" fmla="*/ 7891 w 45834"/>
                      <a:gd name="connsiteY1" fmla="*/ 31375 h 72381"/>
                      <a:gd name="connsiteX2" fmla="*/ 7891 w 45834"/>
                      <a:gd name="connsiteY2" fmla="*/ 5731 h 72381"/>
                      <a:gd name="connsiteX3" fmla="*/ 44213 w 45834"/>
                      <a:gd name="connsiteY3" fmla="*/ 5731 h 72381"/>
                      <a:gd name="connsiteX4" fmla="*/ 44213 w 45834"/>
                      <a:gd name="connsiteY4" fmla="*/ -2080 h 72381"/>
                      <a:gd name="connsiteX5" fmla="*/ -1622 w 45834"/>
                      <a:gd name="connsiteY5" fmla="*/ -2080 h 72381"/>
                      <a:gd name="connsiteX6" fmla="*/ -1622 w 45834"/>
                      <a:gd name="connsiteY6" fmla="*/ 70302 h 72381"/>
                      <a:gd name="connsiteX7" fmla="*/ 43722 w 45834"/>
                      <a:gd name="connsiteY7" fmla="*/ 70302 h 72381"/>
                      <a:gd name="connsiteX8" fmla="*/ 43722 w 45834"/>
                      <a:gd name="connsiteY8" fmla="*/ 62443 h 72381"/>
                      <a:gd name="connsiteX9" fmla="*/ 7891 w 45834"/>
                      <a:gd name="connsiteY9" fmla="*/ 62443 h 72381"/>
                      <a:gd name="connsiteX10" fmla="*/ 7891 w 45834"/>
                      <a:gd name="connsiteY10" fmla="*/ 39186 h 72381"/>
                      <a:gd name="connsiteX11" fmla="*/ 39156 w 45834"/>
                      <a:gd name="connsiteY11" fmla="*/ 39186 h 72381"/>
                      <a:gd name="connsiteX12" fmla="*/ 39156 w 45834"/>
                      <a:gd name="connsiteY12" fmla="*/ 31375 h 7238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45834" h="72381">
                        <a:moveTo>
                          <a:pt x="39156" y="31375"/>
                        </a:moveTo>
                        <a:lnTo>
                          <a:pt x="7891" y="31375"/>
                        </a:lnTo>
                        <a:lnTo>
                          <a:pt x="7891" y="5731"/>
                        </a:lnTo>
                        <a:lnTo>
                          <a:pt x="44213" y="5731"/>
                        </a:lnTo>
                        <a:lnTo>
                          <a:pt x="44213" y="-2080"/>
                        </a:lnTo>
                        <a:lnTo>
                          <a:pt x="-1622" y="-2080"/>
                        </a:lnTo>
                        <a:lnTo>
                          <a:pt x="-1622" y="70302"/>
                        </a:lnTo>
                        <a:lnTo>
                          <a:pt x="43722" y="70302"/>
                        </a:lnTo>
                        <a:lnTo>
                          <a:pt x="43722" y="62443"/>
                        </a:lnTo>
                        <a:lnTo>
                          <a:pt x="7891" y="62443"/>
                        </a:lnTo>
                        <a:lnTo>
                          <a:pt x="7891" y="39186"/>
                        </a:lnTo>
                        <a:lnTo>
                          <a:pt x="39156" y="39186"/>
                        </a:lnTo>
                        <a:lnTo>
                          <a:pt x="39156" y="31375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16" cap="flat">
                    <a:noFill/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de-CH">
                      <a:latin typeface="Roboto" panose="02000000000000000000" pitchFamily="2" charset="0"/>
                      <a:ea typeface="Roboto" panose="02000000000000000000" pitchFamily="2" charset="0"/>
                    </a:endParaRPr>
                  </a:p>
                </p:txBody>
              </p:sp>
              <p:sp>
                <p:nvSpPr>
                  <p:cNvPr id="3868" name="Freeform: Shape 3867">
                    <a:extLst>
                      <a:ext uri="{FF2B5EF4-FFF2-40B4-BE49-F238E27FC236}">
                        <a16:creationId xmlns:a16="http://schemas.microsoft.com/office/drawing/2014/main" id="{F90B4DDD-AEAD-18E0-10A2-E9D05569AABE}"/>
                      </a:ext>
                    </a:extLst>
                  </p:cNvPr>
                  <p:cNvSpPr/>
                  <p:nvPr/>
                </p:nvSpPr>
                <p:spPr>
                  <a:xfrm flipV="1">
                    <a:off x="10757214" y="10519463"/>
                    <a:ext cx="49100" cy="72381"/>
                  </a:xfrm>
                  <a:custGeom>
                    <a:avLst/>
                    <a:gdLst>
                      <a:gd name="connsiteX0" fmla="*/ -1720 w 49100"/>
                      <a:gd name="connsiteY0" fmla="*/ -2080 h 72381"/>
                      <a:gd name="connsiteX1" fmla="*/ -1720 w 49100"/>
                      <a:gd name="connsiteY1" fmla="*/ 70302 h 72381"/>
                      <a:gd name="connsiteX2" fmla="*/ 21871 w 49100"/>
                      <a:gd name="connsiteY2" fmla="*/ 70302 h 72381"/>
                      <a:gd name="connsiteX3" fmla="*/ 39517 w 49100"/>
                      <a:gd name="connsiteY3" fmla="*/ 65434 h 72381"/>
                      <a:gd name="connsiteX4" fmla="*/ 45447 w 49100"/>
                      <a:gd name="connsiteY4" fmla="*/ 51021 h 72381"/>
                      <a:gd name="connsiteX5" fmla="*/ 42577 w 49100"/>
                      <a:gd name="connsiteY5" fmla="*/ 42033 h 72381"/>
                      <a:gd name="connsiteX6" fmla="*/ 34745 w 49100"/>
                      <a:gd name="connsiteY6" fmla="*/ 36004 h 72381"/>
                      <a:gd name="connsiteX7" fmla="*/ 43988 w 49100"/>
                      <a:gd name="connsiteY7" fmla="*/ 29768 h 72381"/>
                      <a:gd name="connsiteX8" fmla="*/ 47381 w 49100"/>
                      <a:gd name="connsiteY8" fmla="*/ 18808 h 72381"/>
                      <a:gd name="connsiteX9" fmla="*/ 41087 w 49100"/>
                      <a:gd name="connsiteY9" fmla="*/ 3488 h 72381"/>
                      <a:gd name="connsiteX10" fmla="*/ 23298 w 49100"/>
                      <a:gd name="connsiteY10" fmla="*/ -2080 h 72381"/>
                      <a:gd name="connsiteX11" fmla="*/ -1720 w 49100"/>
                      <a:gd name="connsiteY11" fmla="*/ -2080 h 72381"/>
                      <a:gd name="connsiteX12" fmla="*/ 7793 w 49100"/>
                      <a:gd name="connsiteY12" fmla="*/ 31773 h 72381"/>
                      <a:gd name="connsiteX13" fmla="*/ 7793 w 49100"/>
                      <a:gd name="connsiteY13" fmla="*/ 5731 h 72381"/>
                      <a:gd name="connsiteX14" fmla="*/ 23504 w 49100"/>
                      <a:gd name="connsiteY14" fmla="*/ 5731 h 72381"/>
                      <a:gd name="connsiteX15" fmla="*/ 33984 w 49100"/>
                      <a:gd name="connsiteY15" fmla="*/ 9183 h 72381"/>
                      <a:gd name="connsiteX16" fmla="*/ 37821 w 49100"/>
                      <a:gd name="connsiteY16" fmla="*/ 18696 h 72381"/>
                      <a:gd name="connsiteX17" fmla="*/ 23647 w 49100"/>
                      <a:gd name="connsiteY17" fmla="*/ 31773 h 72381"/>
                      <a:gd name="connsiteX18" fmla="*/ 7793 w 49100"/>
                      <a:gd name="connsiteY18" fmla="*/ 31773 h 72381"/>
                      <a:gd name="connsiteX19" fmla="*/ 7793 w 49100"/>
                      <a:gd name="connsiteY19" fmla="*/ 39424 h 72381"/>
                      <a:gd name="connsiteX20" fmla="*/ 22157 w 49100"/>
                      <a:gd name="connsiteY20" fmla="*/ 39424 h 72381"/>
                      <a:gd name="connsiteX21" fmla="*/ 32145 w 49100"/>
                      <a:gd name="connsiteY21" fmla="*/ 42558 h 72381"/>
                      <a:gd name="connsiteX22" fmla="*/ 35887 w 49100"/>
                      <a:gd name="connsiteY22" fmla="*/ 51069 h 72381"/>
                      <a:gd name="connsiteX23" fmla="*/ 32414 w 49100"/>
                      <a:gd name="connsiteY23" fmla="*/ 59739 h 72381"/>
                      <a:gd name="connsiteX24" fmla="*/ 21871 w 49100"/>
                      <a:gd name="connsiteY24" fmla="*/ 62443 h 72381"/>
                      <a:gd name="connsiteX25" fmla="*/ 7793 w 49100"/>
                      <a:gd name="connsiteY25" fmla="*/ 62443 h 72381"/>
                      <a:gd name="connsiteX26" fmla="*/ 7793 w 49100"/>
                      <a:gd name="connsiteY26" fmla="*/ 39424 h 7238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</a:cxnLst>
                    <a:rect l="l" t="t" r="r" b="b"/>
                    <a:pathLst>
                      <a:path w="49100" h="72381">
                        <a:moveTo>
                          <a:pt x="-1720" y="-2080"/>
                        </a:moveTo>
                        <a:lnTo>
                          <a:pt x="-1720" y="70302"/>
                        </a:lnTo>
                        <a:lnTo>
                          <a:pt x="21871" y="70302"/>
                        </a:lnTo>
                        <a:cubicBezTo>
                          <a:pt x="29693" y="70302"/>
                          <a:pt x="35575" y="68679"/>
                          <a:pt x="39517" y="65434"/>
                        </a:cubicBezTo>
                        <a:cubicBezTo>
                          <a:pt x="43470" y="62189"/>
                          <a:pt x="45447" y="57384"/>
                          <a:pt x="45447" y="51021"/>
                        </a:cubicBezTo>
                        <a:cubicBezTo>
                          <a:pt x="45447" y="47638"/>
                          <a:pt x="44490" y="44642"/>
                          <a:pt x="42577" y="42033"/>
                        </a:cubicBezTo>
                        <a:cubicBezTo>
                          <a:pt x="40664" y="39435"/>
                          <a:pt x="38053" y="37425"/>
                          <a:pt x="34745" y="36004"/>
                        </a:cubicBezTo>
                        <a:cubicBezTo>
                          <a:pt x="38645" y="34912"/>
                          <a:pt x="41726" y="32833"/>
                          <a:pt x="43988" y="29768"/>
                        </a:cubicBezTo>
                        <a:cubicBezTo>
                          <a:pt x="46250" y="26703"/>
                          <a:pt x="47381" y="23050"/>
                          <a:pt x="47381" y="18808"/>
                        </a:cubicBezTo>
                        <a:cubicBezTo>
                          <a:pt x="47381" y="12307"/>
                          <a:pt x="45283" y="7200"/>
                          <a:pt x="41087" y="3488"/>
                        </a:cubicBezTo>
                        <a:cubicBezTo>
                          <a:pt x="36891" y="-224"/>
                          <a:pt x="30961" y="-2080"/>
                          <a:pt x="23298" y="-2080"/>
                        </a:cubicBezTo>
                        <a:lnTo>
                          <a:pt x="-1720" y="-2080"/>
                        </a:lnTo>
                        <a:close/>
                        <a:moveTo>
                          <a:pt x="7793" y="31773"/>
                        </a:moveTo>
                        <a:lnTo>
                          <a:pt x="7793" y="5731"/>
                        </a:lnTo>
                        <a:lnTo>
                          <a:pt x="23504" y="5731"/>
                        </a:lnTo>
                        <a:cubicBezTo>
                          <a:pt x="27933" y="5731"/>
                          <a:pt x="31426" y="6882"/>
                          <a:pt x="33984" y="9183"/>
                        </a:cubicBezTo>
                        <a:cubicBezTo>
                          <a:pt x="36542" y="11485"/>
                          <a:pt x="37821" y="14656"/>
                          <a:pt x="37821" y="18696"/>
                        </a:cubicBezTo>
                        <a:cubicBezTo>
                          <a:pt x="37821" y="27414"/>
                          <a:pt x="33096" y="31773"/>
                          <a:pt x="23647" y="31773"/>
                        </a:cubicBezTo>
                        <a:lnTo>
                          <a:pt x="7793" y="31773"/>
                        </a:lnTo>
                        <a:close/>
                        <a:moveTo>
                          <a:pt x="7793" y="39424"/>
                        </a:moveTo>
                        <a:lnTo>
                          <a:pt x="22157" y="39424"/>
                        </a:lnTo>
                        <a:cubicBezTo>
                          <a:pt x="26321" y="39424"/>
                          <a:pt x="29651" y="40469"/>
                          <a:pt x="32145" y="42558"/>
                        </a:cubicBezTo>
                        <a:cubicBezTo>
                          <a:pt x="34639" y="44647"/>
                          <a:pt x="35887" y="47484"/>
                          <a:pt x="35887" y="51069"/>
                        </a:cubicBezTo>
                        <a:cubicBezTo>
                          <a:pt x="35887" y="55046"/>
                          <a:pt x="34729" y="57936"/>
                          <a:pt x="32414" y="59739"/>
                        </a:cubicBezTo>
                        <a:cubicBezTo>
                          <a:pt x="30110" y="61542"/>
                          <a:pt x="26596" y="62443"/>
                          <a:pt x="21871" y="62443"/>
                        </a:cubicBezTo>
                        <a:lnTo>
                          <a:pt x="7793" y="62443"/>
                        </a:lnTo>
                        <a:lnTo>
                          <a:pt x="7793" y="39424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16" cap="flat">
                    <a:noFill/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de-CH">
                      <a:latin typeface="Roboto" panose="02000000000000000000" pitchFamily="2" charset="0"/>
                      <a:ea typeface="Roboto" panose="02000000000000000000" pitchFamily="2" charset="0"/>
                    </a:endParaRPr>
                  </a:p>
                </p:txBody>
              </p:sp>
              <p:sp>
                <p:nvSpPr>
                  <p:cNvPr id="3869" name="Freeform: Shape 3868">
                    <a:extLst>
                      <a:ext uri="{FF2B5EF4-FFF2-40B4-BE49-F238E27FC236}">
                        <a16:creationId xmlns:a16="http://schemas.microsoft.com/office/drawing/2014/main" id="{B1541C12-1A46-29D1-BC45-E28BE0E776DF}"/>
                      </a:ext>
                    </a:extLst>
                  </p:cNvPr>
                  <p:cNvSpPr/>
                  <p:nvPr/>
                </p:nvSpPr>
                <p:spPr>
                  <a:xfrm flipV="1">
                    <a:off x="10820384" y="10519463"/>
                    <a:ext cx="51875" cy="72381"/>
                  </a:xfrm>
                  <a:custGeom>
                    <a:avLst/>
                    <a:gdLst>
                      <a:gd name="connsiteX0" fmla="*/ 7710 w 51875"/>
                      <a:gd name="connsiteY0" fmla="*/ 26253 h 72381"/>
                      <a:gd name="connsiteX1" fmla="*/ 7710 w 51875"/>
                      <a:gd name="connsiteY1" fmla="*/ -2080 h 72381"/>
                      <a:gd name="connsiteX2" fmla="*/ -1802 w 51875"/>
                      <a:gd name="connsiteY2" fmla="*/ -2080 h 72381"/>
                      <a:gd name="connsiteX3" fmla="*/ -1802 w 51875"/>
                      <a:gd name="connsiteY3" fmla="*/ 70302 h 72381"/>
                      <a:gd name="connsiteX4" fmla="*/ 24801 w 51875"/>
                      <a:gd name="connsiteY4" fmla="*/ 70302 h 72381"/>
                      <a:gd name="connsiteX5" fmla="*/ 43351 w 51875"/>
                      <a:gd name="connsiteY5" fmla="*/ 64241 h 72381"/>
                      <a:gd name="connsiteX6" fmla="*/ 50073 w 51875"/>
                      <a:gd name="connsiteY6" fmla="*/ 48174 h 72381"/>
                      <a:gd name="connsiteX7" fmla="*/ 43509 w 51875"/>
                      <a:gd name="connsiteY7" fmla="*/ 31948 h 72381"/>
                      <a:gd name="connsiteX8" fmla="*/ 24706 w 51875"/>
                      <a:gd name="connsiteY8" fmla="*/ 26253 h 72381"/>
                      <a:gd name="connsiteX9" fmla="*/ 7710 w 51875"/>
                      <a:gd name="connsiteY9" fmla="*/ 26253 h 72381"/>
                      <a:gd name="connsiteX10" fmla="*/ 7710 w 51875"/>
                      <a:gd name="connsiteY10" fmla="*/ 34063 h 72381"/>
                      <a:gd name="connsiteX11" fmla="*/ 24801 w 51875"/>
                      <a:gd name="connsiteY11" fmla="*/ 34063 h 72381"/>
                      <a:gd name="connsiteX12" fmla="*/ 36502 w 51875"/>
                      <a:gd name="connsiteY12" fmla="*/ 37659 h 72381"/>
                      <a:gd name="connsiteX13" fmla="*/ 40560 w 51875"/>
                      <a:gd name="connsiteY13" fmla="*/ 48078 h 72381"/>
                      <a:gd name="connsiteX14" fmla="*/ 36502 w 51875"/>
                      <a:gd name="connsiteY14" fmla="*/ 58418 h 72381"/>
                      <a:gd name="connsiteX15" fmla="*/ 25356 w 51875"/>
                      <a:gd name="connsiteY15" fmla="*/ 62443 h 72381"/>
                      <a:gd name="connsiteX16" fmla="*/ 7710 w 51875"/>
                      <a:gd name="connsiteY16" fmla="*/ 62443 h 72381"/>
                      <a:gd name="connsiteX17" fmla="*/ 7710 w 51875"/>
                      <a:gd name="connsiteY17" fmla="*/ 34063 h 7238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</a:cxnLst>
                    <a:rect l="l" t="t" r="r" b="b"/>
                    <a:pathLst>
                      <a:path w="51875" h="72381">
                        <a:moveTo>
                          <a:pt x="7710" y="26253"/>
                        </a:moveTo>
                        <a:lnTo>
                          <a:pt x="7710" y="-2080"/>
                        </a:lnTo>
                        <a:lnTo>
                          <a:pt x="-1802" y="-2080"/>
                        </a:lnTo>
                        <a:lnTo>
                          <a:pt x="-1802" y="70302"/>
                        </a:lnTo>
                        <a:lnTo>
                          <a:pt x="24801" y="70302"/>
                        </a:lnTo>
                        <a:cubicBezTo>
                          <a:pt x="32697" y="70302"/>
                          <a:pt x="38880" y="68281"/>
                          <a:pt x="43351" y="64241"/>
                        </a:cubicBezTo>
                        <a:cubicBezTo>
                          <a:pt x="47832" y="60200"/>
                          <a:pt x="50073" y="54844"/>
                          <a:pt x="50073" y="48174"/>
                        </a:cubicBezTo>
                        <a:cubicBezTo>
                          <a:pt x="50073" y="41153"/>
                          <a:pt x="47885" y="35744"/>
                          <a:pt x="43509" y="31948"/>
                        </a:cubicBezTo>
                        <a:cubicBezTo>
                          <a:pt x="39134" y="28151"/>
                          <a:pt x="32866" y="26253"/>
                          <a:pt x="24706" y="26253"/>
                        </a:cubicBezTo>
                        <a:lnTo>
                          <a:pt x="7710" y="26253"/>
                        </a:lnTo>
                        <a:close/>
                        <a:moveTo>
                          <a:pt x="7710" y="34063"/>
                        </a:moveTo>
                        <a:lnTo>
                          <a:pt x="24801" y="34063"/>
                        </a:lnTo>
                        <a:cubicBezTo>
                          <a:pt x="29896" y="34063"/>
                          <a:pt x="33796" y="35262"/>
                          <a:pt x="36502" y="37659"/>
                        </a:cubicBezTo>
                        <a:cubicBezTo>
                          <a:pt x="39208" y="40066"/>
                          <a:pt x="40560" y="43539"/>
                          <a:pt x="40560" y="48078"/>
                        </a:cubicBezTo>
                        <a:cubicBezTo>
                          <a:pt x="40560" y="52384"/>
                          <a:pt x="39208" y="55831"/>
                          <a:pt x="36502" y="58418"/>
                        </a:cubicBezTo>
                        <a:cubicBezTo>
                          <a:pt x="33796" y="61006"/>
                          <a:pt x="30081" y="62348"/>
                          <a:pt x="25356" y="62443"/>
                        </a:cubicBezTo>
                        <a:lnTo>
                          <a:pt x="7710" y="62443"/>
                        </a:lnTo>
                        <a:lnTo>
                          <a:pt x="7710" y="34063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16" cap="flat">
                    <a:noFill/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de-CH">
                      <a:latin typeface="Roboto" panose="02000000000000000000" pitchFamily="2" charset="0"/>
                      <a:ea typeface="Roboto" panose="02000000000000000000" pitchFamily="2" charset="0"/>
                    </a:endParaRPr>
                  </a:p>
                </p:txBody>
              </p:sp>
            </p:grpSp>
          </p:grpSp>
        </p:grpSp>
        <p:grpSp>
          <p:nvGrpSpPr>
            <p:cNvPr id="3821" name="Graphic 3238">
              <a:extLst>
                <a:ext uri="{FF2B5EF4-FFF2-40B4-BE49-F238E27FC236}">
                  <a16:creationId xmlns:a16="http://schemas.microsoft.com/office/drawing/2014/main" id="{C76979A6-8EA0-BAF2-10A6-2C1CA9241919}"/>
                </a:ext>
              </a:extLst>
            </p:cNvPr>
            <p:cNvGrpSpPr/>
            <p:nvPr/>
          </p:nvGrpSpPr>
          <p:grpSpPr>
            <a:xfrm>
              <a:off x="10223960" y="13146994"/>
              <a:ext cx="549755" cy="182764"/>
              <a:chOff x="8907298" y="10167697"/>
              <a:chExt cx="223751" cy="74385"/>
            </a:xfrm>
            <a:solidFill>
              <a:srgbClr val="000000"/>
            </a:solidFill>
          </p:grpSpPr>
          <p:sp>
            <p:nvSpPr>
              <p:cNvPr id="3856" name="Freeform: Shape 3855">
                <a:extLst>
                  <a:ext uri="{FF2B5EF4-FFF2-40B4-BE49-F238E27FC236}">
                    <a16:creationId xmlns:a16="http://schemas.microsoft.com/office/drawing/2014/main" id="{167D777E-BDA2-4D9E-4306-DC22409FEFD5}"/>
                  </a:ext>
                </a:extLst>
              </p:cNvPr>
              <p:cNvSpPr/>
              <p:nvPr/>
            </p:nvSpPr>
            <p:spPr>
              <a:xfrm>
                <a:off x="9086657" y="10202901"/>
                <a:ext cx="44391" cy="12726"/>
              </a:xfrm>
              <a:custGeom>
                <a:avLst/>
                <a:gdLst>
                  <a:gd name="connsiteX0" fmla="*/ 44618 w 44391"/>
                  <a:gd name="connsiteY0" fmla="*/ 168 h 12726"/>
                  <a:gd name="connsiteX1" fmla="*/ 227 w 44391"/>
                  <a:gd name="connsiteY1" fmla="*/ 168 h 127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4391" h="12726">
                    <a:moveTo>
                      <a:pt x="44618" y="168"/>
                    </a:moveTo>
                    <a:lnTo>
                      <a:pt x="227" y="168"/>
                    </a:lnTo>
                  </a:path>
                </a:pathLst>
              </a:custGeom>
              <a:solidFill>
                <a:srgbClr val="000000"/>
              </a:solidFill>
              <a:ln w="10147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de-CH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grpSp>
            <p:nvGrpSpPr>
              <p:cNvPr id="3857" name="Graphic 3238">
                <a:extLst>
                  <a:ext uri="{FF2B5EF4-FFF2-40B4-BE49-F238E27FC236}">
                    <a16:creationId xmlns:a16="http://schemas.microsoft.com/office/drawing/2014/main" id="{0893AB81-19B5-6F84-3734-E184C8D1C2A7}"/>
                  </a:ext>
                </a:extLst>
              </p:cNvPr>
              <p:cNvGrpSpPr/>
              <p:nvPr/>
            </p:nvGrpSpPr>
            <p:grpSpPr>
              <a:xfrm>
                <a:off x="8907298" y="10167697"/>
                <a:ext cx="129214" cy="74385"/>
                <a:chOff x="8907298" y="10167697"/>
                <a:chExt cx="129214" cy="74385"/>
              </a:xfrm>
              <a:solidFill>
                <a:srgbClr val="000000"/>
              </a:solidFill>
            </p:grpSpPr>
            <p:sp>
              <p:nvSpPr>
                <p:cNvPr id="3858" name="Freeform: Shape 3857">
                  <a:extLst>
                    <a:ext uri="{FF2B5EF4-FFF2-40B4-BE49-F238E27FC236}">
                      <a16:creationId xmlns:a16="http://schemas.microsoft.com/office/drawing/2014/main" id="{A743DA27-F73F-6D82-3ED9-05581D69DA31}"/>
                    </a:ext>
                  </a:extLst>
                </p:cNvPr>
                <p:cNvSpPr/>
                <p:nvPr/>
              </p:nvSpPr>
              <p:spPr>
                <a:xfrm flipV="1">
                  <a:off x="8907298" y="10167697"/>
                  <a:ext cx="45533" cy="74385"/>
                </a:xfrm>
                <a:custGeom>
                  <a:avLst/>
                  <a:gdLst>
                    <a:gd name="connsiteX0" fmla="*/ 43949 w 45533"/>
                    <a:gd name="connsiteY0" fmla="*/ 29772 h 74385"/>
                    <a:gd name="connsiteX1" fmla="*/ 38448 w 45533"/>
                    <a:gd name="connsiteY1" fmla="*/ 5751 h 74385"/>
                    <a:gd name="connsiteX2" fmla="*/ 21262 w 45533"/>
                    <a:gd name="connsiteY2" fmla="*/ -2107 h 74385"/>
                    <a:gd name="connsiteX3" fmla="*/ 4171 w 45533"/>
                    <a:gd name="connsiteY3" fmla="*/ 5576 h 74385"/>
                    <a:gd name="connsiteX4" fmla="*/ -1584 w 45533"/>
                    <a:gd name="connsiteY4" fmla="*/ 28532 h 74385"/>
                    <a:gd name="connsiteX5" fmla="*/ -1584 w 45533"/>
                    <a:gd name="connsiteY5" fmla="*/ 40797 h 74385"/>
                    <a:gd name="connsiteX6" fmla="*/ 3917 w 45533"/>
                    <a:gd name="connsiteY6" fmla="*/ 64515 h 74385"/>
                    <a:gd name="connsiteX7" fmla="*/ 21167 w 45533"/>
                    <a:gd name="connsiteY7" fmla="*/ 72278 h 74385"/>
                    <a:gd name="connsiteX8" fmla="*/ 38305 w 45533"/>
                    <a:gd name="connsiteY8" fmla="*/ 64786 h 74385"/>
                    <a:gd name="connsiteX9" fmla="*/ 43949 w 45533"/>
                    <a:gd name="connsiteY9" fmla="*/ 41703 h 74385"/>
                    <a:gd name="connsiteX10" fmla="*/ 43949 w 45533"/>
                    <a:gd name="connsiteY10" fmla="*/ 29772 h 74385"/>
                    <a:gd name="connsiteX11" fmla="*/ 34785 w 45533"/>
                    <a:gd name="connsiteY11" fmla="*/ 42340 h 74385"/>
                    <a:gd name="connsiteX12" fmla="*/ 31519 w 45533"/>
                    <a:gd name="connsiteY12" fmla="*/ 59377 h 74385"/>
                    <a:gd name="connsiteX13" fmla="*/ 21167 w 45533"/>
                    <a:gd name="connsiteY13" fmla="*/ 64722 h 74385"/>
                    <a:gd name="connsiteX14" fmla="*/ 10909 w 45533"/>
                    <a:gd name="connsiteY14" fmla="*/ 59393 h 74385"/>
                    <a:gd name="connsiteX15" fmla="*/ 7595 w 45533"/>
                    <a:gd name="connsiteY15" fmla="*/ 43040 h 74385"/>
                    <a:gd name="connsiteX16" fmla="*/ 7595 w 45533"/>
                    <a:gd name="connsiteY16" fmla="*/ 28325 h 74385"/>
                    <a:gd name="connsiteX17" fmla="*/ 10988 w 45533"/>
                    <a:gd name="connsiteY17" fmla="*/ 11001 h 74385"/>
                    <a:gd name="connsiteX18" fmla="*/ 21262 w 45533"/>
                    <a:gd name="connsiteY18" fmla="*/ 5401 h 74385"/>
                    <a:gd name="connsiteX19" fmla="*/ 31345 w 45533"/>
                    <a:gd name="connsiteY19" fmla="*/ 10667 h 74385"/>
                    <a:gd name="connsiteX20" fmla="*/ 34785 w 45533"/>
                    <a:gd name="connsiteY20" fmla="*/ 27275 h 74385"/>
                    <a:gd name="connsiteX21" fmla="*/ 34785 w 45533"/>
                    <a:gd name="connsiteY21" fmla="*/ 42340 h 74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45533" h="74385">
                      <a:moveTo>
                        <a:pt x="43949" y="29772"/>
                      </a:moveTo>
                      <a:cubicBezTo>
                        <a:pt x="43949" y="18998"/>
                        <a:pt x="42115" y="10990"/>
                        <a:pt x="38448" y="5751"/>
                      </a:cubicBezTo>
                      <a:cubicBezTo>
                        <a:pt x="34791" y="512"/>
                        <a:pt x="29062" y="-2107"/>
                        <a:pt x="21262" y="-2107"/>
                      </a:cubicBezTo>
                      <a:cubicBezTo>
                        <a:pt x="13567" y="-2107"/>
                        <a:pt x="7870" y="454"/>
                        <a:pt x="4171" y="5576"/>
                      </a:cubicBezTo>
                      <a:cubicBezTo>
                        <a:pt x="471" y="10699"/>
                        <a:pt x="-1447" y="18351"/>
                        <a:pt x="-1584" y="28532"/>
                      </a:cubicBezTo>
                      <a:lnTo>
                        <a:pt x="-1584" y="40797"/>
                      </a:lnTo>
                      <a:cubicBezTo>
                        <a:pt x="-1584" y="51444"/>
                        <a:pt x="249" y="59351"/>
                        <a:pt x="3917" y="64515"/>
                      </a:cubicBezTo>
                      <a:cubicBezTo>
                        <a:pt x="7585" y="69691"/>
                        <a:pt x="13335" y="72278"/>
                        <a:pt x="21167" y="72278"/>
                      </a:cubicBezTo>
                      <a:cubicBezTo>
                        <a:pt x="28925" y="72278"/>
                        <a:pt x="34637" y="69781"/>
                        <a:pt x="38305" y="64786"/>
                      </a:cubicBezTo>
                      <a:cubicBezTo>
                        <a:pt x="41973" y="59801"/>
                        <a:pt x="43854" y="52107"/>
                        <a:pt x="43949" y="41703"/>
                      </a:cubicBezTo>
                      <a:lnTo>
                        <a:pt x="43949" y="29772"/>
                      </a:lnTo>
                      <a:close/>
                      <a:moveTo>
                        <a:pt x="34785" y="42340"/>
                      </a:moveTo>
                      <a:cubicBezTo>
                        <a:pt x="34785" y="50135"/>
                        <a:pt x="33697" y="55814"/>
                        <a:pt x="31519" y="59377"/>
                      </a:cubicBezTo>
                      <a:cubicBezTo>
                        <a:pt x="29342" y="62940"/>
                        <a:pt x="25891" y="64722"/>
                        <a:pt x="21167" y="64722"/>
                      </a:cubicBezTo>
                      <a:cubicBezTo>
                        <a:pt x="16474" y="64722"/>
                        <a:pt x="13054" y="62946"/>
                        <a:pt x="10909" y="59393"/>
                      </a:cubicBezTo>
                      <a:cubicBezTo>
                        <a:pt x="8763" y="55851"/>
                        <a:pt x="7659" y="50400"/>
                        <a:pt x="7595" y="43040"/>
                      </a:cubicBezTo>
                      <a:lnTo>
                        <a:pt x="7595" y="28325"/>
                      </a:lnTo>
                      <a:cubicBezTo>
                        <a:pt x="7595" y="20509"/>
                        <a:pt x="8726" y="14734"/>
                        <a:pt x="10988" y="11001"/>
                      </a:cubicBezTo>
                      <a:cubicBezTo>
                        <a:pt x="13250" y="7268"/>
                        <a:pt x="16675" y="5401"/>
                        <a:pt x="21262" y="5401"/>
                      </a:cubicBezTo>
                      <a:cubicBezTo>
                        <a:pt x="25785" y="5401"/>
                        <a:pt x="29146" y="7157"/>
                        <a:pt x="31345" y="10667"/>
                      </a:cubicBezTo>
                      <a:cubicBezTo>
                        <a:pt x="33544" y="14188"/>
                        <a:pt x="34690" y="19724"/>
                        <a:pt x="34785" y="27275"/>
                      </a:cubicBezTo>
                      <a:lnTo>
                        <a:pt x="34785" y="4234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6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de-CH">
                    <a:latin typeface="Roboto" panose="02000000000000000000" pitchFamily="2" charset="0"/>
                    <a:ea typeface="Roboto" panose="02000000000000000000" pitchFamily="2" charset="0"/>
                  </a:endParaRPr>
                </a:p>
              </p:txBody>
            </p:sp>
            <p:sp>
              <p:nvSpPr>
                <p:cNvPr id="3859" name="Freeform: Shape 3858">
                  <a:extLst>
                    <a:ext uri="{FF2B5EF4-FFF2-40B4-BE49-F238E27FC236}">
                      <a16:creationId xmlns:a16="http://schemas.microsoft.com/office/drawing/2014/main" id="{12B8C974-E3EC-1285-6150-01B5B6A29E8F}"/>
                    </a:ext>
                  </a:extLst>
                </p:cNvPr>
                <p:cNvSpPr/>
                <p:nvPr/>
              </p:nvSpPr>
              <p:spPr>
                <a:xfrm flipV="1">
                  <a:off x="8965717" y="10230692"/>
                  <a:ext cx="11399" cy="10928"/>
                </a:xfrm>
                <a:custGeom>
                  <a:avLst/>
                  <a:gdLst>
                    <a:gd name="connsiteX0" fmla="*/ -596 w 11399"/>
                    <a:gd name="connsiteY0" fmla="*/ 5222 h 10928"/>
                    <a:gd name="connsiteX1" fmla="*/ 815 w 11399"/>
                    <a:gd name="connsiteY1" fmla="*/ 9199 h 10928"/>
                    <a:gd name="connsiteX2" fmla="*/ 5049 w 11399"/>
                    <a:gd name="connsiteY2" fmla="*/ 10790 h 10928"/>
                    <a:gd name="connsiteX3" fmla="*/ 9329 w 11399"/>
                    <a:gd name="connsiteY3" fmla="*/ 9199 h 10928"/>
                    <a:gd name="connsiteX4" fmla="*/ 10804 w 11399"/>
                    <a:gd name="connsiteY4" fmla="*/ 5222 h 10928"/>
                    <a:gd name="connsiteX5" fmla="*/ 9329 w 11399"/>
                    <a:gd name="connsiteY5" fmla="*/ 1388 h 10928"/>
                    <a:gd name="connsiteX6" fmla="*/ 5049 w 11399"/>
                    <a:gd name="connsiteY6" fmla="*/ -139 h 10928"/>
                    <a:gd name="connsiteX7" fmla="*/ 815 w 11399"/>
                    <a:gd name="connsiteY7" fmla="*/ 1388 h 10928"/>
                    <a:gd name="connsiteX8" fmla="*/ -596 w 11399"/>
                    <a:gd name="connsiteY8" fmla="*/ 5222 h 109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1399" h="10928">
                      <a:moveTo>
                        <a:pt x="-596" y="5222"/>
                      </a:moveTo>
                      <a:cubicBezTo>
                        <a:pt x="-596" y="6813"/>
                        <a:pt x="-125" y="8138"/>
                        <a:pt x="815" y="9199"/>
                      </a:cubicBezTo>
                      <a:cubicBezTo>
                        <a:pt x="1756" y="10259"/>
                        <a:pt x="3167" y="10790"/>
                        <a:pt x="5049" y="10790"/>
                      </a:cubicBezTo>
                      <a:cubicBezTo>
                        <a:pt x="6930" y="10790"/>
                        <a:pt x="8357" y="10259"/>
                        <a:pt x="9329" y="9199"/>
                      </a:cubicBezTo>
                      <a:cubicBezTo>
                        <a:pt x="10312" y="8138"/>
                        <a:pt x="10804" y="6813"/>
                        <a:pt x="10804" y="5222"/>
                      </a:cubicBezTo>
                      <a:cubicBezTo>
                        <a:pt x="10804" y="3695"/>
                        <a:pt x="10312" y="2417"/>
                        <a:pt x="9329" y="1388"/>
                      </a:cubicBezTo>
                      <a:cubicBezTo>
                        <a:pt x="8357" y="370"/>
                        <a:pt x="6930" y="-139"/>
                        <a:pt x="5049" y="-139"/>
                      </a:cubicBezTo>
                      <a:cubicBezTo>
                        <a:pt x="3167" y="-139"/>
                        <a:pt x="1756" y="370"/>
                        <a:pt x="815" y="1388"/>
                      </a:cubicBezTo>
                      <a:cubicBezTo>
                        <a:pt x="-125" y="2417"/>
                        <a:pt x="-596" y="3695"/>
                        <a:pt x="-596" y="522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16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de-CH">
                    <a:latin typeface="Roboto" panose="02000000000000000000" pitchFamily="2" charset="0"/>
                    <a:ea typeface="Roboto" panose="02000000000000000000" pitchFamily="2" charset="0"/>
                  </a:endParaRPr>
                </a:p>
              </p:txBody>
            </p:sp>
            <p:sp>
              <p:nvSpPr>
                <p:cNvPr id="3860" name="Freeform: Shape 3859">
                  <a:extLst>
                    <a:ext uri="{FF2B5EF4-FFF2-40B4-BE49-F238E27FC236}">
                      <a16:creationId xmlns:a16="http://schemas.microsoft.com/office/drawing/2014/main" id="{89F312AC-25C1-4633-5554-930E38226EFE}"/>
                    </a:ext>
                  </a:extLst>
                </p:cNvPr>
                <p:cNvSpPr/>
                <p:nvPr/>
              </p:nvSpPr>
              <p:spPr>
                <a:xfrm flipV="1">
                  <a:off x="8990978" y="10167697"/>
                  <a:ext cx="45533" cy="74385"/>
                </a:xfrm>
                <a:custGeom>
                  <a:avLst/>
                  <a:gdLst>
                    <a:gd name="connsiteX0" fmla="*/ 43956 w 45533"/>
                    <a:gd name="connsiteY0" fmla="*/ 29772 h 74385"/>
                    <a:gd name="connsiteX1" fmla="*/ 38454 w 45533"/>
                    <a:gd name="connsiteY1" fmla="*/ 5751 h 74385"/>
                    <a:gd name="connsiteX2" fmla="*/ 21268 w 45533"/>
                    <a:gd name="connsiteY2" fmla="*/ -2107 h 74385"/>
                    <a:gd name="connsiteX3" fmla="*/ 4177 w 45533"/>
                    <a:gd name="connsiteY3" fmla="*/ 5576 h 74385"/>
                    <a:gd name="connsiteX4" fmla="*/ -1578 w 45533"/>
                    <a:gd name="connsiteY4" fmla="*/ 28532 h 74385"/>
                    <a:gd name="connsiteX5" fmla="*/ -1578 w 45533"/>
                    <a:gd name="connsiteY5" fmla="*/ 40797 h 74385"/>
                    <a:gd name="connsiteX6" fmla="*/ 3924 w 45533"/>
                    <a:gd name="connsiteY6" fmla="*/ 64515 h 74385"/>
                    <a:gd name="connsiteX7" fmla="*/ 21173 w 45533"/>
                    <a:gd name="connsiteY7" fmla="*/ 72278 h 74385"/>
                    <a:gd name="connsiteX8" fmla="*/ 38312 w 45533"/>
                    <a:gd name="connsiteY8" fmla="*/ 64786 h 74385"/>
                    <a:gd name="connsiteX9" fmla="*/ 43956 w 45533"/>
                    <a:gd name="connsiteY9" fmla="*/ 41703 h 74385"/>
                    <a:gd name="connsiteX10" fmla="*/ 43956 w 45533"/>
                    <a:gd name="connsiteY10" fmla="*/ 29772 h 74385"/>
                    <a:gd name="connsiteX11" fmla="*/ 34792 w 45533"/>
                    <a:gd name="connsiteY11" fmla="*/ 42340 h 74385"/>
                    <a:gd name="connsiteX12" fmla="*/ 31526 w 45533"/>
                    <a:gd name="connsiteY12" fmla="*/ 59377 h 74385"/>
                    <a:gd name="connsiteX13" fmla="*/ 21173 w 45533"/>
                    <a:gd name="connsiteY13" fmla="*/ 64722 h 74385"/>
                    <a:gd name="connsiteX14" fmla="*/ 10915 w 45533"/>
                    <a:gd name="connsiteY14" fmla="*/ 59393 h 74385"/>
                    <a:gd name="connsiteX15" fmla="*/ 7602 w 45533"/>
                    <a:gd name="connsiteY15" fmla="*/ 43040 h 74385"/>
                    <a:gd name="connsiteX16" fmla="*/ 7602 w 45533"/>
                    <a:gd name="connsiteY16" fmla="*/ 28325 h 74385"/>
                    <a:gd name="connsiteX17" fmla="*/ 10995 w 45533"/>
                    <a:gd name="connsiteY17" fmla="*/ 11001 h 74385"/>
                    <a:gd name="connsiteX18" fmla="*/ 21268 w 45533"/>
                    <a:gd name="connsiteY18" fmla="*/ 5401 h 74385"/>
                    <a:gd name="connsiteX19" fmla="*/ 31352 w 45533"/>
                    <a:gd name="connsiteY19" fmla="*/ 10667 h 74385"/>
                    <a:gd name="connsiteX20" fmla="*/ 34792 w 45533"/>
                    <a:gd name="connsiteY20" fmla="*/ 27275 h 74385"/>
                    <a:gd name="connsiteX21" fmla="*/ 34792 w 45533"/>
                    <a:gd name="connsiteY21" fmla="*/ 42340 h 74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45533" h="74385">
                      <a:moveTo>
                        <a:pt x="43956" y="29772"/>
                      </a:moveTo>
                      <a:cubicBezTo>
                        <a:pt x="43956" y="18998"/>
                        <a:pt x="42122" y="10990"/>
                        <a:pt x="38454" y="5751"/>
                      </a:cubicBezTo>
                      <a:cubicBezTo>
                        <a:pt x="34797" y="512"/>
                        <a:pt x="29069" y="-2107"/>
                        <a:pt x="21268" y="-2107"/>
                      </a:cubicBezTo>
                      <a:cubicBezTo>
                        <a:pt x="13574" y="-2107"/>
                        <a:pt x="7877" y="454"/>
                        <a:pt x="4177" y="5576"/>
                      </a:cubicBezTo>
                      <a:cubicBezTo>
                        <a:pt x="478" y="10699"/>
                        <a:pt x="-1440" y="18351"/>
                        <a:pt x="-1578" y="28532"/>
                      </a:cubicBezTo>
                      <a:lnTo>
                        <a:pt x="-1578" y="40797"/>
                      </a:lnTo>
                      <a:cubicBezTo>
                        <a:pt x="-1578" y="51444"/>
                        <a:pt x="256" y="59351"/>
                        <a:pt x="3924" y="64515"/>
                      </a:cubicBezTo>
                      <a:cubicBezTo>
                        <a:pt x="7591" y="69691"/>
                        <a:pt x="13341" y="72278"/>
                        <a:pt x="21173" y="72278"/>
                      </a:cubicBezTo>
                      <a:cubicBezTo>
                        <a:pt x="28931" y="72278"/>
                        <a:pt x="34644" y="69781"/>
                        <a:pt x="38312" y="64786"/>
                      </a:cubicBezTo>
                      <a:cubicBezTo>
                        <a:pt x="41979" y="59801"/>
                        <a:pt x="43861" y="52107"/>
                        <a:pt x="43956" y="41703"/>
                      </a:cubicBezTo>
                      <a:lnTo>
                        <a:pt x="43956" y="29772"/>
                      </a:lnTo>
                      <a:close/>
                      <a:moveTo>
                        <a:pt x="34792" y="42340"/>
                      </a:moveTo>
                      <a:cubicBezTo>
                        <a:pt x="34792" y="50135"/>
                        <a:pt x="33703" y="55814"/>
                        <a:pt x="31526" y="59377"/>
                      </a:cubicBezTo>
                      <a:cubicBezTo>
                        <a:pt x="29349" y="62940"/>
                        <a:pt x="25898" y="64722"/>
                        <a:pt x="21173" y="64722"/>
                      </a:cubicBezTo>
                      <a:cubicBezTo>
                        <a:pt x="16480" y="64722"/>
                        <a:pt x="13061" y="62946"/>
                        <a:pt x="10915" y="59393"/>
                      </a:cubicBezTo>
                      <a:cubicBezTo>
                        <a:pt x="8770" y="55851"/>
                        <a:pt x="7665" y="50400"/>
                        <a:pt x="7602" y="43040"/>
                      </a:cubicBezTo>
                      <a:lnTo>
                        <a:pt x="7602" y="28325"/>
                      </a:lnTo>
                      <a:cubicBezTo>
                        <a:pt x="7602" y="20509"/>
                        <a:pt x="8733" y="14734"/>
                        <a:pt x="10995" y="11001"/>
                      </a:cubicBezTo>
                      <a:cubicBezTo>
                        <a:pt x="13257" y="7268"/>
                        <a:pt x="16681" y="5401"/>
                        <a:pt x="21268" y="5401"/>
                      </a:cubicBezTo>
                      <a:cubicBezTo>
                        <a:pt x="25792" y="5401"/>
                        <a:pt x="29153" y="7157"/>
                        <a:pt x="31352" y="10667"/>
                      </a:cubicBezTo>
                      <a:cubicBezTo>
                        <a:pt x="33550" y="14188"/>
                        <a:pt x="34697" y="19724"/>
                        <a:pt x="34792" y="27275"/>
                      </a:cubicBezTo>
                      <a:lnTo>
                        <a:pt x="34792" y="4234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6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de-CH">
                    <a:latin typeface="Roboto" panose="02000000000000000000" pitchFamily="2" charset="0"/>
                    <a:ea typeface="Roboto" panose="02000000000000000000" pitchFamily="2" charset="0"/>
                  </a:endParaRPr>
                </a:p>
              </p:txBody>
            </p:sp>
          </p:grpSp>
        </p:grpSp>
        <p:grpSp>
          <p:nvGrpSpPr>
            <p:cNvPr id="3822" name="Graphic 3238">
              <a:extLst>
                <a:ext uri="{FF2B5EF4-FFF2-40B4-BE49-F238E27FC236}">
                  <a16:creationId xmlns:a16="http://schemas.microsoft.com/office/drawing/2014/main" id="{8778664E-924A-5C8F-7400-A29D7D541DD4}"/>
                </a:ext>
              </a:extLst>
            </p:cNvPr>
            <p:cNvGrpSpPr/>
            <p:nvPr/>
          </p:nvGrpSpPr>
          <p:grpSpPr>
            <a:xfrm>
              <a:off x="10230660" y="12118985"/>
              <a:ext cx="543055" cy="181162"/>
              <a:chOff x="8910025" y="9749296"/>
              <a:chExt cx="221024" cy="73733"/>
            </a:xfrm>
            <a:solidFill>
              <a:srgbClr val="000000"/>
            </a:solidFill>
          </p:grpSpPr>
          <p:sp>
            <p:nvSpPr>
              <p:cNvPr id="3851" name="Freeform: Shape 3850">
                <a:extLst>
                  <a:ext uri="{FF2B5EF4-FFF2-40B4-BE49-F238E27FC236}">
                    <a16:creationId xmlns:a16="http://schemas.microsoft.com/office/drawing/2014/main" id="{8370A0BA-8E0F-97DC-7722-2506BB852E84}"/>
                  </a:ext>
                </a:extLst>
              </p:cNvPr>
              <p:cNvSpPr/>
              <p:nvPr/>
            </p:nvSpPr>
            <p:spPr>
              <a:xfrm>
                <a:off x="9086657" y="9783848"/>
                <a:ext cx="44391" cy="12726"/>
              </a:xfrm>
              <a:custGeom>
                <a:avLst/>
                <a:gdLst>
                  <a:gd name="connsiteX0" fmla="*/ 44618 w 44391"/>
                  <a:gd name="connsiteY0" fmla="*/ 135 h 12726"/>
                  <a:gd name="connsiteX1" fmla="*/ 227 w 44391"/>
                  <a:gd name="connsiteY1" fmla="*/ 135 h 127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4391" h="12726">
                    <a:moveTo>
                      <a:pt x="44618" y="135"/>
                    </a:moveTo>
                    <a:lnTo>
                      <a:pt x="227" y="135"/>
                    </a:lnTo>
                  </a:path>
                </a:pathLst>
              </a:custGeom>
              <a:solidFill>
                <a:srgbClr val="000000"/>
              </a:solidFill>
              <a:ln w="10147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de-CH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grpSp>
            <p:nvGrpSpPr>
              <p:cNvPr id="3852" name="Graphic 3238">
                <a:extLst>
                  <a:ext uri="{FF2B5EF4-FFF2-40B4-BE49-F238E27FC236}">
                    <a16:creationId xmlns:a16="http://schemas.microsoft.com/office/drawing/2014/main" id="{7A3B6F18-1289-821A-868A-2F06037603ED}"/>
                  </a:ext>
                </a:extLst>
              </p:cNvPr>
              <p:cNvGrpSpPr/>
              <p:nvPr/>
            </p:nvGrpSpPr>
            <p:grpSpPr>
              <a:xfrm>
                <a:off x="8910025" y="9749296"/>
                <a:ext cx="128231" cy="73733"/>
                <a:chOff x="8910025" y="9749296"/>
                <a:chExt cx="128231" cy="73733"/>
              </a:xfrm>
              <a:solidFill>
                <a:srgbClr val="000000"/>
              </a:solidFill>
            </p:grpSpPr>
            <p:sp>
              <p:nvSpPr>
                <p:cNvPr id="3853" name="Freeform: Shape 3852">
                  <a:extLst>
                    <a:ext uri="{FF2B5EF4-FFF2-40B4-BE49-F238E27FC236}">
                      <a16:creationId xmlns:a16="http://schemas.microsoft.com/office/drawing/2014/main" id="{929CCFDE-03C2-1F0E-76F7-FDA5A0E7D8EC}"/>
                    </a:ext>
                  </a:extLst>
                </p:cNvPr>
                <p:cNvSpPr/>
                <p:nvPr/>
              </p:nvSpPr>
              <p:spPr>
                <a:xfrm flipV="1">
                  <a:off x="8910025" y="9749296"/>
                  <a:ext cx="27697" cy="72731"/>
                </a:xfrm>
                <a:custGeom>
                  <a:avLst/>
                  <a:gdLst>
                    <a:gd name="connsiteX0" fmla="*/ 26503 w 27697"/>
                    <a:gd name="connsiteY0" fmla="*/ -2151 h 72731"/>
                    <a:gd name="connsiteX1" fmla="*/ 17292 w 27697"/>
                    <a:gd name="connsiteY1" fmla="*/ -2151 h 72731"/>
                    <a:gd name="connsiteX2" fmla="*/ 17292 w 27697"/>
                    <a:gd name="connsiteY2" fmla="*/ 59142 h 72731"/>
                    <a:gd name="connsiteX3" fmla="*/ -1194 w 27697"/>
                    <a:gd name="connsiteY3" fmla="*/ 52334 h 72731"/>
                    <a:gd name="connsiteX4" fmla="*/ -1194 w 27697"/>
                    <a:gd name="connsiteY4" fmla="*/ 60685 h 72731"/>
                    <a:gd name="connsiteX5" fmla="*/ 25076 w 27697"/>
                    <a:gd name="connsiteY5" fmla="*/ 70580 h 72731"/>
                    <a:gd name="connsiteX6" fmla="*/ 26503 w 27697"/>
                    <a:gd name="connsiteY6" fmla="*/ 70580 h 72731"/>
                    <a:gd name="connsiteX7" fmla="*/ 26503 w 27697"/>
                    <a:gd name="connsiteY7" fmla="*/ -2151 h 727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7697" h="72731">
                      <a:moveTo>
                        <a:pt x="26503" y="-2151"/>
                      </a:moveTo>
                      <a:lnTo>
                        <a:pt x="17292" y="-2151"/>
                      </a:lnTo>
                      <a:lnTo>
                        <a:pt x="17292" y="59142"/>
                      </a:lnTo>
                      <a:lnTo>
                        <a:pt x="-1194" y="52334"/>
                      </a:lnTo>
                      <a:lnTo>
                        <a:pt x="-1194" y="60685"/>
                      </a:lnTo>
                      <a:lnTo>
                        <a:pt x="25076" y="70580"/>
                      </a:lnTo>
                      <a:lnTo>
                        <a:pt x="26503" y="70580"/>
                      </a:lnTo>
                      <a:lnTo>
                        <a:pt x="26503" y="-215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6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de-CH">
                    <a:latin typeface="Roboto" panose="02000000000000000000" pitchFamily="2" charset="0"/>
                    <a:ea typeface="Roboto" panose="02000000000000000000" pitchFamily="2" charset="0"/>
                  </a:endParaRPr>
                </a:p>
              </p:txBody>
            </p:sp>
            <p:sp>
              <p:nvSpPr>
                <p:cNvPr id="3854" name="Freeform: Shape 3853">
                  <a:extLst>
                    <a:ext uri="{FF2B5EF4-FFF2-40B4-BE49-F238E27FC236}">
                      <a16:creationId xmlns:a16="http://schemas.microsoft.com/office/drawing/2014/main" id="{92F8D207-F6F8-154F-5F0C-3D17633C993A}"/>
                    </a:ext>
                  </a:extLst>
                </p:cNvPr>
                <p:cNvSpPr/>
                <p:nvPr/>
              </p:nvSpPr>
              <p:spPr>
                <a:xfrm flipV="1">
                  <a:off x="8965717" y="9811639"/>
                  <a:ext cx="11399" cy="10928"/>
                </a:xfrm>
                <a:custGeom>
                  <a:avLst/>
                  <a:gdLst>
                    <a:gd name="connsiteX0" fmla="*/ -596 w 11399"/>
                    <a:gd name="connsiteY0" fmla="*/ 5189 h 10928"/>
                    <a:gd name="connsiteX1" fmla="*/ 815 w 11399"/>
                    <a:gd name="connsiteY1" fmla="*/ 9166 h 10928"/>
                    <a:gd name="connsiteX2" fmla="*/ 5049 w 11399"/>
                    <a:gd name="connsiteY2" fmla="*/ 10757 h 10928"/>
                    <a:gd name="connsiteX3" fmla="*/ 9329 w 11399"/>
                    <a:gd name="connsiteY3" fmla="*/ 9166 h 10928"/>
                    <a:gd name="connsiteX4" fmla="*/ 10804 w 11399"/>
                    <a:gd name="connsiteY4" fmla="*/ 5189 h 10928"/>
                    <a:gd name="connsiteX5" fmla="*/ 9329 w 11399"/>
                    <a:gd name="connsiteY5" fmla="*/ 1355 h 10928"/>
                    <a:gd name="connsiteX6" fmla="*/ 5049 w 11399"/>
                    <a:gd name="connsiteY6" fmla="*/ -172 h 10928"/>
                    <a:gd name="connsiteX7" fmla="*/ 815 w 11399"/>
                    <a:gd name="connsiteY7" fmla="*/ 1355 h 10928"/>
                    <a:gd name="connsiteX8" fmla="*/ -596 w 11399"/>
                    <a:gd name="connsiteY8" fmla="*/ 5189 h 109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1399" h="10928">
                      <a:moveTo>
                        <a:pt x="-596" y="5189"/>
                      </a:moveTo>
                      <a:cubicBezTo>
                        <a:pt x="-596" y="6780"/>
                        <a:pt x="-125" y="8105"/>
                        <a:pt x="815" y="9166"/>
                      </a:cubicBezTo>
                      <a:cubicBezTo>
                        <a:pt x="1756" y="10226"/>
                        <a:pt x="3167" y="10757"/>
                        <a:pt x="5049" y="10757"/>
                      </a:cubicBezTo>
                      <a:cubicBezTo>
                        <a:pt x="6930" y="10757"/>
                        <a:pt x="8357" y="10226"/>
                        <a:pt x="9329" y="9166"/>
                      </a:cubicBezTo>
                      <a:cubicBezTo>
                        <a:pt x="10312" y="8105"/>
                        <a:pt x="10804" y="6780"/>
                        <a:pt x="10804" y="5189"/>
                      </a:cubicBezTo>
                      <a:cubicBezTo>
                        <a:pt x="10804" y="3662"/>
                        <a:pt x="10312" y="2384"/>
                        <a:pt x="9329" y="1355"/>
                      </a:cubicBezTo>
                      <a:cubicBezTo>
                        <a:pt x="8357" y="337"/>
                        <a:pt x="6930" y="-172"/>
                        <a:pt x="5049" y="-172"/>
                      </a:cubicBezTo>
                      <a:cubicBezTo>
                        <a:pt x="3167" y="-172"/>
                        <a:pt x="1756" y="337"/>
                        <a:pt x="815" y="1355"/>
                      </a:cubicBezTo>
                      <a:cubicBezTo>
                        <a:pt x="-125" y="2384"/>
                        <a:pt x="-596" y="3662"/>
                        <a:pt x="-596" y="5189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16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de-CH">
                    <a:latin typeface="Roboto" panose="02000000000000000000" pitchFamily="2" charset="0"/>
                    <a:ea typeface="Roboto" panose="02000000000000000000" pitchFamily="2" charset="0"/>
                  </a:endParaRPr>
                </a:p>
              </p:txBody>
            </p:sp>
            <p:sp>
              <p:nvSpPr>
                <p:cNvPr id="3855" name="Freeform: Shape 3854">
                  <a:extLst>
                    <a:ext uri="{FF2B5EF4-FFF2-40B4-BE49-F238E27FC236}">
                      <a16:creationId xmlns:a16="http://schemas.microsoft.com/office/drawing/2014/main" id="{E5A1C4BF-6FA1-B1FE-28B9-8DDB2F543314}"/>
                    </a:ext>
                  </a:extLst>
                </p:cNvPr>
                <p:cNvSpPr/>
                <p:nvPr/>
              </p:nvSpPr>
              <p:spPr>
                <a:xfrm flipV="1">
                  <a:off x="8992913" y="9749646"/>
                  <a:ext cx="45343" cy="73383"/>
                </a:xfrm>
                <a:custGeom>
                  <a:avLst/>
                  <a:gdLst>
                    <a:gd name="connsiteX0" fmla="*/ 891 w 45343"/>
                    <a:gd name="connsiteY0" fmla="*/ 35180 h 73383"/>
                    <a:gd name="connsiteX1" fmla="*/ 4553 w 45343"/>
                    <a:gd name="connsiteY1" fmla="*/ 71275 h 73383"/>
                    <a:gd name="connsiteX2" fmla="*/ 41509 w 45343"/>
                    <a:gd name="connsiteY2" fmla="*/ 71275 h 73383"/>
                    <a:gd name="connsiteX3" fmla="*/ 41509 w 45343"/>
                    <a:gd name="connsiteY3" fmla="*/ 62780 h 73383"/>
                    <a:gd name="connsiteX4" fmla="*/ 12337 w 45343"/>
                    <a:gd name="connsiteY4" fmla="*/ 62780 h 73383"/>
                    <a:gd name="connsiteX5" fmla="*/ 10150 w 45343"/>
                    <a:gd name="connsiteY5" fmla="*/ 43038 h 73383"/>
                    <a:gd name="connsiteX6" fmla="*/ 22199 w 45343"/>
                    <a:gd name="connsiteY6" fmla="*/ 46172 h 73383"/>
                    <a:gd name="connsiteX7" fmla="*/ 37847 w 45343"/>
                    <a:gd name="connsiteY7" fmla="*/ 39634 h 73383"/>
                    <a:gd name="connsiteX8" fmla="*/ 43650 w 45343"/>
                    <a:gd name="connsiteY8" fmla="*/ 21960 h 73383"/>
                    <a:gd name="connsiteX9" fmla="*/ 37625 w 45343"/>
                    <a:gd name="connsiteY9" fmla="*/ 4334 h 73383"/>
                    <a:gd name="connsiteX10" fmla="*/ 20804 w 45343"/>
                    <a:gd name="connsiteY10" fmla="*/ -2108 h 73383"/>
                    <a:gd name="connsiteX11" fmla="*/ 5187 w 45343"/>
                    <a:gd name="connsiteY11" fmla="*/ 3205 h 73383"/>
                    <a:gd name="connsiteX12" fmla="*/ -1694 w 45343"/>
                    <a:gd name="connsiteY12" fmla="*/ 17936 h 73383"/>
                    <a:gd name="connsiteX13" fmla="*/ 6979 w 45343"/>
                    <a:gd name="connsiteY13" fmla="*/ 17936 h 73383"/>
                    <a:gd name="connsiteX14" fmla="*/ 11386 w 45343"/>
                    <a:gd name="connsiteY14" fmla="*/ 8550 h 73383"/>
                    <a:gd name="connsiteX15" fmla="*/ 20804 w 45343"/>
                    <a:gd name="connsiteY15" fmla="*/ 5400 h 73383"/>
                    <a:gd name="connsiteX16" fmla="*/ 30839 w 45343"/>
                    <a:gd name="connsiteY16" fmla="*/ 9775 h 73383"/>
                    <a:gd name="connsiteX17" fmla="*/ 34486 w 45343"/>
                    <a:gd name="connsiteY17" fmla="*/ 21865 h 73383"/>
                    <a:gd name="connsiteX18" fmla="*/ 30538 w 45343"/>
                    <a:gd name="connsiteY18" fmla="*/ 33509 h 73383"/>
                    <a:gd name="connsiteX19" fmla="*/ 20058 w 45343"/>
                    <a:gd name="connsiteY19" fmla="*/ 37916 h 73383"/>
                    <a:gd name="connsiteX20" fmla="*/ 10641 w 45343"/>
                    <a:gd name="connsiteY20" fmla="*/ 35291 h 73383"/>
                    <a:gd name="connsiteX21" fmla="*/ 8215 w 45343"/>
                    <a:gd name="connsiteY21" fmla="*/ 33303 h 73383"/>
                    <a:gd name="connsiteX22" fmla="*/ 891 w 45343"/>
                    <a:gd name="connsiteY22" fmla="*/ 35180 h 733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45343" h="73383">
                      <a:moveTo>
                        <a:pt x="891" y="35180"/>
                      </a:moveTo>
                      <a:lnTo>
                        <a:pt x="4553" y="71275"/>
                      </a:lnTo>
                      <a:lnTo>
                        <a:pt x="41509" y="71275"/>
                      </a:lnTo>
                      <a:lnTo>
                        <a:pt x="41509" y="62780"/>
                      </a:lnTo>
                      <a:lnTo>
                        <a:pt x="12337" y="62780"/>
                      </a:lnTo>
                      <a:lnTo>
                        <a:pt x="10150" y="43038"/>
                      </a:lnTo>
                      <a:cubicBezTo>
                        <a:pt x="13690" y="45127"/>
                        <a:pt x="17707" y="46172"/>
                        <a:pt x="22199" y="46172"/>
                      </a:cubicBezTo>
                      <a:cubicBezTo>
                        <a:pt x="28762" y="46172"/>
                        <a:pt x="33979" y="43993"/>
                        <a:pt x="37847" y="39634"/>
                      </a:cubicBezTo>
                      <a:cubicBezTo>
                        <a:pt x="41715" y="35275"/>
                        <a:pt x="43650" y="29384"/>
                        <a:pt x="43650" y="21960"/>
                      </a:cubicBezTo>
                      <a:cubicBezTo>
                        <a:pt x="43650" y="14505"/>
                        <a:pt x="41641" y="8629"/>
                        <a:pt x="37625" y="4334"/>
                      </a:cubicBezTo>
                      <a:cubicBezTo>
                        <a:pt x="33609" y="39"/>
                        <a:pt x="28001" y="-2108"/>
                        <a:pt x="20804" y="-2108"/>
                      </a:cubicBezTo>
                      <a:cubicBezTo>
                        <a:pt x="14430" y="-2108"/>
                        <a:pt x="9225" y="-337"/>
                        <a:pt x="5187" y="3205"/>
                      </a:cubicBezTo>
                      <a:cubicBezTo>
                        <a:pt x="1160" y="6758"/>
                        <a:pt x="-1133" y="11668"/>
                        <a:pt x="-1694" y="17936"/>
                      </a:cubicBezTo>
                      <a:lnTo>
                        <a:pt x="6979" y="17936"/>
                      </a:lnTo>
                      <a:cubicBezTo>
                        <a:pt x="7539" y="13789"/>
                        <a:pt x="9008" y="10660"/>
                        <a:pt x="11386" y="8550"/>
                      </a:cubicBezTo>
                      <a:cubicBezTo>
                        <a:pt x="13764" y="6450"/>
                        <a:pt x="16903" y="5400"/>
                        <a:pt x="20804" y="5400"/>
                      </a:cubicBezTo>
                      <a:cubicBezTo>
                        <a:pt x="25063" y="5400"/>
                        <a:pt x="28408" y="6858"/>
                        <a:pt x="30839" y="9775"/>
                      </a:cubicBezTo>
                      <a:cubicBezTo>
                        <a:pt x="33270" y="12691"/>
                        <a:pt x="34486" y="16721"/>
                        <a:pt x="34486" y="21865"/>
                      </a:cubicBezTo>
                      <a:cubicBezTo>
                        <a:pt x="34486" y="26701"/>
                        <a:pt x="33170" y="30582"/>
                        <a:pt x="30538" y="33509"/>
                      </a:cubicBezTo>
                      <a:cubicBezTo>
                        <a:pt x="27917" y="36447"/>
                        <a:pt x="24424" y="37916"/>
                        <a:pt x="20058" y="37916"/>
                      </a:cubicBezTo>
                      <a:cubicBezTo>
                        <a:pt x="16063" y="37916"/>
                        <a:pt x="12924" y="37041"/>
                        <a:pt x="10641" y="35291"/>
                      </a:cubicBezTo>
                      <a:lnTo>
                        <a:pt x="8215" y="33303"/>
                      </a:lnTo>
                      <a:lnTo>
                        <a:pt x="891" y="3518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6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de-CH">
                    <a:latin typeface="Roboto" panose="02000000000000000000" pitchFamily="2" charset="0"/>
                    <a:ea typeface="Roboto" panose="02000000000000000000" pitchFamily="2" charset="0"/>
                  </a:endParaRPr>
                </a:p>
              </p:txBody>
            </p:sp>
          </p:grpSp>
        </p:grpSp>
        <p:grpSp>
          <p:nvGrpSpPr>
            <p:cNvPr id="3823" name="Graphic 3238">
              <a:extLst>
                <a:ext uri="{FF2B5EF4-FFF2-40B4-BE49-F238E27FC236}">
                  <a16:creationId xmlns:a16="http://schemas.microsoft.com/office/drawing/2014/main" id="{A01CF31E-55C3-A9E2-F091-6E0301614FDB}"/>
                </a:ext>
              </a:extLst>
            </p:cNvPr>
            <p:cNvGrpSpPr/>
            <p:nvPr/>
          </p:nvGrpSpPr>
          <p:grpSpPr>
            <a:xfrm>
              <a:off x="10221427" y="11087772"/>
              <a:ext cx="552286" cy="182764"/>
              <a:chOff x="8906267" y="9329591"/>
              <a:chExt cx="224781" cy="74385"/>
            </a:xfrm>
            <a:solidFill>
              <a:srgbClr val="000000"/>
            </a:solidFill>
          </p:grpSpPr>
          <p:sp>
            <p:nvSpPr>
              <p:cNvPr id="3846" name="Freeform: Shape 3845">
                <a:extLst>
                  <a:ext uri="{FF2B5EF4-FFF2-40B4-BE49-F238E27FC236}">
                    <a16:creationId xmlns:a16="http://schemas.microsoft.com/office/drawing/2014/main" id="{FCA291CD-5B9F-519B-92A4-F3B997488792}"/>
                  </a:ext>
                </a:extLst>
              </p:cNvPr>
              <p:cNvSpPr/>
              <p:nvPr/>
            </p:nvSpPr>
            <p:spPr>
              <a:xfrm>
                <a:off x="9086657" y="9364795"/>
                <a:ext cx="44391" cy="12726"/>
              </a:xfrm>
              <a:custGeom>
                <a:avLst/>
                <a:gdLst>
                  <a:gd name="connsiteX0" fmla="*/ 44618 w 44391"/>
                  <a:gd name="connsiteY0" fmla="*/ 102 h 12726"/>
                  <a:gd name="connsiteX1" fmla="*/ 227 w 44391"/>
                  <a:gd name="connsiteY1" fmla="*/ 102 h 127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4391" h="12726">
                    <a:moveTo>
                      <a:pt x="44618" y="102"/>
                    </a:moveTo>
                    <a:lnTo>
                      <a:pt x="227" y="102"/>
                    </a:lnTo>
                  </a:path>
                </a:pathLst>
              </a:custGeom>
              <a:solidFill>
                <a:srgbClr val="000000"/>
              </a:solidFill>
              <a:ln w="10147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de-CH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grpSp>
            <p:nvGrpSpPr>
              <p:cNvPr id="3847" name="Graphic 3238">
                <a:extLst>
                  <a:ext uri="{FF2B5EF4-FFF2-40B4-BE49-F238E27FC236}">
                    <a16:creationId xmlns:a16="http://schemas.microsoft.com/office/drawing/2014/main" id="{E422B782-9323-9847-EE91-F9687A7DFB66}"/>
                  </a:ext>
                </a:extLst>
              </p:cNvPr>
              <p:cNvGrpSpPr/>
              <p:nvPr/>
            </p:nvGrpSpPr>
            <p:grpSpPr>
              <a:xfrm>
                <a:off x="8906267" y="9329591"/>
                <a:ext cx="130244" cy="74385"/>
                <a:chOff x="8906267" y="9329591"/>
                <a:chExt cx="130244" cy="74385"/>
              </a:xfrm>
              <a:solidFill>
                <a:srgbClr val="000000"/>
              </a:solidFill>
            </p:grpSpPr>
            <p:sp>
              <p:nvSpPr>
                <p:cNvPr id="3848" name="Freeform: Shape 3847">
                  <a:extLst>
                    <a:ext uri="{FF2B5EF4-FFF2-40B4-BE49-F238E27FC236}">
                      <a16:creationId xmlns:a16="http://schemas.microsoft.com/office/drawing/2014/main" id="{E04D4387-4C96-8E66-FA26-A832774CD7EA}"/>
                    </a:ext>
                  </a:extLst>
                </p:cNvPr>
                <p:cNvSpPr/>
                <p:nvPr/>
              </p:nvSpPr>
              <p:spPr>
                <a:xfrm flipV="1">
                  <a:off x="8906267" y="9329591"/>
                  <a:ext cx="45723" cy="74385"/>
                </a:xfrm>
                <a:custGeom>
                  <a:avLst/>
                  <a:gdLst>
                    <a:gd name="connsiteX0" fmla="*/ 13140 w 45723"/>
                    <a:gd name="connsiteY0" fmla="*/ 39490 h 74385"/>
                    <a:gd name="connsiteX1" fmla="*/ 20021 w 45723"/>
                    <a:gd name="connsiteY1" fmla="*/ 39490 h 74385"/>
                    <a:gd name="connsiteX2" fmla="*/ 30231 w 45723"/>
                    <a:gd name="connsiteY2" fmla="*/ 42926 h 74385"/>
                    <a:gd name="connsiteX3" fmla="*/ 33941 w 45723"/>
                    <a:gd name="connsiteY3" fmla="*/ 51930 h 74385"/>
                    <a:gd name="connsiteX4" fmla="*/ 21305 w 45723"/>
                    <a:gd name="connsiteY4" fmla="*/ 64656 h 74385"/>
                    <a:gd name="connsiteX5" fmla="*/ 11824 w 45723"/>
                    <a:gd name="connsiteY5" fmla="*/ 61236 h 74385"/>
                    <a:gd name="connsiteX6" fmla="*/ 8288 w 45723"/>
                    <a:gd name="connsiteY6" fmla="*/ 52216 h 74385"/>
                    <a:gd name="connsiteX7" fmla="*/ -891 w 45723"/>
                    <a:gd name="connsiteY7" fmla="*/ 52216 h 74385"/>
                    <a:gd name="connsiteX8" fmla="*/ 5371 w 45723"/>
                    <a:gd name="connsiteY8" fmla="*/ 66518 h 74385"/>
                    <a:gd name="connsiteX9" fmla="*/ 21305 w 45723"/>
                    <a:gd name="connsiteY9" fmla="*/ 72213 h 74385"/>
                    <a:gd name="connsiteX10" fmla="*/ 37302 w 45723"/>
                    <a:gd name="connsiteY10" fmla="*/ 66788 h 74385"/>
                    <a:gd name="connsiteX11" fmla="*/ 43104 w 45723"/>
                    <a:gd name="connsiteY11" fmla="*/ 51723 h 74385"/>
                    <a:gd name="connsiteX12" fmla="*/ 40060 w 45723"/>
                    <a:gd name="connsiteY12" fmla="*/ 42576 h 74385"/>
                    <a:gd name="connsiteX13" fmla="*/ 31769 w 45723"/>
                    <a:gd name="connsiteY13" fmla="*/ 35958 h 74385"/>
                    <a:gd name="connsiteX14" fmla="*/ 40948 w 45723"/>
                    <a:gd name="connsiteY14" fmla="*/ 29707 h 74385"/>
                    <a:gd name="connsiteX15" fmla="*/ 44198 w 45723"/>
                    <a:gd name="connsiteY15" fmla="*/ 19016 h 74385"/>
                    <a:gd name="connsiteX16" fmla="*/ 37857 w 45723"/>
                    <a:gd name="connsiteY16" fmla="*/ 3538 h 74385"/>
                    <a:gd name="connsiteX17" fmla="*/ 21352 w 45723"/>
                    <a:gd name="connsiteY17" fmla="*/ -2173 h 74385"/>
                    <a:gd name="connsiteX18" fmla="*/ 4832 w 45723"/>
                    <a:gd name="connsiteY18" fmla="*/ 3347 h 74385"/>
                    <a:gd name="connsiteX19" fmla="*/ -1525 w 45723"/>
                    <a:gd name="connsiteY19" fmla="*/ 17919 h 74385"/>
                    <a:gd name="connsiteX20" fmla="*/ 7686 w 45723"/>
                    <a:gd name="connsiteY20" fmla="*/ 17919 h 74385"/>
                    <a:gd name="connsiteX21" fmla="*/ 11396 w 45723"/>
                    <a:gd name="connsiteY21" fmla="*/ 8772 h 74385"/>
                    <a:gd name="connsiteX22" fmla="*/ 21368 w 45723"/>
                    <a:gd name="connsiteY22" fmla="*/ 5336 h 74385"/>
                    <a:gd name="connsiteX23" fmla="*/ 31515 w 45723"/>
                    <a:gd name="connsiteY23" fmla="*/ 8819 h 74385"/>
                    <a:gd name="connsiteX24" fmla="*/ 35035 w 45723"/>
                    <a:gd name="connsiteY24" fmla="*/ 18810 h 74385"/>
                    <a:gd name="connsiteX25" fmla="*/ 31166 w 45723"/>
                    <a:gd name="connsiteY25" fmla="*/ 28498 h 74385"/>
                    <a:gd name="connsiteX26" fmla="*/ 20021 w 45723"/>
                    <a:gd name="connsiteY26" fmla="*/ 31981 h 74385"/>
                    <a:gd name="connsiteX27" fmla="*/ 13140 w 45723"/>
                    <a:gd name="connsiteY27" fmla="*/ 31981 h 74385"/>
                    <a:gd name="connsiteX28" fmla="*/ 13140 w 45723"/>
                    <a:gd name="connsiteY28" fmla="*/ 39490 h 74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45723" h="74385">
                      <a:moveTo>
                        <a:pt x="13140" y="39490"/>
                      </a:moveTo>
                      <a:lnTo>
                        <a:pt x="20021" y="39490"/>
                      </a:lnTo>
                      <a:cubicBezTo>
                        <a:pt x="24354" y="39564"/>
                        <a:pt x="27757" y="40710"/>
                        <a:pt x="30231" y="42926"/>
                      </a:cubicBezTo>
                      <a:cubicBezTo>
                        <a:pt x="32704" y="45143"/>
                        <a:pt x="33941" y="48144"/>
                        <a:pt x="33941" y="51930"/>
                      </a:cubicBezTo>
                      <a:cubicBezTo>
                        <a:pt x="33941" y="60414"/>
                        <a:pt x="29729" y="64656"/>
                        <a:pt x="21305" y="64656"/>
                      </a:cubicBezTo>
                      <a:cubicBezTo>
                        <a:pt x="17341" y="64656"/>
                        <a:pt x="14181" y="63516"/>
                        <a:pt x="11824" y="61236"/>
                      </a:cubicBezTo>
                      <a:cubicBezTo>
                        <a:pt x="9467" y="58967"/>
                        <a:pt x="8288" y="55960"/>
                        <a:pt x="8288" y="52216"/>
                      </a:cubicBezTo>
                      <a:lnTo>
                        <a:pt x="-891" y="52216"/>
                      </a:lnTo>
                      <a:cubicBezTo>
                        <a:pt x="-891" y="57954"/>
                        <a:pt x="1196" y="62721"/>
                        <a:pt x="5371" y="66518"/>
                      </a:cubicBezTo>
                      <a:cubicBezTo>
                        <a:pt x="9557" y="70314"/>
                        <a:pt x="14868" y="72213"/>
                        <a:pt x="21305" y="72213"/>
                      </a:cubicBezTo>
                      <a:cubicBezTo>
                        <a:pt x="28111" y="72213"/>
                        <a:pt x="33444" y="70404"/>
                        <a:pt x="37302" y="66788"/>
                      </a:cubicBezTo>
                      <a:cubicBezTo>
                        <a:pt x="41170" y="63172"/>
                        <a:pt x="43104" y="58150"/>
                        <a:pt x="43104" y="51723"/>
                      </a:cubicBezTo>
                      <a:cubicBezTo>
                        <a:pt x="43104" y="48573"/>
                        <a:pt x="42090" y="45524"/>
                        <a:pt x="40060" y="42576"/>
                      </a:cubicBezTo>
                      <a:cubicBezTo>
                        <a:pt x="38031" y="39628"/>
                        <a:pt x="35267" y="37422"/>
                        <a:pt x="31769" y="35958"/>
                      </a:cubicBezTo>
                      <a:cubicBezTo>
                        <a:pt x="35732" y="34707"/>
                        <a:pt x="38792" y="32623"/>
                        <a:pt x="40948" y="29707"/>
                      </a:cubicBezTo>
                      <a:cubicBezTo>
                        <a:pt x="43115" y="26790"/>
                        <a:pt x="44198" y="23227"/>
                        <a:pt x="44198" y="19016"/>
                      </a:cubicBezTo>
                      <a:cubicBezTo>
                        <a:pt x="44198" y="12515"/>
                        <a:pt x="42084" y="7356"/>
                        <a:pt x="37857" y="3538"/>
                      </a:cubicBezTo>
                      <a:cubicBezTo>
                        <a:pt x="33629" y="-269"/>
                        <a:pt x="28127" y="-2173"/>
                        <a:pt x="21352" y="-2173"/>
                      </a:cubicBezTo>
                      <a:cubicBezTo>
                        <a:pt x="14588" y="-2173"/>
                        <a:pt x="9081" y="-333"/>
                        <a:pt x="4832" y="3347"/>
                      </a:cubicBezTo>
                      <a:cubicBezTo>
                        <a:pt x="594" y="7027"/>
                        <a:pt x="-1525" y="11884"/>
                        <a:pt x="-1525" y="17919"/>
                      </a:cubicBezTo>
                      <a:lnTo>
                        <a:pt x="7686" y="17919"/>
                      </a:lnTo>
                      <a:cubicBezTo>
                        <a:pt x="7686" y="14112"/>
                        <a:pt x="8923" y="11062"/>
                        <a:pt x="11396" y="8772"/>
                      </a:cubicBezTo>
                      <a:cubicBezTo>
                        <a:pt x="13880" y="6481"/>
                        <a:pt x="17204" y="5336"/>
                        <a:pt x="21368" y="5336"/>
                      </a:cubicBezTo>
                      <a:cubicBezTo>
                        <a:pt x="25786" y="5336"/>
                        <a:pt x="29168" y="6497"/>
                        <a:pt x="31515" y="8819"/>
                      </a:cubicBezTo>
                      <a:cubicBezTo>
                        <a:pt x="33861" y="11142"/>
                        <a:pt x="35035" y="14472"/>
                        <a:pt x="35035" y="18810"/>
                      </a:cubicBezTo>
                      <a:cubicBezTo>
                        <a:pt x="35035" y="23020"/>
                        <a:pt x="33745" y="26249"/>
                        <a:pt x="31166" y="28498"/>
                      </a:cubicBezTo>
                      <a:cubicBezTo>
                        <a:pt x="28598" y="30757"/>
                        <a:pt x="24883" y="31918"/>
                        <a:pt x="20021" y="31981"/>
                      </a:cubicBezTo>
                      <a:lnTo>
                        <a:pt x="13140" y="31981"/>
                      </a:lnTo>
                      <a:lnTo>
                        <a:pt x="13140" y="3949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6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de-CH">
                    <a:latin typeface="Roboto" panose="02000000000000000000" pitchFamily="2" charset="0"/>
                    <a:ea typeface="Roboto" panose="02000000000000000000" pitchFamily="2" charset="0"/>
                  </a:endParaRPr>
                </a:p>
              </p:txBody>
            </p:sp>
            <p:sp>
              <p:nvSpPr>
                <p:cNvPr id="3849" name="Freeform: Shape 3848">
                  <a:extLst>
                    <a:ext uri="{FF2B5EF4-FFF2-40B4-BE49-F238E27FC236}">
                      <a16:creationId xmlns:a16="http://schemas.microsoft.com/office/drawing/2014/main" id="{F443E90B-57A5-C9C7-C8FB-3D853C432A25}"/>
                    </a:ext>
                  </a:extLst>
                </p:cNvPr>
                <p:cNvSpPr/>
                <p:nvPr/>
              </p:nvSpPr>
              <p:spPr>
                <a:xfrm flipV="1">
                  <a:off x="8965717" y="9392586"/>
                  <a:ext cx="11399" cy="10928"/>
                </a:xfrm>
                <a:custGeom>
                  <a:avLst/>
                  <a:gdLst>
                    <a:gd name="connsiteX0" fmla="*/ -596 w 11399"/>
                    <a:gd name="connsiteY0" fmla="*/ 5156 h 10928"/>
                    <a:gd name="connsiteX1" fmla="*/ 815 w 11399"/>
                    <a:gd name="connsiteY1" fmla="*/ 9133 h 10928"/>
                    <a:gd name="connsiteX2" fmla="*/ 5049 w 11399"/>
                    <a:gd name="connsiteY2" fmla="*/ 10724 h 10928"/>
                    <a:gd name="connsiteX3" fmla="*/ 9329 w 11399"/>
                    <a:gd name="connsiteY3" fmla="*/ 9133 h 10928"/>
                    <a:gd name="connsiteX4" fmla="*/ 10804 w 11399"/>
                    <a:gd name="connsiteY4" fmla="*/ 5156 h 10928"/>
                    <a:gd name="connsiteX5" fmla="*/ 9329 w 11399"/>
                    <a:gd name="connsiteY5" fmla="*/ 1322 h 10928"/>
                    <a:gd name="connsiteX6" fmla="*/ 5049 w 11399"/>
                    <a:gd name="connsiteY6" fmla="*/ -205 h 10928"/>
                    <a:gd name="connsiteX7" fmla="*/ 815 w 11399"/>
                    <a:gd name="connsiteY7" fmla="*/ 1322 h 10928"/>
                    <a:gd name="connsiteX8" fmla="*/ -596 w 11399"/>
                    <a:gd name="connsiteY8" fmla="*/ 5156 h 109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1399" h="10928">
                      <a:moveTo>
                        <a:pt x="-596" y="5156"/>
                      </a:moveTo>
                      <a:cubicBezTo>
                        <a:pt x="-596" y="6747"/>
                        <a:pt x="-125" y="8072"/>
                        <a:pt x="815" y="9133"/>
                      </a:cubicBezTo>
                      <a:cubicBezTo>
                        <a:pt x="1756" y="10194"/>
                        <a:pt x="3167" y="10724"/>
                        <a:pt x="5049" y="10724"/>
                      </a:cubicBezTo>
                      <a:cubicBezTo>
                        <a:pt x="6930" y="10724"/>
                        <a:pt x="8357" y="10194"/>
                        <a:pt x="9329" y="9133"/>
                      </a:cubicBezTo>
                      <a:cubicBezTo>
                        <a:pt x="10312" y="8072"/>
                        <a:pt x="10804" y="6747"/>
                        <a:pt x="10804" y="5156"/>
                      </a:cubicBezTo>
                      <a:cubicBezTo>
                        <a:pt x="10804" y="3629"/>
                        <a:pt x="10312" y="2351"/>
                        <a:pt x="9329" y="1322"/>
                      </a:cubicBezTo>
                      <a:cubicBezTo>
                        <a:pt x="8357" y="304"/>
                        <a:pt x="6930" y="-205"/>
                        <a:pt x="5049" y="-205"/>
                      </a:cubicBezTo>
                      <a:cubicBezTo>
                        <a:pt x="3167" y="-205"/>
                        <a:pt x="1756" y="304"/>
                        <a:pt x="815" y="1322"/>
                      </a:cubicBezTo>
                      <a:cubicBezTo>
                        <a:pt x="-125" y="2351"/>
                        <a:pt x="-596" y="3629"/>
                        <a:pt x="-596" y="5156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16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de-CH">
                    <a:latin typeface="Roboto" panose="02000000000000000000" pitchFamily="2" charset="0"/>
                    <a:ea typeface="Roboto" panose="02000000000000000000" pitchFamily="2" charset="0"/>
                  </a:endParaRPr>
                </a:p>
              </p:txBody>
            </p:sp>
            <p:sp>
              <p:nvSpPr>
                <p:cNvPr id="3850" name="Freeform: Shape 3849">
                  <a:extLst>
                    <a:ext uri="{FF2B5EF4-FFF2-40B4-BE49-F238E27FC236}">
                      <a16:creationId xmlns:a16="http://schemas.microsoft.com/office/drawing/2014/main" id="{DB662D94-C77D-FF3C-F49E-C8D07D49B7A7}"/>
                    </a:ext>
                  </a:extLst>
                </p:cNvPr>
                <p:cNvSpPr/>
                <p:nvPr/>
              </p:nvSpPr>
              <p:spPr>
                <a:xfrm flipV="1">
                  <a:off x="8990978" y="9329591"/>
                  <a:ext cx="45533" cy="74385"/>
                </a:xfrm>
                <a:custGeom>
                  <a:avLst/>
                  <a:gdLst>
                    <a:gd name="connsiteX0" fmla="*/ 43956 w 45533"/>
                    <a:gd name="connsiteY0" fmla="*/ 29707 h 74385"/>
                    <a:gd name="connsiteX1" fmla="*/ 38454 w 45533"/>
                    <a:gd name="connsiteY1" fmla="*/ 5686 h 74385"/>
                    <a:gd name="connsiteX2" fmla="*/ 21268 w 45533"/>
                    <a:gd name="connsiteY2" fmla="*/ -2173 h 74385"/>
                    <a:gd name="connsiteX3" fmla="*/ 4177 w 45533"/>
                    <a:gd name="connsiteY3" fmla="*/ 5511 h 74385"/>
                    <a:gd name="connsiteX4" fmla="*/ -1578 w 45533"/>
                    <a:gd name="connsiteY4" fmla="*/ 28466 h 74385"/>
                    <a:gd name="connsiteX5" fmla="*/ -1578 w 45533"/>
                    <a:gd name="connsiteY5" fmla="*/ 40731 h 74385"/>
                    <a:gd name="connsiteX6" fmla="*/ 3924 w 45533"/>
                    <a:gd name="connsiteY6" fmla="*/ 64450 h 74385"/>
                    <a:gd name="connsiteX7" fmla="*/ 21173 w 45533"/>
                    <a:gd name="connsiteY7" fmla="*/ 72213 h 74385"/>
                    <a:gd name="connsiteX8" fmla="*/ 38312 w 45533"/>
                    <a:gd name="connsiteY8" fmla="*/ 64720 h 74385"/>
                    <a:gd name="connsiteX9" fmla="*/ 43956 w 45533"/>
                    <a:gd name="connsiteY9" fmla="*/ 41638 h 74385"/>
                    <a:gd name="connsiteX10" fmla="*/ 43956 w 45533"/>
                    <a:gd name="connsiteY10" fmla="*/ 29707 h 74385"/>
                    <a:gd name="connsiteX11" fmla="*/ 34792 w 45533"/>
                    <a:gd name="connsiteY11" fmla="*/ 42274 h 74385"/>
                    <a:gd name="connsiteX12" fmla="*/ 31526 w 45533"/>
                    <a:gd name="connsiteY12" fmla="*/ 59311 h 74385"/>
                    <a:gd name="connsiteX13" fmla="*/ 21173 w 45533"/>
                    <a:gd name="connsiteY13" fmla="*/ 64656 h 74385"/>
                    <a:gd name="connsiteX14" fmla="*/ 10915 w 45533"/>
                    <a:gd name="connsiteY14" fmla="*/ 59327 h 74385"/>
                    <a:gd name="connsiteX15" fmla="*/ 7602 w 45533"/>
                    <a:gd name="connsiteY15" fmla="*/ 42974 h 74385"/>
                    <a:gd name="connsiteX16" fmla="*/ 7602 w 45533"/>
                    <a:gd name="connsiteY16" fmla="*/ 28259 h 74385"/>
                    <a:gd name="connsiteX17" fmla="*/ 10995 w 45533"/>
                    <a:gd name="connsiteY17" fmla="*/ 10935 h 74385"/>
                    <a:gd name="connsiteX18" fmla="*/ 21268 w 45533"/>
                    <a:gd name="connsiteY18" fmla="*/ 5336 h 74385"/>
                    <a:gd name="connsiteX19" fmla="*/ 31352 w 45533"/>
                    <a:gd name="connsiteY19" fmla="*/ 10601 h 74385"/>
                    <a:gd name="connsiteX20" fmla="*/ 34792 w 45533"/>
                    <a:gd name="connsiteY20" fmla="*/ 27209 h 74385"/>
                    <a:gd name="connsiteX21" fmla="*/ 34792 w 45533"/>
                    <a:gd name="connsiteY21" fmla="*/ 42274 h 74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45533" h="74385">
                      <a:moveTo>
                        <a:pt x="43956" y="29707"/>
                      </a:moveTo>
                      <a:cubicBezTo>
                        <a:pt x="43956" y="18932"/>
                        <a:pt x="42122" y="10925"/>
                        <a:pt x="38454" y="5686"/>
                      </a:cubicBezTo>
                      <a:cubicBezTo>
                        <a:pt x="34797" y="447"/>
                        <a:pt x="29069" y="-2173"/>
                        <a:pt x="21268" y="-2173"/>
                      </a:cubicBezTo>
                      <a:cubicBezTo>
                        <a:pt x="13574" y="-2173"/>
                        <a:pt x="7877" y="388"/>
                        <a:pt x="4177" y="5511"/>
                      </a:cubicBezTo>
                      <a:cubicBezTo>
                        <a:pt x="478" y="10633"/>
                        <a:pt x="-1440" y="18285"/>
                        <a:pt x="-1578" y="28466"/>
                      </a:cubicBezTo>
                      <a:lnTo>
                        <a:pt x="-1578" y="40731"/>
                      </a:lnTo>
                      <a:cubicBezTo>
                        <a:pt x="-1578" y="51378"/>
                        <a:pt x="256" y="59285"/>
                        <a:pt x="3924" y="64450"/>
                      </a:cubicBezTo>
                      <a:cubicBezTo>
                        <a:pt x="7591" y="69625"/>
                        <a:pt x="13341" y="72213"/>
                        <a:pt x="21173" y="72213"/>
                      </a:cubicBezTo>
                      <a:cubicBezTo>
                        <a:pt x="28931" y="72213"/>
                        <a:pt x="34644" y="69715"/>
                        <a:pt x="38312" y="64720"/>
                      </a:cubicBezTo>
                      <a:cubicBezTo>
                        <a:pt x="41979" y="59736"/>
                        <a:pt x="43861" y="52041"/>
                        <a:pt x="43956" y="41638"/>
                      </a:cubicBezTo>
                      <a:lnTo>
                        <a:pt x="43956" y="29707"/>
                      </a:lnTo>
                      <a:close/>
                      <a:moveTo>
                        <a:pt x="34792" y="42274"/>
                      </a:moveTo>
                      <a:cubicBezTo>
                        <a:pt x="34792" y="50069"/>
                        <a:pt x="33703" y="55748"/>
                        <a:pt x="31526" y="59311"/>
                      </a:cubicBezTo>
                      <a:cubicBezTo>
                        <a:pt x="29349" y="62875"/>
                        <a:pt x="25898" y="64656"/>
                        <a:pt x="21173" y="64656"/>
                      </a:cubicBezTo>
                      <a:cubicBezTo>
                        <a:pt x="16480" y="64656"/>
                        <a:pt x="13061" y="62880"/>
                        <a:pt x="10915" y="59327"/>
                      </a:cubicBezTo>
                      <a:cubicBezTo>
                        <a:pt x="8770" y="55785"/>
                        <a:pt x="7665" y="50334"/>
                        <a:pt x="7602" y="42974"/>
                      </a:cubicBezTo>
                      <a:lnTo>
                        <a:pt x="7602" y="28259"/>
                      </a:lnTo>
                      <a:cubicBezTo>
                        <a:pt x="7602" y="20443"/>
                        <a:pt x="8733" y="14668"/>
                        <a:pt x="10995" y="10935"/>
                      </a:cubicBezTo>
                      <a:cubicBezTo>
                        <a:pt x="13257" y="7202"/>
                        <a:pt x="16681" y="5336"/>
                        <a:pt x="21268" y="5336"/>
                      </a:cubicBezTo>
                      <a:cubicBezTo>
                        <a:pt x="25792" y="5336"/>
                        <a:pt x="29153" y="7091"/>
                        <a:pt x="31352" y="10601"/>
                      </a:cubicBezTo>
                      <a:cubicBezTo>
                        <a:pt x="33550" y="14122"/>
                        <a:pt x="34697" y="19658"/>
                        <a:pt x="34792" y="27209"/>
                      </a:cubicBezTo>
                      <a:lnTo>
                        <a:pt x="34792" y="4227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6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de-CH">
                    <a:latin typeface="Roboto" panose="02000000000000000000" pitchFamily="2" charset="0"/>
                    <a:ea typeface="Roboto" panose="02000000000000000000" pitchFamily="2" charset="0"/>
                  </a:endParaRPr>
                </a:p>
              </p:txBody>
            </p:sp>
          </p:grpSp>
        </p:grpSp>
        <p:grpSp>
          <p:nvGrpSpPr>
            <p:cNvPr id="3824" name="Graphic 3238">
              <a:extLst>
                <a:ext uri="{FF2B5EF4-FFF2-40B4-BE49-F238E27FC236}">
                  <a16:creationId xmlns:a16="http://schemas.microsoft.com/office/drawing/2014/main" id="{449D2B61-C81B-DDA7-6A2B-A629196AD17D}"/>
                </a:ext>
              </a:extLst>
            </p:cNvPr>
            <p:cNvGrpSpPr/>
            <p:nvPr/>
          </p:nvGrpSpPr>
          <p:grpSpPr>
            <a:xfrm>
              <a:off x="10216441" y="10060593"/>
              <a:ext cx="557274" cy="180302"/>
              <a:chOff x="8904238" y="8911528"/>
              <a:chExt cx="226811" cy="73383"/>
            </a:xfrm>
            <a:solidFill>
              <a:srgbClr val="000000"/>
            </a:solidFill>
          </p:grpSpPr>
          <p:sp>
            <p:nvSpPr>
              <p:cNvPr id="3841" name="Freeform: Shape 3840">
                <a:extLst>
                  <a:ext uri="{FF2B5EF4-FFF2-40B4-BE49-F238E27FC236}">
                    <a16:creationId xmlns:a16="http://schemas.microsoft.com/office/drawing/2014/main" id="{622645AB-C320-A2C4-B812-6F99CBCA8327}"/>
                  </a:ext>
                </a:extLst>
              </p:cNvPr>
              <p:cNvSpPr/>
              <p:nvPr/>
            </p:nvSpPr>
            <p:spPr>
              <a:xfrm>
                <a:off x="9086657" y="8945730"/>
                <a:ext cx="44391" cy="12726"/>
              </a:xfrm>
              <a:custGeom>
                <a:avLst/>
                <a:gdLst>
                  <a:gd name="connsiteX0" fmla="*/ 44618 w 44391"/>
                  <a:gd name="connsiteY0" fmla="*/ 69 h 12726"/>
                  <a:gd name="connsiteX1" fmla="*/ 227 w 44391"/>
                  <a:gd name="connsiteY1" fmla="*/ 69 h 127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4391" h="12726">
                    <a:moveTo>
                      <a:pt x="44618" y="69"/>
                    </a:moveTo>
                    <a:lnTo>
                      <a:pt x="227" y="69"/>
                    </a:lnTo>
                  </a:path>
                </a:pathLst>
              </a:custGeom>
              <a:solidFill>
                <a:srgbClr val="000000"/>
              </a:solidFill>
              <a:ln w="10147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de-CH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grpSp>
            <p:nvGrpSpPr>
              <p:cNvPr id="3842" name="Graphic 3238">
                <a:extLst>
                  <a:ext uri="{FF2B5EF4-FFF2-40B4-BE49-F238E27FC236}">
                    <a16:creationId xmlns:a16="http://schemas.microsoft.com/office/drawing/2014/main" id="{151C84BE-EC27-3E4C-35C3-748990835097}"/>
                  </a:ext>
                </a:extLst>
              </p:cNvPr>
              <p:cNvGrpSpPr/>
              <p:nvPr/>
            </p:nvGrpSpPr>
            <p:grpSpPr>
              <a:xfrm>
                <a:off x="8904238" y="8911528"/>
                <a:ext cx="134018" cy="73383"/>
                <a:chOff x="8904238" y="8911528"/>
                <a:chExt cx="134018" cy="73383"/>
              </a:xfrm>
              <a:solidFill>
                <a:srgbClr val="000000"/>
              </a:solidFill>
            </p:grpSpPr>
            <p:sp>
              <p:nvSpPr>
                <p:cNvPr id="3843" name="Freeform: Shape 3842">
                  <a:extLst>
                    <a:ext uri="{FF2B5EF4-FFF2-40B4-BE49-F238E27FC236}">
                      <a16:creationId xmlns:a16="http://schemas.microsoft.com/office/drawing/2014/main" id="{184D5AD6-9ADF-366F-D7C6-E92B9456A3C0}"/>
                    </a:ext>
                  </a:extLst>
                </p:cNvPr>
                <p:cNvSpPr/>
                <p:nvPr/>
              </p:nvSpPr>
              <p:spPr>
                <a:xfrm flipV="1">
                  <a:off x="8904238" y="8911528"/>
                  <a:ext cx="52065" cy="72381"/>
                </a:xfrm>
                <a:custGeom>
                  <a:avLst/>
                  <a:gdLst>
                    <a:gd name="connsiteX0" fmla="*/ 40464 w 52065"/>
                    <a:gd name="connsiteY0" fmla="*/ 22101 h 72381"/>
                    <a:gd name="connsiteX1" fmla="*/ 50468 w 52065"/>
                    <a:gd name="connsiteY1" fmla="*/ 22101 h 72381"/>
                    <a:gd name="connsiteX2" fmla="*/ 50468 w 52065"/>
                    <a:gd name="connsiteY2" fmla="*/ 14593 h 72381"/>
                    <a:gd name="connsiteX3" fmla="*/ 40464 w 52065"/>
                    <a:gd name="connsiteY3" fmla="*/ 14593 h 72381"/>
                    <a:gd name="connsiteX4" fmla="*/ 40464 w 52065"/>
                    <a:gd name="connsiteY4" fmla="*/ -2206 h 72381"/>
                    <a:gd name="connsiteX5" fmla="*/ 31253 w 52065"/>
                    <a:gd name="connsiteY5" fmla="*/ -2206 h 72381"/>
                    <a:gd name="connsiteX6" fmla="*/ 31253 w 52065"/>
                    <a:gd name="connsiteY6" fmla="*/ 14593 h 72381"/>
                    <a:gd name="connsiteX7" fmla="*/ -1597 w 52065"/>
                    <a:gd name="connsiteY7" fmla="*/ 14593 h 72381"/>
                    <a:gd name="connsiteX8" fmla="*/ -1597 w 52065"/>
                    <a:gd name="connsiteY8" fmla="*/ 20018 h 72381"/>
                    <a:gd name="connsiteX9" fmla="*/ 30698 w 52065"/>
                    <a:gd name="connsiteY9" fmla="*/ 70175 h 72381"/>
                    <a:gd name="connsiteX10" fmla="*/ 40464 w 52065"/>
                    <a:gd name="connsiteY10" fmla="*/ 70175 h 72381"/>
                    <a:gd name="connsiteX11" fmla="*/ 40464 w 52065"/>
                    <a:gd name="connsiteY11" fmla="*/ 22101 h 72381"/>
                    <a:gd name="connsiteX12" fmla="*/ 8803 w 52065"/>
                    <a:gd name="connsiteY12" fmla="*/ 22101 h 72381"/>
                    <a:gd name="connsiteX13" fmla="*/ 31253 w 52065"/>
                    <a:gd name="connsiteY13" fmla="*/ 22101 h 72381"/>
                    <a:gd name="connsiteX14" fmla="*/ 31253 w 52065"/>
                    <a:gd name="connsiteY14" fmla="*/ 57592 h 72381"/>
                    <a:gd name="connsiteX15" fmla="*/ 30159 w 52065"/>
                    <a:gd name="connsiteY15" fmla="*/ 55604 h 72381"/>
                    <a:gd name="connsiteX16" fmla="*/ 8803 w 52065"/>
                    <a:gd name="connsiteY16" fmla="*/ 22101 h 723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52065" h="72381">
                      <a:moveTo>
                        <a:pt x="40464" y="22101"/>
                      </a:moveTo>
                      <a:lnTo>
                        <a:pt x="50468" y="22101"/>
                      </a:lnTo>
                      <a:lnTo>
                        <a:pt x="50468" y="14593"/>
                      </a:lnTo>
                      <a:lnTo>
                        <a:pt x="40464" y="14593"/>
                      </a:lnTo>
                      <a:lnTo>
                        <a:pt x="40464" y="-2206"/>
                      </a:lnTo>
                      <a:lnTo>
                        <a:pt x="31253" y="-2206"/>
                      </a:lnTo>
                      <a:lnTo>
                        <a:pt x="31253" y="14593"/>
                      </a:lnTo>
                      <a:lnTo>
                        <a:pt x="-1597" y="14593"/>
                      </a:lnTo>
                      <a:lnTo>
                        <a:pt x="-1597" y="20018"/>
                      </a:lnTo>
                      <a:lnTo>
                        <a:pt x="30698" y="70175"/>
                      </a:lnTo>
                      <a:lnTo>
                        <a:pt x="40464" y="70175"/>
                      </a:lnTo>
                      <a:lnTo>
                        <a:pt x="40464" y="22101"/>
                      </a:lnTo>
                      <a:close/>
                      <a:moveTo>
                        <a:pt x="8803" y="22101"/>
                      </a:moveTo>
                      <a:lnTo>
                        <a:pt x="31253" y="22101"/>
                      </a:lnTo>
                      <a:lnTo>
                        <a:pt x="31253" y="57592"/>
                      </a:lnTo>
                      <a:lnTo>
                        <a:pt x="30159" y="55604"/>
                      </a:lnTo>
                      <a:lnTo>
                        <a:pt x="8803" y="2210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6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de-CH">
                    <a:latin typeface="Roboto" panose="02000000000000000000" pitchFamily="2" charset="0"/>
                    <a:ea typeface="Roboto" panose="02000000000000000000" pitchFamily="2" charset="0"/>
                  </a:endParaRPr>
                </a:p>
              </p:txBody>
            </p:sp>
            <p:sp>
              <p:nvSpPr>
                <p:cNvPr id="3844" name="Freeform: Shape 3843">
                  <a:extLst>
                    <a:ext uri="{FF2B5EF4-FFF2-40B4-BE49-F238E27FC236}">
                      <a16:creationId xmlns:a16="http://schemas.microsoft.com/office/drawing/2014/main" id="{D15A0F3D-7760-54AC-F4B8-629B87286DD0}"/>
                    </a:ext>
                  </a:extLst>
                </p:cNvPr>
                <p:cNvSpPr/>
                <p:nvPr/>
              </p:nvSpPr>
              <p:spPr>
                <a:xfrm flipV="1">
                  <a:off x="8965717" y="8973521"/>
                  <a:ext cx="11399" cy="10928"/>
                </a:xfrm>
                <a:custGeom>
                  <a:avLst/>
                  <a:gdLst>
                    <a:gd name="connsiteX0" fmla="*/ -596 w 11399"/>
                    <a:gd name="connsiteY0" fmla="*/ 5123 h 10928"/>
                    <a:gd name="connsiteX1" fmla="*/ 815 w 11399"/>
                    <a:gd name="connsiteY1" fmla="*/ 9100 h 10928"/>
                    <a:gd name="connsiteX2" fmla="*/ 5049 w 11399"/>
                    <a:gd name="connsiteY2" fmla="*/ 10691 h 10928"/>
                    <a:gd name="connsiteX3" fmla="*/ 9329 w 11399"/>
                    <a:gd name="connsiteY3" fmla="*/ 9100 h 10928"/>
                    <a:gd name="connsiteX4" fmla="*/ 10804 w 11399"/>
                    <a:gd name="connsiteY4" fmla="*/ 5123 h 10928"/>
                    <a:gd name="connsiteX5" fmla="*/ 9329 w 11399"/>
                    <a:gd name="connsiteY5" fmla="*/ 1289 h 10928"/>
                    <a:gd name="connsiteX6" fmla="*/ 5049 w 11399"/>
                    <a:gd name="connsiteY6" fmla="*/ -238 h 10928"/>
                    <a:gd name="connsiteX7" fmla="*/ 815 w 11399"/>
                    <a:gd name="connsiteY7" fmla="*/ 1289 h 10928"/>
                    <a:gd name="connsiteX8" fmla="*/ -596 w 11399"/>
                    <a:gd name="connsiteY8" fmla="*/ 5123 h 109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1399" h="10928">
                      <a:moveTo>
                        <a:pt x="-596" y="5123"/>
                      </a:moveTo>
                      <a:cubicBezTo>
                        <a:pt x="-596" y="6714"/>
                        <a:pt x="-125" y="8040"/>
                        <a:pt x="815" y="9100"/>
                      </a:cubicBezTo>
                      <a:cubicBezTo>
                        <a:pt x="1756" y="10161"/>
                        <a:pt x="3167" y="10691"/>
                        <a:pt x="5049" y="10691"/>
                      </a:cubicBezTo>
                      <a:cubicBezTo>
                        <a:pt x="6930" y="10691"/>
                        <a:pt x="8357" y="10161"/>
                        <a:pt x="9329" y="9100"/>
                      </a:cubicBezTo>
                      <a:cubicBezTo>
                        <a:pt x="10312" y="8040"/>
                        <a:pt x="10804" y="6714"/>
                        <a:pt x="10804" y="5123"/>
                      </a:cubicBezTo>
                      <a:cubicBezTo>
                        <a:pt x="10804" y="3596"/>
                        <a:pt x="10312" y="2318"/>
                        <a:pt x="9329" y="1289"/>
                      </a:cubicBezTo>
                      <a:cubicBezTo>
                        <a:pt x="8357" y="271"/>
                        <a:pt x="6930" y="-238"/>
                        <a:pt x="5049" y="-238"/>
                      </a:cubicBezTo>
                      <a:cubicBezTo>
                        <a:pt x="3167" y="-238"/>
                        <a:pt x="1756" y="271"/>
                        <a:pt x="815" y="1289"/>
                      </a:cubicBezTo>
                      <a:cubicBezTo>
                        <a:pt x="-125" y="2318"/>
                        <a:pt x="-596" y="3596"/>
                        <a:pt x="-596" y="5123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16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de-CH">
                    <a:latin typeface="Roboto" panose="02000000000000000000" pitchFamily="2" charset="0"/>
                    <a:ea typeface="Roboto" panose="02000000000000000000" pitchFamily="2" charset="0"/>
                  </a:endParaRPr>
                </a:p>
              </p:txBody>
            </p:sp>
            <p:sp>
              <p:nvSpPr>
                <p:cNvPr id="3845" name="Freeform: Shape 3844">
                  <a:extLst>
                    <a:ext uri="{FF2B5EF4-FFF2-40B4-BE49-F238E27FC236}">
                      <a16:creationId xmlns:a16="http://schemas.microsoft.com/office/drawing/2014/main" id="{FF2768FD-289F-3CB3-CB7F-E1CE08FC5F3E}"/>
                    </a:ext>
                  </a:extLst>
                </p:cNvPr>
                <p:cNvSpPr/>
                <p:nvPr/>
              </p:nvSpPr>
              <p:spPr>
                <a:xfrm flipV="1">
                  <a:off x="8992913" y="8911528"/>
                  <a:ext cx="45343" cy="73383"/>
                </a:xfrm>
                <a:custGeom>
                  <a:avLst/>
                  <a:gdLst>
                    <a:gd name="connsiteX0" fmla="*/ 891 w 45343"/>
                    <a:gd name="connsiteY0" fmla="*/ 35114 h 73383"/>
                    <a:gd name="connsiteX1" fmla="*/ 4553 w 45343"/>
                    <a:gd name="connsiteY1" fmla="*/ 71209 h 73383"/>
                    <a:gd name="connsiteX2" fmla="*/ 41509 w 45343"/>
                    <a:gd name="connsiteY2" fmla="*/ 71209 h 73383"/>
                    <a:gd name="connsiteX3" fmla="*/ 41509 w 45343"/>
                    <a:gd name="connsiteY3" fmla="*/ 62714 h 73383"/>
                    <a:gd name="connsiteX4" fmla="*/ 12337 w 45343"/>
                    <a:gd name="connsiteY4" fmla="*/ 62714 h 73383"/>
                    <a:gd name="connsiteX5" fmla="*/ 10150 w 45343"/>
                    <a:gd name="connsiteY5" fmla="*/ 42972 h 73383"/>
                    <a:gd name="connsiteX6" fmla="*/ 22199 w 45343"/>
                    <a:gd name="connsiteY6" fmla="*/ 46106 h 73383"/>
                    <a:gd name="connsiteX7" fmla="*/ 37847 w 45343"/>
                    <a:gd name="connsiteY7" fmla="*/ 39568 h 73383"/>
                    <a:gd name="connsiteX8" fmla="*/ 43650 w 45343"/>
                    <a:gd name="connsiteY8" fmla="*/ 21894 h 73383"/>
                    <a:gd name="connsiteX9" fmla="*/ 37625 w 45343"/>
                    <a:gd name="connsiteY9" fmla="*/ 4268 h 73383"/>
                    <a:gd name="connsiteX10" fmla="*/ 20804 w 45343"/>
                    <a:gd name="connsiteY10" fmla="*/ -2174 h 73383"/>
                    <a:gd name="connsiteX11" fmla="*/ 5187 w 45343"/>
                    <a:gd name="connsiteY11" fmla="*/ 3139 h 73383"/>
                    <a:gd name="connsiteX12" fmla="*/ -1694 w 45343"/>
                    <a:gd name="connsiteY12" fmla="*/ 17870 h 73383"/>
                    <a:gd name="connsiteX13" fmla="*/ 6979 w 45343"/>
                    <a:gd name="connsiteY13" fmla="*/ 17870 h 73383"/>
                    <a:gd name="connsiteX14" fmla="*/ 11386 w 45343"/>
                    <a:gd name="connsiteY14" fmla="*/ 8484 h 73383"/>
                    <a:gd name="connsiteX15" fmla="*/ 20804 w 45343"/>
                    <a:gd name="connsiteY15" fmla="*/ 5334 h 73383"/>
                    <a:gd name="connsiteX16" fmla="*/ 30839 w 45343"/>
                    <a:gd name="connsiteY16" fmla="*/ 9709 h 73383"/>
                    <a:gd name="connsiteX17" fmla="*/ 34486 w 45343"/>
                    <a:gd name="connsiteY17" fmla="*/ 21799 h 73383"/>
                    <a:gd name="connsiteX18" fmla="*/ 30538 w 45343"/>
                    <a:gd name="connsiteY18" fmla="*/ 33444 h 73383"/>
                    <a:gd name="connsiteX19" fmla="*/ 20058 w 45343"/>
                    <a:gd name="connsiteY19" fmla="*/ 37850 h 73383"/>
                    <a:gd name="connsiteX20" fmla="*/ 10641 w 45343"/>
                    <a:gd name="connsiteY20" fmla="*/ 35225 h 73383"/>
                    <a:gd name="connsiteX21" fmla="*/ 8215 w 45343"/>
                    <a:gd name="connsiteY21" fmla="*/ 33237 h 73383"/>
                    <a:gd name="connsiteX22" fmla="*/ 891 w 45343"/>
                    <a:gd name="connsiteY22" fmla="*/ 35114 h 733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45343" h="73383">
                      <a:moveTo>
                        <a:pt x="891" y="35114"/>
                      </a:moveTo>
                      <a:lnTo>
                        <a:pt x="4553" y="71209"/>
                      </a:lnTo>
                      <a:lnTo>
                        <a:pt x="41509" y="71209"/>
                      </a:lnTo>
                      <a:lnTo>
                        <a:pt x="41509" y="62714"/>
                      </a:lnTo>
                      <a:lnTo>
                        <a:pt x="12337" y="62714"/>
                      </a:lnTo>
                      <a:lnTo>
                        <a:pt x="10150" y="42972"/>
                      </a:lnTo>
                      <a:cubicBezTo>
                        <a:pt x="13690" y="45062"/>
                        <a:pt x="17707" y="46106"/>
                        <a:pt x="22199" y="46106"/>
                      </a:cubicBezTo>
                      <a:cubicBezTo>
                        <a:pt x="28762" y="46106"/>
                        <a:pt x="33979" y="43927"/>
                        <a:pt x="37847" y="39568"/>
                      </a:cubicBezTo>
                      <a:cubicBezTo>
                        <a:pt x="41715" y="35209"/>
                        <a:pt x="43650" y="29318"/>
                        <a:pt x="43650" y="21894"/>
                      </a:cubicBezTo>
                      <a:cubicBezTo>
                        <a:pt x="43650" y="14439"/>
                        <a:pt x="41641" y="8564"/>
                        <a:pt x="37625" y="4268"/>
                      </a:cubicBezTo>
                      <a:cubicBezTo>
                        <a:pt x="33609" y="-27"/>
                        <a:pt x="28001" y="-2174"/>
                        <a:pt x="20804" y="-2174"/>
                      </a:cubicBezTo>
                      <a:cubicBezTo>
                        <a:pt x="14430" y="-2174"/>
                        <a:pt x="9225" y="-403"/>
                        <a:pt x="5187" y="3139"/>
                      </a:cubicBezTo>
                      <a:cubicBezTo>
                        <a:pt x="1160" y="6692"/>
                        <a:pt x="-1133" y="11602"/>
                        <a:pt x="-1694" y="17870"/>
                      </a:cubicBezTo>
                      <a:lnTo>
                        <a:pt x="6979" y="17870"/>
                      </a:lnTo>
                      <a:cubicBezTo>
                        <a:pt x="7539" y="13723"/>
                        <a:pt x="9008" y="10594"/>
                        <a:pt x="11386" y="8484"/>
                      </a:cubicBezTo>
                      <a:cubicBezTo>
                        <a:pt x="13764" y="6384"/>
                        <a:pt x="16903" y="5334"/>
                        <a:pt x="20804" y="5334"/>
                      </a:cubicBezTo>
                      <a:cubicBezTo>
                        <a:pt x="25063" y="5334"/>
                        <a:pt x="28408" y="6792"/>
                        <a:pt x="30839" y="9709"/>
                      </a:cubicBezTo>
                      <a:cubicBezTo>
                        <a:pt x="33270" y="12625"/>
                        <a:pt x="34486" y="16655"/>
                        <a:pt x="34486" y="21799"/>
                      </a:cubicBezTo>
                      <a:cubicBezTo>
                        <a:pt x="34486" y="26635"/>
                        <a:pt x="33170" y="30516"/>
                        <a:pt x="30538" y="33444"/>
                      </a:cubicBezTo>
                      <a:cubicBezTo>
                        <a:pt x="27917" y="36381"/>
                        <a:pt x="24424" y="37850"/>
                        <a:pt x="20058" y="37850"/>
                      </a:cubicBezTo>
                      <a:cubicBezTo>
                        <a:pt x="16063" y="37850"/>
                        <a:pt x="12924" y="36975"/>
                        <a:pt x="10641" y="35225"/>
                      </a:cubicBezTo>
                      <a:lnTo>
                        <a:pt x="8215" y="33237"/>
                      </a:lnTo>
                      <a:lnTo>
                        <a:pt x="891" y="3511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6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de-CH">
                    <a:latin typeface="Roboto" panose="02000000000000000000" pitchFamily="2" charset="0"/>
                    <a:ea typeface="Roboto" panose="02000000000000000000" pitchFamily="2" charset="0"/>
                  </a:endParaRPr>
                </a:p>
              </p:txBody>
            </p:sp>
          </p:grpSp>
        </p:grpSp>
        <p:grpSp>
          <p:nvGrpSpPr>
            <p:cNvPr id="3825" name="Graphic 3238">
              <a:extLst>
                <a:ext uri="{FF2B5EF4-FFF2-40B4-BE49-F238E27FC236}">
                  <a16:creationId xmlns:a16="http://schemas.microsoft.com/office/drawing/2014/main" id="{14FF7D8F-D58D-B757-AB77-B85007D71770}"/>
                </a:ext>
              </a:extLst>
            </p:cNvPr>
            <p:cNvGrpSpPr/>
            <p:nvPr/>
          </p:nvGrpSpPr>
          <p:grpSpPr>
            <a:xfrm>
              <a:off x="10226063" y="9028503"/>
              <a:ext cx="547652" cy="182764"/>
              <a:chOff x="8908154" y="8491466"/>
              <a:chExt cx="222895" cy="74385"/>
            </a:xfrm>
            <a:solidFill>
              <a:srgbClr val="000000"/>
            </a:solidFill>
          </p:grpSpPr>
          <p:sp>
            <p:nvSpPr>
              <p:cNvPr id="3836" name="Freeform: Shape 3835">
                <a:extLst>
                  <a:ext uri="{FF2B5EF4-FFF2-40B4-BE49-F238E27FC236}">
                    <a16:creationId xmlns:a16="http://schemas.microsoft.com/office/drawing/2014/main" id="{2CE88429-973B-E140-2700-EBFFECEF92CA}"/>
                  </a:ext>
                </a:extLst>
              </p:cNvPr>
              <p:cNvSpPr/>
              <p:nvPr/>
            </p:nvSpPr>
            <p:spPr>
              <a:xfrm>
                <a:off x="9086657" y="8526671"/>
                <a:ext cx="44391" cy="12726"/>
              </a:xfrm>
              <a:custGeom>
                <a:avLst/>
                <a:gdLst>
                  <a:gd name="connsiteX0" fmla="*/ 44618 w 44391"/>
                  <a:gd name="connsiteY0" fmla="*/ 36 h 12726"/>
                  <a:gd name="connsiteX1" fmla="*/ 227 w 44391"/>
                  <a:gd name="connsiteY1" fmla="*/ 36 h 127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4391" h="12726">
                    <a:moveTo>
                      <a:pt x="44618" y="36"/>
                    </a:moveTo>
                    <a:lnTo>
                      <a:pt x="227" y="36"/>
                    </a:lnTo>
                  </a:path>
                </a:pathLst>
              </a:custGeom>
              <a:solidFill>
                <a:srgbClr val="000000"/>
              </a:solidFill>
              <a:ln w="10147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de-CH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grpSp>
            <p:nvGrpSpPr>
              <p:cNvPr id="3837" name="Graphic 3238">
                <a:extLst>
                  <a:ext uri="{FF2B5EF4-FFF2-40B4-BE49-F238E27FC236}">
                    <a16:creationId xmlns:a16="http://schemas.microsoft.com/office/drawing/2014/main" id="{4DC22049-BF93-99FD-80D3-C424AE4C9958}"/>
                  </a:ext>
                </a:extLst>
              </p:cNvPr>
              <p:cNvGrpSpPr/>
              <p:nvPr/>
            </p:nvGrpSpPr>
            <p:grpSpPr>
              <a:xfrm>
                <a:off x="8908154" y="8491466"/>
                <a:ext cx="128358" cy="74385"/>
                <a:chOff x="8908154" y="8491466"/>
                <a:chExt cx="128358" cy="74385"/>
              </a:xfrm>
              <a:solidFill>
                <a:srgbClr val="000000"/>
              </a:solidFill>
            </p:grpSpPr>
            <p:sp>
              <p:nvSpPr>
                <p:cNvPr id="3838" name="Freeform: Shape 3837">
                  <a:extLst>
                    <a:ext uri="{FF2B5EF4-FFF2-40B4-BE49-F238E27FC236}">
                      <a16:creationId xmlns:a16="http://schemas.microsoft.com/office/drawing/2014/main" id="{A11EC715-E55F-0CE5-0006-989F832A1356}"/>
                    </a:ext>
                  </a:extLst>
                </p:cNvPr>
                <p:cNvSpPr/>
                <p:nvPr/>
              </p:nvSpPr>
              <p:spPr>
                <a:xfrm flipV="1">
                  <a:off x="8908154" y="8492421"/>
                  <a:ext cx="45581" cy="73431"/>
                </a:xfrm>
                <a:custGeom>
                  <a:avLst/>
                  <a:gdLst>
                    <a:gd name="connsiteX0" fmla="*/ 33779 w 45581"/>
                    <a:gd name="connsiteY0" fmla="*/ 71222 h 73431"/>
                    <a:gd name="connsiteX1" fmla="*/ 33779 w 45581"/>
                    <a:gd name="connsiteY1" fmla="*/ 63427 h 73431"/>
                    <a:gd name="connsiteX2" fmla="*/ 32098 w 45581"/>
                    <a:gd name="connsiteY2" fmla="*/ 63427 h 73431"/>
                    <a:gd name="connsiteX3" fmla="*/ 15055 w 45581"/>
                    <a:gd name="connsiteY3" fmla="*/ 57048 h 73431"/>
                    <a:gd name="connsiteX4" fmla="*/ 7714 w 45581"/>
                    <a:gd name="connsiteY4" fmla="*/ 39709 h 73431"/>
                    <a:gd name="connsiteX5" fmla="*/ 23267 w 45581"/>
                    <a:gd name="connsiteY5" fmla="*/ 46263 h 73431"/>
                    <a:gd name="connsiteX6" fmla="*/ 38313 w 45581"/>
                    <a:gd name="connsiteY6" fmla="*/ 39597 h 73431"/>
                    <a:gd name="connsiteX7" fmla="*/ 43941 w 45581"/>
                    <a:gd name="connsiteY7" fmla="*/ 22401 h 73431"/>
                    <a:gd name="connsiteX8" fmla="*/ 37869 w 45581"/>
                    <a:gd name="connsiteY8" fmla="*/ 4504 h 73431"/>
                    <a:gd name="connsiteX9" fmla="*/ 21587 w 45581"/>
                    <a:gd name="connsiteY9" fmla="*/ -2209 h 73431"/>
                    <a:gd name="connsiteX10" fmla="*/ 4797 w 45581"/>
                    <a:gd name="connsiteY10" fmla="*/ 5777 h 73431"/>
                    <a:gd name="connsiteX11" fmla="*/ -1640 w 45581"/>
                    <a:gd name="connsiteY11" fmla="*/ 26330 h 73431"/>
                    <a:gd name="connsiteX12" fmla="*/ -1640 w 45581"/>
                    <a:gd name="connsiteY12" fmla="*/ 29862 h 73431"/>
                    <a:gd name="connsiteX13" fmla="*/ 6842 w 45581"/>
                    <a:gd name="connsiteY13" fmla="*/ 60405 h 73431"/>
                    <a:gd name="connsiteX14" fmla="*/ 32146 w 45581"/>
                    <a:gd name="connsiteY14" fmla="*/ 71222 h 73431"/>
                    <a:gd name="connsiteX15" fmla="*/ 33779 w 45581"/>
                    <a:gd name="connsiteY15" fmla="*/ 71222 h 73431"/>
                    <a:gd name="connsiteX16" fmla="*/ 21745 w 45581"/>
                    <a:gd name="connsiteY16" fmla="*/ 38611 h 73431"/>
                    <a:gd name="connsiteX17" fmla="*/ 13073 w 45581"/>
                    <a:gd name="connsiteY17" fmla="*/ 35779 h 73431"/>
                    <a:gd name="connsiteX18" fmla="*/ 7572 w 45581"/>
                    <a:gd name="connsiteY18" fmla="*/ 28669 h 73431"/>
                    <a:gd name="connsiteX19" fmla="*/ 7572 w 45581"/>
                    <a:gd name="connsiteY19" fmla="*/ 25296 h 73431"/>
                    <a:gd name="connsiteX20" fmla="*/ 11583 w 45581"/>
                    <a:gd name="connsiteY20" fmla="*/ 10868 h 73431"/>
                    <a:gd name="connsiteX21" fmla="*/ 21587 w 45581"/>
                    <a:gd name="connsiteY21" fmla="*/ 5411 h 73431"/>
                    <a:gd name="connsiteX22" fmla="*/ 31321 w 45581"/>
                    <a:gd name="connsiteY22" fmla="*/ 9977 h 73431"/>
                    <a:gd name="connsiteX23" fmla="*/ 34873 w 45581"/>
                    <a:gd name="connsiteY23" fmla="*/ 21955 h 73431"/>
                    <a:gd name="connsiteX24" fmla="*/ 31274 w 45581"/>
                    <a:gd name="connsiteY24" fmla="*/ 34014 h 73431"/>
                    <a:gd name="connsiteX25" fmla="*/ 21745 w 45581"/>
                    <a:gd name="connsiteY25" fmla="*/ 38611 h 734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</a:cxnLst>
                  <a:rect l="l" t="t" r="r" b="b"/>
                  <a:pathLst>
                    <a:path w="45581" h="73431">
                      <a:moveTo>
                        <a:pt x="33779" y="71222"/>
                      </a:moveTo>
                      <a:lnTo>
                        <a:pt x="33779" y="63427"/>
                      </a:lnTo>
                      <a:lnTo>
                        <a:pt x="32098" y="63427"/>
                      </a:lnTo>
                      <a:cubicBezTo>
                        <a:pt x="24964" y="63289"/>
                        <a:pt x="19283" y="61163"/>
                        <a:pt x="15055" y="57048"/>
                      </a:cubicBezTo>
                      <a:cubicBezTo>
                        <a:pt x="10827" y="52944"/>
                        <a:pt x="8380" y="47164"/>
                        <a:pt x="7714" y="39709"/>
                      </a:cubicBezTo>
                      <a:cubicBezTo>
                        <a:pt x="11519" y="44078"/>
                        <a:pt x="16704" y="46263"/>
                        <a:pt x="23267" y="46263"/>
                      </a:cubicBezTo>
                      <a:cubicBezTo>
                        <a:pt x="29546" y="46263"/>
                        <a:pt x="34561" y="44041"/>
                        <a:pt x="38313" y="39597"/>
                      </a:cubicBezTo>
                      <a:cubicBezTo>
                        <a:pt x="42065" y="35164"/>
                        <a:pt x="43941" y="29432"/>
                        <a:pt x="43941" y="22401"/>
                      </a:cubicBezTo>
                      <a:cubicBezTo>
                        <a:pt x="43941" y="14945"/>
                        <a:pt x="41917" y="8980"/>
                        <a:pt x="37869" y="4504"/>
                      </a:cubicBezTo>
                      <a:cubicBezTo>
                        <a:pt x="33821" y="29"/>
                        <a:pt x="28393" y="-2209"/>
                        <a:pt x="21587" y="-2209"/>
                      </a:cubicBezTo>
                      <a:cubicBezTo>
                        <a:pt x="14685" y="-2209"/>
                        <a:pt x="9088" y="453"/>
                        <a:pt x="4797" y="5777"/>
                      </a:cubicBezTo>
                      <a:cubicBezTo>
                        <a:pt x="506" y="11101"/>
                        <a:pt x="-1640" y="17952"/>
                        <a:pt x="-1640" y="26330"/>
                      </a:cubicBezTo>
                      <a:lnTo>
                        <a:pt x="-1640" y="29862"/>
                      </a:lnTo>
                      <a:cubicBezTo>
                        <a:pt x="-1640" y="43182"/>
                        <a:pt x="1188" y="53363"/>
                        <a:pt x="6842" y="60405"/>
                      </a:cubicBezTo>
                      <a:cubicBezTo>
                        <a:pt x="12507" y="67457"/>
                        <a:pt x="20942" y="71063"/>
                        <a:pt x="32146" y="71222"/>
                      </a:cubicBezTo>
                      <a:lnTo>
                        <a:pt x="33779" y="71222"/>
                      </a:lnTo>
                      <a:close/>
                      <a:moveTo>
                        <a:pt x="21745" y="38611"/>
                      </a:moveTo>
                      <a:cubicBezTo>
                        <a:pt x="18606" y="38611"/>
                        <a:pt x="15715" y="37667"/>
                        <a:pt x="13073" y="35779"/>
                      </a:cubicBezTo>
                      <a:cubicBezTo>
                        <a:pt x="10431" y="33892"/>
                        <a:pt x="8597" y="31521"/>
                        <a:pt x="7572" y="28669"/>
                      </a:cubicBezTo>
                      <a:lnTo>
                        <a:pt x="7572" y="25296"/>
                      </a:lnTo>
                      <a:cubicBezTo>
                        <a:pt x="7572" y="19325"/>
                        <a:pt x="8909" y="14516"/>
                        <a:pt x="11583" y="10868"/>
                      </a:cubicBezTo>
                      <a:cubicBezTo>
                        <a:pt x="14257" y="7230"/>
                        <a:pt x="17591" y="5411"/>
                        <a:pt x="21587" y="5411"/>
                      </a:cubicBezTo>
                      <a:cubicBezTo>
                        <a:pt x="25719" y="5411"/>
                        <a:pt x="28964" y="6933"/>
                        <a:pt x="31321" y="9977"/>
                      </a:cubicBezTo>
                      <a:cubicBezTo>
                        <a:pt x="33689" y="13031"/>
                        <a:pt x="34873" y="17024"/>
                        <a:pt x="34873" y="21955"/>
                      </a:cubicBezTo>
                      <a:cubicBezTo>
                        <a:pt x="34873" y="26929"/>
                        <a:pt x="33673" y="30949"/>
                        <a:pt x="31274" y="34014"/>
                      </a:cubicBezTo>
                      <a:cubicBezTo>
                        <a:pt x="28885" y="37079"/>
                        <a:pt x="25709" y="38611"/>
                        <a:pt x="21745" y="3861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16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de-CH">
                    <a:latin typeface="Roboto" panose="02000000000000000000" pitchFamily="2" charset="0"/>
                    <a:ea typeface="Roboto" panose="02000000000000000000" pitchFamily="2" charset="0"/>
                  </a:endParaRPr>
                </a:p>
              </p:txBody>
            </p:sp>
            <p:sp>
              <p:nvSpPr>
                <p:cNvPr id="3839" name="Freeform: Shape 3838">
                  <a:extLst>
                    <a:ext uri="{FF2B5EF4-FFF2-40B4-BE49-F238E27FC236}">
                      <a16:creationId xmlns:a16="http://schemas.microsoft.com/office/drawing/2014/main" id="{EDF7D14A-9DF1-E6D1-A0D0-2FA40715BE8C}"/>
                    </a:ext>
                  </a:extLst>
                </p:cNvPr>
                <p:cNvSpPr/>
                <p:nvPr/>
              </p:nvSpPr>
              <p:spPr>
                <a:xfrm flipV="1">
                  <a:off x="8965717" y="8554462"/>
                  <a:ext cx="11399" cy="10928"/>
                </a:xfrm>
                <a:custGeom>
                  <a:avLst/>
                  <a:gdLst>
                    <a:gd name="connsiteX0" fmla="*/ -596 w 11399"/>
                    <a:gd name="connsiteY0" fmla="*/ 5090 h 10928"/>
                    <a:gd name="connsiteX1" fmla="*/ 815 w 11399"/>
                    <a:gd name="connsiteY1" fmla="*/ 9067 h 10928"/>
                    <a:gd name="connsiteX2" fmla="*/ 5049 w 11399"/>
                    <a:gd name="connsiteY2" fmla="*/ 10658 h 10928"/>
                    <a:gd name="connsiteX3" fmla="*/ 9329 w 11399"/>
                    <a:gd name="connsiteY3" fmla="*/ 9067 h 10928"/>
                    <a:gd name="connsiteX4" fmla="*/ 10804 w 11399"/>
                    <a:gd name="connsiteY4" fmla="*/ 5090 h 10928"/>
                    <a:gd name="connsiteX5" fmla="*/ 9329 w 11399"/>
                    <a:gd name="connsiteY5" fmla="*/ 1256 h 10928"/>
                    <a:gd name="connsiteX6" fmla="*/ 5049 w 11399"/>
                    <a:gd name="connsiteY6" fmla="*/ -271 h 10928"/>
                    <a:gd name="connsiteX7" fmla="*/ 815 w 11399"/>
                    <a:gd name="connsiteY7" fmla="*/ 1256 h 10928"/>
                    <a:gd name="connsiteX8" fmla="*/ -596 w 11399"/>
                    <a:gd name="connsiteY8" fmla="*/ 5090 h 109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1399" h="10928">
                      <a:moveTo>
                        <a:pt x="-596" y="5090"/>
                      </a:moveTo>
                      <a:cubicBezTo>
                        <a:pt x="-596" y="6681"/>
                        <a:pt x="-125" y="8007"/>
                        <a:pt x="815" y="9067"/>
                      </a:cubicBezTo>
                      <a:cubicBezTo>
                        <a:pt x="1756" y="10128"/>
                        <a:pt x="3167" y="10658"/>
                        <a:pt x="5049" y="10658"/>
                      </a:cubicBezTo>
                      <a:cubicBezTo>
                        <a:pt x="6930" y="10658"/>
                        <a:pt x="8357" y="10128"/>
                        <a:pt x="9329" y="9067"/>
                      </a:cubicBezTo>
                      <a:cubicBezTo>
                        <a:pt x="10312" y="8007"/>
                        <a:pt x="10804" y="6681"/>
                        <a:pt x="10804" y="5090"/>
                      </a:cubicBezTo>
                      <a:cubicBezTo>
                        <a:pt x="10804" y="3563"/>
                        <a:pt x="10312" y="2285"/>
                        <a:pt x="9329" y="1256"/>
                      </a:cubicBezTo>
                      <a:cubicBezTo>
                        <a:pt x="8357" y="238"/>
                        <a:pt x="6930" y="-271"/>
                        <a:pt x="5049" y="-271"/>
                      </a:cubicBezTo>
                      <a:cubicBezTo>
                        <a:pt x="3167" y="-271"/>
                        <a:pt x="1756" y="238"/>
                        <a:pt x="815" y="1256"/>
                      </a:cubicBezTo>
                      <a:cubicBezTo>
                        <a:pt x="-125" y="2285"/>
                        <a:pt x="-596" y="3563"/>
                        <a:pt x="-596" y="509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16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de-CH">
                    <a:latin typeface="Roboto" panose="02000000000000000000" pitchFamily="2" charset="0"/>
                    <a:ea typeface="Roboto" panose="02000000000000000000" pitchFamily="2" charset="0"/>
                  </a:endParaRPr>
                </a:p>
              </p:txBody>
            </p:sp>
            <p:sp>
              <p:nvSpPr>
                <p:cNvPr id="3840" name="Freeform: Shape 3839">
                  <a:extLst>
                    <a:ext uri="{FF2B5EF4-FFF2-40B4-BE49-F238E27FC236}">
                      <a16:creationId xmlns:a16="http://schemas.microsoft.com/office/drawing/2014/main" id="{106AD4CA-5559-7833-A699-C8C607DF0208}"/>
                    </a:ext>
                  </a:extLst>
                </p:cNvPr>
                <p:cNvSpPr/>
                <p:nvPr/>
              </p:nvSpPr>
              <p:spPr>
                <a:xfrm flipV="1">
                  <a:off x="8990978" y="8491466"/>
                  <a:ext cx="45533" cy="74385"/>
                </a:xfrm>
                <a:custGeom>
                  <a:avLst/>
                  <a:gdLst>
                    <a:gd name="connsiteX0" fmla="*/ 43956 w 45533"/>
                    <a:gd name="connsiteY0" fmla="*/ 29641 h 74385"/>
                    <a:gd name="connsiteX1" fmla="*/ 38454 w 45533"/>
                    <a:gd name="connsiteY1" fmla="*/ 5620 h 74385"/>
                    <a:gd name="connsiteX2" fmla="*/ 21268 w 45533"/>
                    <a:gd name="connsiteY2" fmla="*/ -2239 h 74385"/>
                    <a:gd name="connsiteX3" fmla="*/ 4177 w 45533"/>
                    <a:gd name="connsiteY3" fmla="*/ 5445 h 74385"/>
                    <a:gd name="connsiteX4" fmla="*/ -1578 w 45533"/>
                    <a:gd name="connsiteY4" fmla="*/ 28400 h 74385"/>
                    <a:gd name="connsiteX5" fmla="*/ -1578 w 45533"/>
                    <a:gd name="connsiteY5" fmla="*/ 40665 h 74385"/>
                    <a:gd name="connsiteX6" fmla="*/ 3924 w 45533"/>
                    <a:gd name="connsiteY6" fmla="*/ 64384 h 74385"/>
                    <a:gd name="connsiteX7" fmla="*/ 21173 w 45533"/>
                    <a:gd name="connsiteY7" fmla="*/ 72147 h 74385"/>
                    <a:gd name="connsiteX8" fmla="*/ 38312 w 45533"/>
                    <a:gd name="connsiteY8" fmla="*/ 64654 h 74385"/>
                    <a:gd name="connsiteX9" fmla="*/ 43956 w 45533"/>
                    <a:gd name="connsiteY9" fmla="*/ 41572 h 74385"/>
                    <a:gd name="connsiteX10" fmla="*/ 43956 w 45533"/>
                    <a:gd name="connsiteY10" fmla="*/ 29641 h 74385"/>
                    <a:gd name="connsiteX11" fmla="*/ 34792 w 45533"/>
                    <a:gd name="connsiteY11" fmla="*/ 42208 h 74385"/>
                    <a:gd name="connsiteX12" fmla="*/ 31526 w 45533"/>
                    <a:gd name="connsiteY12" fmla="*/ 59245 h 74385"/>
                    <a:gd name="connsiteX13" fmla="*/ 21173 w 45533"/>
                    <a:gd name="connsiteY13" fmla="*/ 64590 h 74385"/>
                    <a:gd name="connsiteX14" fmla="*/ 10915 w 45533"/>
                    <a:gd name="connsiteY14" fmla="*/ 59261 h 74385"/>
                    <a:gd name="connsiteX15" fmla="*/ 7602 w 45533"/>
                    <a:gd name="connsiteY15" fmla="*/ 42908 h 74385"/>
                    <a:gd name="connsiteX16" fmla="*/ 7602 w 45533"/>
                    <a:gd name="connsiteY16" fmla="*/ 28193 h 74385"/>
                    <a:gd name="connsiteX17" fmla="*/ 10995 w 45533"/>
                    <a:gd name="connsiteY17" fmla="*/ 10869 h 74385"/>
                    <a:gd name="connsiteX18" fmla="*/ 21268 w 45533"/>
                    <a:gd name="connsiteY18" fmla="*/ 5270 h 74385"/>
                    <a:gd name="connsiteX19" fmla="*/ 31352 w 45533"/>
                    <a:gd name="connsiteY19" fmla="*/ 10535 h 74385"/>
                    <a:gd name="connsiteX20" fmla="*/ 34792 w 45533"/>
                    <a:gd name="connsiteY20" fmla="*/ 27143 h 74385"/>
                    <a:gd name="connsiteX21" fmla="*/ 34792 w 45533"/>
                    <a:gd name="connsiteY21" fmla="*/ 42208 h 74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45533" h="74385">
                      <a:moveTo>
                        <a:pt x="43956" y="29641"/>
                      </a:moveTo>
                      <a:cubicBezTo>
                        <a:pt x="43956" y="18866"/>
                        <a:pt x="42122" y="10859"/>
                        <a:pt x="38454" y="5620"/>
                      </a:cubicBezTo>
                      <a:cubicBezTo>
                        <a:pt x="34797" y="381"/>
                        <a:pt x="29069" y="-2239"/>
                        <a:pt x="21268" y="-2239"/>
                      </a:cubicBezTo>
                      <a:cubicBezTo>
                        <a:pt x="13574" y="-2239"/>
                        <a:pt x="7877" y="322"/>
                        <a:pt x="4177" y="5445"/>
                      </a:cubicBezTo>
                      <a:cubicBezTo>
                        <a:pt x="478" y="10567"/>
                        <a:pt x="-1440" y="18219"/>
                        <a:pt x="-1578" y="28400"/>
                      </a:cubicBezTo>
                      <a:lnTo>
                        <a:pt x="-1578" y="40665"/>
                      </a:lnTo>
                      <a:cubicBezTo>
                        <a:pt x="-1578" y="51313"/>
                        <a:pt x="256" y="59219"/>
                        <a:pt x="3924" y="64384"/>
                      </a:cubicBezTo>
                      <a:cubicBezTo>
                        <a:pt x="7591" y="69559"/>
                        <a:pt x="13341" y="72147"/>
                        <a:pt x="21173" y="72147"/>
                      </a:cubicBezTo>
                      <a:cubicBezTo>
                        <a:pt x="28931" y="72147"/>
                        <a:pt x="34644" y="69649"/>
                        <a:pt x="38312" y="64654"/>
                      </a:cubicBezTo>
                      <a:cubicBezTo>
                        <a:pt x="41979" y="59670"/>
                        <a:pt x="43861" y="51975"/>
                        <a:pt x="43956" y="41572"/>
                      </a:cubicBezTo>
                      <a:lnTo>
                        <a:pt x="43956" y="29641"/>
                      </a:lnTo>
                      <a:close/>
                      <a:moveTo>
                        <a:pt x="34792" y="42208"/>
                      </a:moveTo>
                      <a:cubicBezTo>
                        <a:pt x="34792" y="50003"/>
                        <a:pt x="33703" y="55682"/>
                        <a:pt x="31526" y="59245"/>
                      </a:cubicBezTo>
                      <a:cubicBezTo>
                        <a:pt x="29349" y="62809"/>
                        <a:pt x="25898" y="64590"/>
                        <a:pt x="21173" y="64590"/>
                      </a:cubicBezTo>
                      <a:cubicBezTo>
                        <a:pt x="16480" y="64590"/>
                        <a:pt x="13061" y="62814"/>
                        <a:pt x="10915" y="59261"/>
                      </a:cubicBezTo>
                      <a:cubicBezTo>
                        <a:pt x="8770" y="55719"/>
                        <a:pt x="7665" y="50268"/>
                        <a:pt x="7602" y="42908"/>
                      </a:cubicBezTo>
                      <a:lnTo>
                        <a:pt x="7602" y="28193"/>
                      </a:lnTo>
                      <a:cubicBezTo>
                        <a:pt x="7602" y="20377"/>
                        <a:pt x="8733" y="14602"/>
                        <a:pt x="10995" y="10869"/>
                      </a:cubicBezTo>
                      <a:cubicBezTo>
                        <a:pt x="13257" y="7136"/>
                        <a:pt x="16681" y="5270"/>
                        <a:pt x="21268" y="5270"/>
                      </a:cubicBezTo>
                      <a:cubicBezTo>
                        <a:pt x="25792" y="5270"/>
                        <a:pt x="29153" y="7025"/>
                        <a:pt x="31352" y="10535"/>
                      </a:cubicBezTo>
                      <a:cubicBezTo>
                        <a:pt x="33550" y="14056"/>
                        <a:pt x="34697" y="19592"/>
                        <a:pt x="34792" y="27143"/>
                      </a:cubicBezTo>
                      <a:lnTo>
                        <a:pt x="34792" y="4220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6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de-CH">
                    <a:latin typeface="Roboto" panose="02000000000000000000" pitchFamily="2" charset="0"/>
                    <a:ea typeface="Roboto" panose="02000000000000000000" pitchFamily="2" charset="0"/>
                  </a:endParaRPr>
                </a:p>
              </p:txBody>
            </p:sp>
          </p:grpSp>
        </p:grpSp>
        <p:grpSp>
          <p:nvGrpSpPr>
            <p:cNvPr id="3826" name="Graphic 3238">
              <a:extLst>
                <a:ext uri="{FF2B5EF4-FFF2-40B4-BE49-F238E27FC236}">
                  <a16:creationId xmlns:a16="http://schemas.microsoft.com/office/drawing/2014/main" id="{642DD57F-451F-C9EA-93D4-7796339F6FAF}"/>
                </a:ext>
              </a:extLst>
            </p:cNvPr>
            <p:cNvGrpSpPr/>
            <p:nvPr/>
          </p:nvGrpSpPr>
          <p:grpSpPr>
            <a:xfrm>
              <a:off x="11284070" y="9284272"/>
              <a:ext cx="3619660" cy="3480692"/>
              <a:chOff x="9338764" y="8595564"/>
              <a:chExt cx="1473206" cy="1416646"/>
            </a:xfrm>
          </p:grpSpPr>
          <p:sp>
            <p:nvSpPr>
              <p:cNvPr id="3832" name="Freeform: Shape 3831">
                <a:extLst>
                  <a:ext uri="{FF2B5EF4-FFF2-40B4-BE49-F238E27FC236}">
                    <a16:creationId xmlns:a16="http://schemas.microsoft.com/office/drawing/2014/main" id="{3CBF9AFC-E9DE-312B-3735-61EF5D3F9BFB}"/>
                  </a:ext>
                </a:extLst>
              </p:cNvPr>
              <p:cNvSpPr/>
              <p:nvPr/>
            </p:nvSpPr>
            <p:spPr>
              <a:xfrm>
                <a:off x="9338764" y="8595564"/>
                <a:ext cx="56722" cy="56914"/>
              </a:xfrm>
              <a:custGeom>
                <a:avLst/>
                <a:gdLst>
                  <a:gd name="connsiteX0" fmla="*/ 28606 w 56722"/>
                  <a:gd name="connsiteY0" fmla="*/ 56958 h 56914"/>
                  <a:gd name="connsiteX1" fmla="*/ 48660 w 56722"/>
                  <a:gd name="connsiteY1" fmla="*/ 48623 h 56914"/>
                  <a:gd name="connsiteX2" fmla="*/ 56967 w 56722"/>
                  <a:gd name="connsiteY2" fmla="*/ 28501 h 56914"/>
                  <a:gd name="connsiteX3" fmla="*/ 48660 w 56722"/>
                  <a:gd name="connsiteY3" fmla="*/ 8379 h 56914"/>
                  <a:gd name="connsiteX4" fmla="*/ 28606 w 56722"/>
                  <a:gd name="connsiteY4" fmla="*/ 44 h 56914"/>
                  <a:gd name="connsiteX5" fmla="*/ 8552 w 56722"/>
                  <a:gd name="connsiteY5" fmla="*/ 8379 h 56914"/>
                  <a:gd name="connsiteX6" fmla="*/ 245 w 56722"/>
                  <a:gd name="connsiteY6" fmla="*/ 28501 h 56914"/>
                  <a:gd name="connsiteX7" fmla="*/ 8552 w 56722"/>
                  <a:gd name="connsiteY7" fmla="*/ 48623 h 56914"/>
                  <a:gd name="connsiteX8" fmla="*/ 28606 w 56722"/>
                  <a:gd name="connsiteY8" fmla="*/ 56958 h 56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6722" h="56914">
                    <a:moveTo>
                      <a:pt x="28606" y="56958"/>
                    </a:moveTo>
                    <a:cubicBezTo>
                      <a:pt x="36128" y="56958"/>
                      <a:pt x="43342" y="53959"/>
                      <a:pt x="48660" y="48623"/>
                    </a:cubicBezTo>
                    <a:cubicBezTo>
                      <a:pt x="53979" y="43286"/>
                      <a:pt x="56967" y="36048"/>
                      <a:pt x="56967" y="28501"/>
                    </a:cubicBezTo>
                    <a:cubicBezTo>
                      <a:pt x="56967" y="20954"/>
                      <a:pt x="53979" y="13715"/>
                      <a:pt x="48660" y="8379"/>
                    </a:cubicBezTo>
                    <a:cubicBezTo>
                      <a:pt x="43342" y="3042"/>
                      <a:pt x="36128" y="44"/>
                      <a:pt x="28606" y="44"/>
                    </a:cubicBezTo>
                    <a:cubicBezTo>
                      <a:pt x="21085" y="44"/>
                      <a:pt x="13870" y="3042"/>
                      <a:pt x="8552" y="8379"/>
                    </a:cubicBezTo>
                    <a:cubicBezTo>
                      <a:pt x="3233" y="13715"/>
                      <a:pt x="245" y="20954"/>
                      <a:pt x="245" y="28501"/>
                    </a:cubicBezTo>
                    <a:cubicBezTo>
                      <a:pt x="245" y="36048"/>
                      <a:pt x="3233" y="43286"/>
                      <a:pt x="8552" y="48623"/>
                    </a:cubicBezTo>
                    <a:cubicBezTo>
                      <a:pt x="13870" y="53959"/>
                      <a:pt x="21085" y="56958"/>
                      <a:pt x="28606" y="56958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de-CH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3833" name="Freeform: Shape 3832">
                <a:extLst>
                  <a:ext uri="{FF2B5EF4-FFF2-40B4-BE49-F238E27FC236}">
                    <a16:creationId xmlns:a16="http://schemas.microsoft.com/office/drawing/2014/main" id="{A0F793C2-43CE-3E1F-3862-516BEF1BEB1F}"/>
                  </a:ext>
                </a:extLst>
              </p:cNvPr>
              <p:cNvSpPr/>
              <p:nvPr/>
            </p:nvSpPr>
            <p:spPr>
              <a:xfrm>
                <a:off x="9810930" y="9518503"/>
                <a:ext cx="56722" cy="56914"/>
              </a:xfrm>
              <a:custGeom>
                <a:avLst/>
                <a:gdLst>
                  <a:gd name="connsiteX0" fmla="*/ 28643 w 56722"/>
                  <a:gd name="connsiteY0" fmla="*/ 57030 h 56914"/>
                  <a:gd name="connsiteX1" fmla="*/ 48698 w 56722"/>
                  <a:gd name="connsiteY1" fmla="*/ 48695 h 56914"/>
                  <a:gd name="connsiteX2" fmla="*/ 57004 w 56722"/>
                  <a:gd name="connsiteY2" fmla="*/ 28573 h 56914"/>
                  <a:gd name="connsiteX3" fmla="*/ 48698 w 56722"/>
                  <a:gd name="connsiteY3" fmla="*/ 8451 h 56914"/>
                  <a:gd name="connsiteX4" fmla="*/ 28643 w 56722"/>
                  <a:gd name="connsiteY4" fmla="*/ 116 h 56914"/>
                  <a:gd name="connsiteX5" fmla="*/ 8589 w 56722"/>
                  <a:gd name="connsiteY5" fmla="*/ 8451 h 56914"/>
                  <a:gd name="connsiteX6" fmla="*/ 282 w 56722"/>
                  <a:gd name="connsiteY6" fmla="*/ 28573 h 56914"/>
                  <a:gd name="connsiteX7" fmla="*/ 8589 w 56722"/>
                  <a:gd name="connsiteY7" fmla="*/ 48695 h 56914"/>
                  <a:gd name="connsiteX8" fmla="*/ 28643 w 56722"/>
                  <a:gd name="connsiteY8" fmla="*/ 57030 h 56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6722" h="56914">
                    <a:moveTo>
                      <a:pt x="28643" y="57030"/>
                    </a:moveTo>
                    <a:cubicBezTo>
                      <a:pt x="36165" y="57030"/>
                      <a:pt x="43379" y="54032"/>
                      <a:pt x="48698" y="48695"/>
                    </a:cubicBezTo>
                    <a:cubicBezTo>
                      <a:pt x="54016" y="43359"/>
                      <a:pt x="57004" y="36120"/>
                      <a:pt x="57004" y="28573"/>
                    </a:cubicBezTo>
                    <a:cubicBezTo>
                      <a:pt x="57004" y="21026"/>
                      <a:pt x="54016" y="13788"/>
                      <a:pt x="48698" y="8451"/>
                    </a:cubicBezTo>
                    <a:cubicBezTo>
                      <a:pt x="43379" y="3115"/>
                      <a:pt x="36165" y="116"/>
                      <a:pt x="28643" y="116"/>
                    </a:cubicBezTo>
                    <a:cubicBezTo>
                      <a:pt x="21122" y="116"/>
                      <a:pt x="13908" y="3115"/>
                      <a:pt x="8589" y="8451"/>
                    </a:cubicBezTo>
                    <a:cubicBezTo>
                      <a:pt x="3271" y="13788"/>
                      <a:pt x="282" y="21026"/>
                      <a:pt x="282" y="28573"/>
                    </a:cubicBezTo>
                    <a:cubicBezTo>
                      <a:pt x="282" y="36120"/>
                      <a:pt x="3271" y="43359"/>
                      <a:pt x="8589" y="48695"/>
                    </a:cubicBezTo>
                    <a:cubicBezTo>
                      <a:pt x="13908" y="54032"/>
                      <a:pt x="21122" y="57030"/>
                      <a:pt x="28643" y="5703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de-CH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3834" name="Freeform: Shape 3833">
                <a:extLst>
                  <a:ext uri="{FF2B5EF4-FFF2-40B4-BE49-F238E27FC236}">
                    <a16:creationId xmlns:a16="http://schemas.microsoft.com/office/drawing/2014/main" id="{FB8CBC28-FCCB-D147-E5DE-59F86A3EF1AF}"/>
                  </a:ext>
                </a:extLst>
              </p:cNvPr>
              <p:cNvSpPr/>
              <p:nvPr/>
            </p:nvSpPr>
            <p:spPr>
              <a:xfrm>
                <a:off x="10283083" y="9705886"/>
                <a:ext cx="56722" cy="56914"/>
              </a:xfrm>
              <a:custGeom>
                <a:avLst/>
                <a:gdLst>
                  <a:gd name="connsiteX0" fmla="*/ 28681 w 56722"/>
                  <a:gd name="connsiteY0" fmla="*/ 57045 h 56914"/>
                  <a:gd name="connsiteX1" fmla="*/ 48735 w 56722"/>
                  <a:gd name="connsiteY1" fmla="*/ 48710 h 56914"/>
                  <a:gd name="connsiteX2" fmla="*/ 57042 w 56722"/>
                  <a:gd name="connsiteY2" fmla="*/ 28588 h 56914"/>
                  <a:gd name="connsiteX3" fmla="*/ 48735 w 56722"/>
                  <a:gd name="connsiteY3" fmla="*/ 8466 h 56914"/>
                  <a:gd name="connsiteX4" fmla="*/ 28681 w 56722"/>
                  <a:gd name="connsiteY4" fmla="*/ 131 h 56914"/>
                  <a:gd name="connsiteX5" fmla="*/ 8626 w 56722"/>
                  <a:gd name="connsiteY5" fmla="*/ 8466 h 56914"/>
                  <a:gd name="connsiteX6" fmla="*/ 320 w 56722"/>
                  <a:gd name="connsiteY6" fmla="*/ 28588 h 56914"/>
                  <a:gd name="connsiteX7" fmla="*/ 8626 w 56722"/>
                  <a:gd name="connsiteY7" fmla="*/ 48710 h 56914"/>
                  <a:gd name="connsiteX8" fmla="*/ 28681 w 56722"/>
                  <a:gd name="connsiteY8" fmla="*/ 57045 h 56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6722" h="56914">
                    <a:moveTo>
                      <a:pt x="28681" y="57045"/>
                    </a:moveTo>
                    <a:cubicBezTo>
                      <a:pt x="36202" y="57045"/>
                      <a:pt x="43416" y="54047"/>
                      <a:pt x="48735" y="48710"/>
                    </a:cubicBezTo>
                    <a:cubicBezTo>
                      <a:pt x="54053" y="43374"/>
                      <a:pt x="57042" y="36135"/>
                      <a:pt x="57042" y="28588"/>
                    </a:cubicBezTo>
                    <a:cubicBezTo>
                      <a:pt x="57042" y="21041"/>
                      <a:pt x="54053" y="13802"/>
                      <a:pt x="48735" y="8466"/>
                    </a:cubicBezTo>
                    <a:cubicBezTo>
                      <a:pt x="43416" y="3129"/>
                      <a:pt x="36202" y="131"/>
                      <a:pt x="28681" y="131"/>
                    </a:cubicBezTo>
                    <a:cubicBezTo>
                      <a:pt x="21159" y="131"/>
                      <a:pt x="13945" y="3129"/>
                      <a:pt x="8626" y="8466"/>
                    </a:cubicBezTo>
                    <a:cubicBezTo>
                      <a:pt x="3308" y="13802"/>
                      <a:pt x="320" y="21041"/>
                      <a:pt x="320" y="28588"/>
                    </a:cubicBezTo>
                    <a:cubicBezTo>
                      <a:pt x="320" y="36135"/>
                      <a:pt x="3308" y="43374"/>
                      <a:pt x="8626" y="48710"/>
                    </a:cubicBezTo>
                    <a:cubicBezTo>
                      <a:pt x="13945" y="54047"/>
                      <a:pt x="21159" y="57045"/>
                      <a:pt x="28681" y="57045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de-CH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3835" name="Freeform: Shape 3834">
                <a:extLst>
                  <a:ext uri="{FF2B5EF4-FFF2-40B4-BE49-F238E27FC236}">
                    <a16:creationId xmlns:a16="http://schemas.microsoft.com/office/drawing/2014/main" id="{1C24B20C-B287-5BD3-04E7-410FAD41526E}"/>
                  </a:ext>
                </a:extLst>
              </p:cNvPr>
              <p:cNvSpPr/>
              <p:nvPr/>
            </p:nvSpPr>
            <p:spPr>
              <a:xfrm>
                <a:off x="10755249" y="9955297"/>
                <a:ext cx="56722" cy="56914"/>
              </a:xfrm>
              <a:custGeom>
                <a:avLst/>
                <a:gdLst>
                  <a:gd name="connsiteX0" fmla="*/ 28718 w 56722"/>
                  <a:gd name="connsiteY0" fmla="*/ 57065 h 56914"/>
                  <a:gd name="connsiteX1" fmla="*/ 48772 w 56722"/>
                  <a:gd name="connsiteY1" fmla="*/ 48730 h 56914"/>
                  <a:gd name="connsiteX2" fmla="*/ 57079 w 56722"/>
                  <a:gd name="connsiteY2" fmla="*/ 28608 h 56914"/>
                  <a:gd name="connsiteX3" fmla="*/ 48772 w 56722"/>
                  <a:gd name="connsiteY3" fmla="*/ 8485 h 56914"/>
                  <a:gd name="connsiteX4" fmla="*/ 28718 w 56722"/>
                  <a:gd name="connsiteY4" fmla="*/ 151 h 56914"/>
                  <a:gd name="connsiteX5" fmla="*/ 8664 w 56722"/>
                  <a:gd name="connsiteY5" fmla="*/ 8485 h 56914"/>
                  <a:gd name="connsiteX6" fmla="*/ 357 w 56722"/>
                  <a:gd name="connsiteY6" fmla="*/ 28608 h 56914"/>
                  <a:gd name="connsiteX7" fmla="*/ 8664 w 56722"/>
                  <a:gd name="connsiteY7" fmla="*/ 48730 h 56914"/>
                  <a:gd name="connsiteX8" fmla="*/ 28718 w 56722"/>
                  <a:gd name="connsiteY8" fmla="*/ 57065 h 56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6722" h="56914">
                    <a:moveTo>
                      <a:pt x="28718" y="57065"/>
                    </a:moveTo>
                    <a:cubicBezTo>
                      <a:pt x="36239" y="57065"/>
                      <a:pt x="43454" y="54066"/>
                      <a:pt x="48772" y="48730"/>
                    </a:cubicBezTo>
                    <a:cubicBezTo>
                      <a:pt x="54091" y="43393"/>
                      <a:pt x="57079" y="36154"/>
                      <a:pt x="57079" y="28608"/>
                    </a:cubicBezTo>
                    <a:cubicBezTo>
                      <a:pt x="57079" y="21061"/>
                      <a:pt x="54091" y="13822"/>
                      <a:pt x="48772" y="8485"/>
                    </a:cubicBezTo>
                    <a:cubicBezTo>
                      <a:pt x="43454" y="3149"/>
                      <a:pt x="36239" y="151"/>
                      <a:pt x="28718" y="151"/>
                    </a:cubicBezTo>
                    <a:cubicBezTo>
                      <a:pt x="21196" y="151"/>
                      <a:pt x="13982" y="3149"/>
                      <a:pt x="8664" y="8485"/>
                    </a:cubicBezTo>
                    <a:cubicBezTo>
                      <a:pt x="3345" y="13822"/>
                      <a:pt x="357" y="21061"/>
                      <a:pt x="357" y="28608"/>
                    </a:cubicBezTo>
                    <a:cubicBezTo>
                      <a:pt x="357" y="36154"/>
                      <a:pt x="3345" y="43393"/>
                      <a:pt x="8664" y="48730"/>
                    </a:cubicBezTo>
                    <a:cubicBezTo>
                      <a:pt x="13982" y="54066"/>
                      <a:pt x="21196" y="57065"/>
                      <a:pt x="28718" y="57065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de-CH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</p:grpSp>
        <p:sp>
          <p:nvSpPr>
            <p:cNvPr id="3827" name="Freeform: Shape 3826">
              <a:extLst>
                <a:ext uri="{FF2B5EF4-FFF2-40B4-BE49-F238E27FC236}">
                  <a16:creationId xmlns:a16="http://schemas.microsoft.com/office/drawing/2014/main" id="{86A3A76D-3E69-A3A9-28EE-07320670211F}"/>
                </a:ext>
              </a:extLst>
            </p:cNvPr>
            <p:cNvSpPr/>
            <p:nvPr/>
          </p:nvSpPr>
          <p:spPr>
            <a:xfrm>
              <a:off x="13093902" y="8634509"/>
              <a:ext cx="31162" cy="5148119"/>
            </a:xfrm>
            <a:custGeom>
              <a:avLst/>
              <a:gdLst>
                <a:gd name="connsiteX0" fmla="*/ 0 w 12683"/>
                <a:gd name="connsiteY0" fmla="*/ 2095291 h 2095291"/>
                <a:gd name="connsiteX1" fmla="*/ 0 w 12683"/>
                <a:gd name="connsiteY1" fmla="*/ 0 h 2095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83" h="2095291">
                  <a:moveTo>
                    <a:pt x="0" y="2095291"/>
                  </a:moveTo>
                  <a:lnTo>
                    <a:pt x="0" y="0"/>
                  </a:lnTo>
                </a:path>
              </a:pathLst>
            </a:custGeom>
            <a:noFill/>
            <a:ln w="6342" cap="flat">
              <a:solidFill>
                <a:srgbClr val="808080"/>
              </a:solidFill>
              <a:custDash>
                <a:ds d="138750" sp="60000"/>
              </a:custDash>
              <a:round/>
            </a:ln>
          </p:spPr>
          <p:txBody>
            <a:bodyPr rtlCol="0" anchor="ctr"/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828" name="Freeform: Shape 3827">
              <a:extLst>
                <a:ext uri="{FF2B5EF4-FFF2-40B4-BE49-F238E27FC236}">
                  <a16:creationId xmlns:a16="http://schemas.microsoft.com/office/drawing/2014/main" id="{18E87196-666F-2DC0-FE90-BBF5A0F30EFE}"/>
                </a:ext>
              </a:extLst>
            </p:cNvPr>
            <p:cNvSpPr/>
            <p:nvPr/>
          </p:nvSpPr>
          <p:spPr>
            <a:xfrm>
              <a:off x="10773715" y="8634509"/>
              <a:ext cx="31162" cy="5148119"/>
            </a:xfrm>
            <a:custGeom>
              <a:avLst/>
              <a:gdLst>
                <a:gd name="connsiteX0" fmla="*/ 0 w 12683"/>
                <a:gd name="connsiteY0" fmla="*/ 2095291 h 2095291"/>
                <a:gd name="connsiteX1" fmla="*/ 0 w 12683"/>
                <a:gd name="connsiteY1" fmla="*/ 0 h 2095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83" h="2095291">
                  <a:moveTo>
                    <a:pt x="0" y="2095291"/>
                  </a:moveTo>
                  <a:lnTo>
                    <a:pt x="0" y="0"/>
                  </a:lnTo>
                </a:path>
              </a:pathLst>
            </a:custGeom>
            <a:noFill/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829" name="Freeform: Shape 3828">
              <a:extLst>
                <a:ext uri="{FF2B5EF4-FFF2-40B4-BE49-F238E27FC236}">
                  <a16:creationId xmlns:a16="http://schemas.microsoft.com/office/drawing/2014/main" id="{73A50D87-97AA-3D8E-4B34-CA69ACA0C2FA}"/>
                </a:ext>
              </a:extLst>
            </p:cNvPr>
            <p:cNvSpPr/>
            <p:nvPr/>
          </p:nvSpPr>
          <p:spPr>
            <a:xfrm>
              <a:off x="15414087" y="8634509"/>
              <a:ext cx="31162" cy="5148119"/>
            </a:xfrm>
            <a:custGeom>
              <a:avLst/>
              <a:gdLst>
                <a:gd name="connsiteX0" fmla="*/ 0 w 12683"/>
                <a:gd name="connsiteY0" fmla="*/ 2095291 h 2095291"/>
                <a:gd name="connsiteX1" fmla="*/ 0 w 12683"/>
                <a:gd name="connsiteY1" fmla="*/ 0 h 2095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83" h="2095291">
                  <a:moveTo>
                    <a:pt x="0" y="2095291"/>
                  </a:moveTo>
                  <a:lnTo>
                    <a:pt x="0" y="0"/>
                  </a:lnTo>
                </a:path>
              </a:pathLst>
            </a:custGeom>
            <a:noFill/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830" name="Freeform: Shape 3829">
              <a:extLst>
                <a:ext uri="{FF2B5EF4-FFF2-40B4-BE49-F238E27FC236}">
                  <a16:creationId xmlns:a16="http://schemas.microsoft.com/office/drawing/2014/main" id="{4E2803F0-90D7-C323-1B2C-2FDC23B3CCE8}"/>
                </a:ext>
              </a:extLst>
            </p:cNvPr>
            <p:cNvSpPr/>
            <p:nvPr/>
          </p:nvSpPr>
          <p:spPr>
            <a:xfrm>
              <a:off x="10773715" y="13782629"/>
              <a:ext cx="4640372" cy="31268"/>
            </a:xfrm>
            <a:custGeom>
              <a:avLst/>
              <a:gdLst>
                <a:gd name="connsiteX0" fmla="*/ 0 w 1888637"/>
                <a:gd name="connsiteY0" fmla="*/ 0 h 12726"/>
                <a:gd name="connsiteX1" fmla="*/ 1888638 w 1888637"/>
                <a:gd name="connsiteY1" fmla="*/ 0 h 12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88637" h="12726">
                  <a:moveTo>
                    <a:pt x="0" y="0"/>
                  </a:moveTo>
                  <a:lnTo>
                    <a:pt x="1888638" y="0"/>
                  </a:lnTo>
                </a:path>
              </a:pathLst>
            </a:custGeom>
            <a:noFill/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831" name="Freeform: Shape 3830">
              <a:extLst>
                <a:ext uri="{FF2B5EF4-FFF2-40B4-BE49-F238E27FC236}">
                  <a16:creationId xmlns:a16="http://schemas.microsoft.com/office/drawing/2014/main" id="{66A9F350-D14C-921E-DA2A-287ABEDBE2BB}"/>
                </a:ext>
              </a:extLst>
            </p:cNvPr>
            <p:cNvSpPr/>
            <p:nvPr/>
          </p:nvSpPr>
          <p:spPr>
            <a:xfrm>
              <a:off x="10773715" y="8634509"/>
              <a:ext cx="4640372" cy="31268"/>
            </a:xfrm>
            <a:custGeom>
              <a:avLst/>
              <a:gdLst>
                <a:gd name="connsiteX0" fmla="*/ 0 w 1888637"/>
                <a:gd name="connsiteY0" fmla="*/ 0 h 12726"/>
                <a:gd name="connsiteX1" fmla="*/ 1888638 w 1888637"/>
                <a:gd name="connsiteY1" fmla="*/ 0 h 12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88637" h="12726">
                  <a:moveTo>
                    <a:pt x="0" y="0"/>
                  </a:moveTo>
                  <a:lnTo>
                    <a:pt x="1888638" y="0"/>
                  </a:lnTo>
                </a:path>
              </a:pathLst>
            </a:custGeom>
            <a:noFill/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</p:grpSp>
      <p:sp>
        <p:nvSpPr>
          <p:cNvPr id="3784" name="TextBox 3783">
            <a:extLst>
              <a:ext uri="{FF2B5EF4-FFF2-40B4-BE49-F238E27FC236}">
                <a16:creationId xmlns:a16="http://schemas.microsoft.com/office/drawing/2014/main" id="{BF927AC5-0D87-3DEA-CEFE-98619DC7E301}"/>
              </a:ext>
            </a:extLst>
          </p:cNvPr>
          <p:cNvSpPr txBox="1"/>
          <p:nvPr/>
        </p:nvSpPr>
        <p:spPr>
          <a:xfrm rot="10800000">
            <a:off x="9456239" y="2073810"/>
            <a:ext cx="461665" cy="417999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de-DE" altLang="zh-CN" dirty="0">
                <a:latin typeface="Roboto" panose="02000000000000000000" pitchFamily="2" charset="0"/>
                <a:ea typeface="Roboto" panose="02000000000000000000" pitchFamily="2" charset="0"/>
              </a:rPr>
              <a:t>Climate </a:t>
            </a:r>
            <a:r>
              <a:rPr lang="de-DE" altLang="zh-CN" dirty="0" err="1">
                <a:latin typeface="Roboto" panose="02000000000000000000" pitchFamily="2" charset="0"/>
                <a:ea typeface="Roboto" panose="02000000000000000000" pitchFamily="2" charset="0"/>
              </a:rPr>
              <a:t>change</a:t>
            </a:r>
            <a:r>
              <a:rPr lang="de-DE" altLang="zh-CN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altLang="zh-CN" dirty="0" err="1">
                <a:latin typeface="Roboto" panose="02000000000000000000" pitchFamily="2" charset="0"/>
                <a:ea typeface="Roboto" panose="02000000000000000000" pitchFamily="2" charset="0"/>
              </a:rPr>
              <a:t>impact</a:t>
            </a:r>
            <a:r>
              <a:rPr lang="de-DE" altLang="zh-CN" dirty="0">
                <a:latin typeface="Roboto" panose="02000000000000000000" pitchFamily="2" charset="0"/>
                <a:ea typeface="Roboto" panose="02000000000000000000" pitchFamily="2" charset="0"/>
              </a:rPr>
              <a:t> (kg CO</a:t>
            </a:r>
            <a:r>
              <a:rPr lang="de-DE" altLang="zh-CN" baseline="-25000" dirty="0">
                <a:latin typeface="Roboto" panose="02000000000000000000" pitchFamily="2" charset="0"/>
                <a:ea typeface="Roboto" panose="02000000000000000000" pitchFamily="2" charset="0"/>
              </a:rPr>
              <a:t>2</a:t>
            </a:r>
            <a:r>
              <a:rPr lang="de-DE" altLang="zh-CN" dirty="0">
                <a:latin typeface="Roboto" panose="02000000000000000000" pitchFamily="2" charset="0"/>
                <a:ea typeface="Roboto" panose="02000000000000000000" pitchFamily="2" charset="0"/>
              </a:rPr>
              <a:t>-eq kg</a:t>
            </a:r>
            <a:r>
              <a:rPr lang="de-DE" altLang="zh-CN" baseline="30000" dirty="0">
                <a:latin typeface="Roboto" panose="02000000000000000000" pitchFamily="2" charset="0"/>
                <a:ea typeface="Roboto" panose="02000000000000000000" pitchFamily="2" charset="0"/>
              </a:rPr>
              <a:t>–1</a:t>
            </a:r>
            <a:r>
              <a:rPr lang="de-DE" altLang="zh-CN" dirty="0">
                <a:latin typeface="Roboto" panose="02000000000000000000" pitchFamily="2" charset="0"/>
                <a:ea typeface="Roboto" panose="02000000000000000000" pitchFamily="2" charset="0"/>
              </a:rPr>
              <a:t>)</a:t>
            </a:r>
            <a:endParaRPr lang="de-CH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785" name="TextBox 3784">
            <a:extLst>
              <a:ext uri="{FF2B5EF4-FFF2-40B4-BE49-F238E27FC236}">
                <a16:creationId xmlns:a16="http://schemas.microsoft.com/office/drawing/2014/main" id="{5A82A5D7-40E4-6CE5-D329-6B748BCCA0BA}"/>
              </a:ext>
            </a:extLst>
          </p:cNvPr>
          <p:cNvSpPr txBox="1"/>
          <p:nvPr/>
        </p:nvSpPr>
        <p:spPr>
          <a:xfrm>
            <a:off x="11430120" y="1697745"/>
            <a:ext cx="1029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altLang="zh-CN" dirty="0">
                <a:latin typeface="Roboto" panose="02000000000000000000" pitchFamily="2" charset="0"/>
                <a:ea typeface="Roboto" panose="02000000000000000000" pitchFamily="2" charset="0"/>
              </a:rPr>
              <a:t>Fossil</a:t>
            </a:r>
            <a:endParaRPr lang="en-US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786" name="TextBox 3785">
            <a:extLst>
              <a:ext uri="{FF2B5EF4-FFF2-40B4-BE49-F238E27FC236}">
                <a16:creationId xmlns:a16="http://schemas.microsoft.com/office/drawing/2014/main" id="{672327E1-2D89-EC46-64D5-63F074E7F0FF}"/>
              </a:ext>
            </a:extLst>
          </p:cNvPr>
          <p:cNvSpPr txBox="1"/>
          <p:nvPr/>
        </p:nvSpPr>
        <p:spPr>
          <a:xfrm>
            <a:off x="13600733" y="1697745"/>
            <a:ext cx="1029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altLang="zh-CN" dirty="0">
                <a:latin typeface="Roboto" panose="02000000000000000000" pitchFamily="2" charset="0"/>
                <a:ea typeface="Roboto" panose="02000000000000000000" pitchFamily="2" charset="0"/>
              </a:rPr>
              <a:t>Green</a:t>
            </a:r>
            <a:endParaRPr lang="en-US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680" name="Freeform: Shape 3679">
            <a:extLst>
              <a:ext uri="{FF2B5EF4-FFF2-40B4-BE49-F238E27FC236}">
                <a16:creationId xmlns:a16="http://schemas.microsoft.com/office/drawing/2014/main" id="{BEB069C9-0BB2-7B1F-3257-C817741FBF50}"/>
              </a:ext>
            </a:extLst>
          </p:cNvPr>
          <p:cNvSpPr/>
          <p:nvPr/>
        </p:nvSpPr>
        <p:spPr>
          <a:xfrm>
            <a:off x="3932964" y="5893971"/>
            <a:ext cx="566653" cy="728855"/>
          </a:xfrm>
          <a:custGeom>
            <a:avLst/>
            <a:gdLst>
              <a:gd name="connsiteX0" fmla="*/ 0 w 236079"/>
              <a:gd name="connsiteY0" fmla="*/ 380620 h 380619"/>
              <a:gd name="connsiteX1" fmla="*/ 236079 w 236079"/>
              <a:gd name="connsiteY1" fmla="*/ 380620 h 380619"/>
              <a:gd name="connsiteX2" fmla="*/ 236079 w 236079"/>
              <a:gd name="connsiteY2" fmla="*/ 0 h 380619"/>
              <a:gd name="connsiteX3" fmla="*/ 0 w 236079"/>
              <a:gd name="connsiteY3" fmla="*/ 0 h 3806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6079" h="380619">
                <a:moveTo>
                  <a:pt x="0" y="380620"/>
                </a:moveTo>
                <a:lnTo>
                  <a:pt x="236079" y="380620"/>
                </a:lnTo>
                <a:lnTo>
                  <a:pt x="236079" y="0"/>
                </a:lnTo>
                <a:lnTo>
                  <a:pt x="0" y="0"/>
                </a:lnTo>
                <a:close/>
              </a:path>
            </a:pathLst>
          </a:custGeom>
          <a:solidFill>
            <a:srgbClr val="FD8383"/>
          </a:solidFill>
          <a:ln w="12683" cap="flat">
            <a:noFill/>
            <a:prstDash val="solid"/>
            <a:round/>
          </a:ln>
        </p:spPr>
        <p:txBody>
          <a:bodyPr rtlCol="0" anchor="ctr"/>
          <a:lstStyle/>
          <a:p>
            <a:endParaRPr lang="de-CH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681" name="Freeform: Shape 3680">
            <a:extLst>
              <a:ext uri="{FF2B5EF4-FFF2-40B4-BE49-F238E27FC236}">
                <a16:creationId xmlns:a16="http://schemas.microsoft.com/office/drawing/2014/main" id="{2A4379BF-45CA-DCB2-9F4C-9CDD95004F26}"/>
              </a:ext>
            </a:extLst>
          </p:cNvPr>
          <p:cNvSpPr/>
          <p:nvPr/>
        </p:nvSpPr>
        <p:spPr>
          <a:xfrm>
            <a:off x="5066275" y="6807560"/>
            <a:ext cx="566643" cy="30546"/>
          </a:xfrm>
          <a:custGeom>
            <a:avLst/>
            <a:gdLst>
              <a:gd name="connsiteX0" fmla="*/ 0 w 236075"/>
              <a:gd name="connsiteY0" fmla="*/ 0 h 12726"/>
              <a:gd name="connsiteX1" fmla="*/ 236075 w 236075"/>
              <a:gd name="connsiteY1" fmla="*/ 0 h 12726"/>
              <a:gd name="connsiteX2" fmla="*/ 236075 w 236075"/>
              <a:gd name="connsiteY2" fmla="*/ 0 h 12726"/>
              <a:gd name="connsiteX3" fmla="*/ 0 w 236075"/>
              <a:gd name="connsiteY3" fmla="*/ 0 h 127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6075" h="12726">
                <a:moveTo>
                  <a:pt x="0" y="0"/>
                </a:moveTo>
                <a:lnTo>
                  <a:pt x="236075" y="0"/>
                </a:lnTo>
                <a:lnTo>
                  <a:pt x="236075" y="0"/>
                </a:lnTo>
                <a:lnTo>
                  <a:pt x="0" y="0"/>
                </a:lnTo>
                <a:close/>
              </a:path>
            </a:pathLst>
          </a:custGeom>
          <a:solidFill>
            <a:srgbClr val="FD8383"/>
          </a:solidFill>
          <a:ln w="12683" cap="flat">
            <a:noFill/>
            <a:prstDash val="solid"/>
            <a:round/>
          </a:ln>
        </p:spPr>
        <p:txBody>
          <a:bodyPr rtlCol="0" anchor="ctr"/>
          <a:lstStyle/>
          <a:p>
            <a:endParaRPr lang="de-CH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682" name="Freeform: Shape 3681">
            <a:extLst>
              <a:ext uri="{FF2B5EF4-FFF2-40B4-BE49-F238E27FC236}">
                <a16:creationId xmlns:a16="http://schemas.microsoft.com/office/drawing/2014/main" id="{ADE8BD8B-52DE-ACC8-BB84-DB90A9F23C76}"/>
              </a:ext>
            </a:extLst>
          </p:cNvPr>
          <p:cNvSpPr/>
          <p:nvPr/>
        </p:nvSpPr>
        <p:spPr>
          <a:xfrm>
            <a:off x="6199595" y="5604174"/>
            <a:ext cx="566645" cy="1018651"/>
          </a:xfrm>
          <a:custGeom>
            <a:avLst/>
            <a:gdLst>
              <a:gd name="connsiteX0" fmla="*/ 0 w 236076"/>
              <a:gd name="connsiteY0" fmla="*/ 501355 h 501354"/>
              <a:gd name="connsiteX1" fmla="*/ 236076 w 236076"/>
              <a:gd name="connsiteY1" fmla="*/ 501355 h 501354"/>
              <a:gd name="connsiteX2" fmla="*/ 236076 w 236076"/>
              <a:gd name="connsiteY2" fmla="*/ 0 h 501354"/>
              <a:gd name="connsiteX3" fmla="*/ 0 w 236076"/>
              <a:gd name="connsiteY3" fmla="*/ 0 h 5013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6076" h="501354">
                <a:moveTo>
                  <a:pt x="0" y="501355"/>
                </a:moveTo>
                <a:lnTo>
                  <a:pt x="236076" y="501355"/>
                </a:lnTo>
                <a:lnTo>
                  <a:pt x="236076" y="0"/>
                </a:lnTo>
                <a:lnTo>
                  <a:pt x="0" y="0"/>
                </a:lnTo>
                <a:close/>
              </a:path>
            </a:pathLst>
          </a:custGeom>
          <a:solidFill>
            <a:srgbClr val="FD8383"/>
          </a:solidFill>
          <a:ln w="12683" cap="flat">
            <a:noFill/>
            <a:prstDash val="solid"/>
            <a:round/>
          </a:ln>
        </p:spPr>
        <p:txBody>
          <a:bodyPr rtlCol="0" anchor="ctr"/>
          <a:lstStyle/>
          <a:p>
            <a:endParaRPr lang="de-CH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683" name="Freeform: Shape 3682">
            <a:extLst>
              <a:ext uri="{FF2B5EF4-FFF2-40B4-BE49-F238E27FC236}">
                <a16:creationId xmlns:a16="http://schemas.microsoft.com/office/drawing/2014/main" id="{672323DA-2DBE-8669-2947-1BEC7FEC91A0}"/>
              </a:ext>
            </a:extLst>
          </p:cNvPr>
          <p:cNvSpPr/>
          <p:nvPr/>
        </p:nvSpPr>
        <p:spPr>
          <a:xfrm>
            <a:off x="7332888" y="6807560"/>
            <a:ext cx="566645" cy="30546"/>
          </a:xfrm>
          <a:custGeom>
            <a:avLst/>
            <a:gdLst>
              <a:gd name="connsiteX0" fmla="*/ 0 w 236076"/>
              <a:gd name="connsiteY0" fmla="*/ 0 h 12726"/>
              <a:gd name="connsiteX1" fmla="*/ 236076 w 236076"/>
              <a:gd name="connsiteY1" fmla="*/ 0 h 12726"/>
              <a:gd name="connsiteX2" fmla="*/ 236076 w 236076"/>
              <a:gd name="connsiteY2" fmla="*/ 0 h 12726"/>
              <a:gd name="connsiteX3" fmla="*/ 0 w 236076"/>
              <a:gd name="connsiteY3" fmla="*/ 0 h 127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6076" h="12726">
                <a:moveTo>
                  <a:pt x="0" y="0"/>
                </a:moveTo>
                <a:lnTo>
                  <a:pt x="236076" y="0"/>
                </a:lnTo>
                <a:lnTo>
                  <a:pt x="236076" y="0"/>
                </a:lnTo>
                <a:lnTo>
                  <a:pt x="0" y="0"/>
                </a:lnTo>
                <a:close/>
              </a:path>
            </a:pathLst>
          </a:custGeom>
          <a:solidFill>
            <a:srgbClr val="FD8383"/>
          </a:solidFill>
          <a:ln w="12683" cap="flat">
            <a:noFill/>
            <a:prstDash val="solid"/>
            <a:round/>
          </a:ln>
        </p:spPr>
        <p:txBody>
          <a:bodyPr rtlCol="0" anchor="ctr"/>
          <a:lstStyle/>
          <a:p>
            <a:endParaRPr lang="de-CH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684" name="Freeform: Shape 3683">
            <a:extLst>
              <a:ext uri="{FF2B5EF4-FFF2-40B4-BE49-F238E27FC236}">
                <a16:creationId xmlns:a16="http://schemas.microsoft.com/office/drawing/2014/main" id="{9FDCCBCB-47EB-479F-2426-4EAA2AA927D7}"/>
              </a:ext>
            </a:extLst>
          </p:cNvPr>
          <p:cNvSpPr/>
          <p:nvPr/>
        </p:nvSpPr>
        <p:spPr>
          <a:xfrm>
            <a:off x="3932964" y="6807560"/>
            <a:ext cx="566653" cy="30546"/>
          </a:xfrm>
          <a:custGeom>
            <a:avLst/>
            <a:gdLst>
              <a:gd name="connsiteX0" fmla="*/ 0 w 236079"/>
              <a:gd name="connsiteY0" fmla="*/ 0 h 12726"/>
              <a:gd name="connsiteX1" fmla="*/ 236079 w 236079"/>
              <a:gd name="connsiteY1" fmla="*/ 0 h 12726"/>
              <a:gd name="connsiteX2" fmla="*/ 236079 w 236079"/>
              <a:gd name="connsiteY2" fmla="*/ 0 h 12726"/>
              <a:gd name="connsiteX3" fmla="*/ 0 w 236079"/>
              <a:gd name="connsiteY3" fmla="*/ 0 h 127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6079" h="12726">
                <a:moveTo>
                  <a:pt x="0" y="0"/>
                </a:moveTo>
                <a:lnTo>
                  <a:pt x="236079" y="0"/>
                </a:lnTo>
                <a:lnTo>
                  <a:pt x="23607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BB68"/>
          </a:solidFill>
          <a:ln w="12683" cap="flat">
            <a:noFill/>
            <a:prstDash val="solid"/>
            <a:round/>
          </a:ln>
        </p:spPr>
        <p:txBody>
          <a:bodyPr rtlCol="0" anchor="ctr"/>
          <a:lstStyle/>
          <a:p>
            <a:endParaRPr lang="de-CH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685" name="Freeform: Shape 3684">
            <a:extLst>
              <a:ext uri="{FF2B5EF4-FFF2-40B4-BE49-F238E27FC236}">
                <a16:creationId xmlns:a16="http://schemas.microsoft.com/office/drawing/2014/main" id="{95744E50-EF54-5443-889E-AD18D631E7CF}"/>
              </a:ext>
            </a:extLst>
          </p:cNvPr>
          <p:cNvSpPr/>
          <p:nvPr/>
        </p:nvSpPr>
        <p:spPr>
          <a:xfrm>
            <a:off x="5066275" y="5314286"/>
            <a:ext cx="566643" cy="1308539"/>
          </a:xfrm>
          <a:custGeom>
            <a:avLst/>
            <a:gdLst>
              <a:gd name="connsiteX0" fmla="*/ 0 w 236075"/>
              <a:gd name="connsiteY0" fmla="*/ 622128 h 622127"/>
              <a:gd name="connsiteX1" fmla="*/ 236075 w 236075"/>
              <a:gd name="connsiteY1" fmla="*/ 622128 h 622127"/>
              <a:gd name="connsiteX2" fmla="*/ 236075 w 236075"/>
              <a:gd name="connsiteY2" fmla="*/ 0 h 622127"/>
              <a:gd name="connsiteX3" fmla="*/ 0 w 236075"/>
              <a:gd name="connsiteY3" fmla="*/ 0 h 622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6075" h="622127">
                <a:moveTo>
                  <a:pt x="0" y="622128"/>
                </a:moveTo>
                <a:lnTo>
                  <a:pt x="236075" y="622128"/>
                </a:lnTo>
                <a:lnTo>
                  <a:pt x="236075" y="0"/>
                </a:lnTo>
                <a:lnTo>
                  <a:pt x="0" y="0"/>
                </a:lnTo>
                <a:close/>
              </a:path>
            </a:pathLst>
          </a:custGeom>
          <a:solidFill>
            <a:srgbClr val="FFBB68"/>
          </a:solidFill>
          <a:ln w="12683" cap="flat">
            <a:noFill/>
            <a:prstDash val="solid"/>
            <a:round/>
          </a:ln>
        </p:spPr>
        <p:txBody>
          <a:bodyPr rtlCol="0" anchor="ctr"/>
          <a:lstStyle/>
          <a:p>
            <a:endParaRPr lang="de-CH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686" name="Freeform: Shape 3685">
            <a:extLst>
              <a:ext uri="{FF2B5EF4-FFF2-40B4-BE49-F238E27FC236}">
                <a16:creationId xmlns:a16="http://schemas.microsoft.com/office/drawing/2014/main" id="{2280E828-4756-0BE2-A801-E692006446FB}"/>
              </a:ext>
            </a:extLst>
          </p:cNvPr>
          <p:cNvSpPr/>
          <p:nvPr/>
        </p:nvSpPr>
        <p:spPr>
          <a:xfrm>
            <a:off x="6199595" y="6807560"/>
            <a:ext cx="566645" cy="30546"/>
          </a:xfrm>
          <a:custGeom>
            <a:avLst/>
            <a:gdLst>
              <a:gd name="connsiteX0" fmla="*/ 0 w 236076"/>
              <a:gd name="connsiteY0" fmla="*/ 0 h 12726"/>
              <a:gd name="connsiteX1" fmla="*/ 236076 w 236076"/>
              <a:gd name="connsiteY1" fmla="*/ 0 h 12726"/>
              <a:gd name="connsiteX2" fmla="*/ 236076 w 236076"/>
              <a:gd name="connsiteY2" fmla="*/ 0 h 12726"/>
              <a:gd name="connsiteX3" fmla="*/ 0 w 236076"/>
              <a:gd name="connsiteY3" fmla="*/ 0 h 127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6076" h="12726">
                <a:moveTo>
                  <a:pt x="0" y="0"/>
                </a:moveTo>
                <a:lnTo>
                  <a:pt x="236076" y="0"/>
                </a:lnTo>
                <a:lnTo>
                  <a:pt x="236076" y="0"/>
                </a:lnTo>
                <a:lnTo>
                  <a:pt x="0" y="0"/>
                </a:lnTo>
                <a:close/>
              </a:path>
            </a:pathLst>
          </a:custGeom>
          <a:solidFill>
            <a:srgbClr val="FFBB68"/>
          </a:solidFill>
          <a:ln w="12683" cap="flat">
            <a:noFill/>
            <a:prstDash val="solid"/>
            <a:round/>
          </a:ln>
        </p:spPr>
        <p:txBody>
          <a:bodyPr rtlCol="0" anchor="ctr"/>
          <a:lstStyle/>
          <a:p>
            <a:endParaRPr lang="de-CH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687" name="Freeform: Shape 3686">
            <a:extLst>
              <a:ext uri="{FF2B5EF4-FFF2-40B4-BE49-F238E27FC236}">
                <a16:creationId xmlns:a16="http://schemas.microsoft.com/office/drawing/2014/main" id="{47FD1A74-EB14-E5FE-EB43-D6082C047ABF}"/>
              </a:ext>
            </a:extLst>
          </p:cNvPr>
          <p:cNvSpPr/>
          <p:nvPr/>
        </p:nvSpPr>
        <p:spPr>
          <a:xfrm>
            <a:off x="7332888" y="3106993"/>
            <a:ext cx="566645" cy="3523277"/>
          </a:xfrm>
          <a:custGeom>
            <a:avLst/>
            <a:gdLst>
              <a:gd name="connsiteX0" fmla="*/ 0 w 236076"/>
              <a:gd name="connsiteY0" fmla="*/ 1541730 h 1541729"/>
              <a:gd name="connsiteX1" fmla="*/ 236076 w 236076"/>
              <a:gd name="connsiteY1" fmla="*/ 1541730 h 1541729"/>
              <a:gd name="connsiteX2" fmla="*/ 236076 w 236076"/>
              <a:gd name="connsiteY2" fmla="*/ 0 h 1541729"/>
              <a:gd name="connsiteX3" fmla="*/ 0 w 236076"/>
              <a:gd name="connsiteY3" fmla="*/ 0 h 1541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6076" h="1541729">
                <a:moveTo>
                  <a:pt x="0" y="1541730"/>
                </a:moveTo>
                <a:lnTo>
                  <a:pt x="236076" y="1541730"/>
                </a:lnTo>
                <a:lnTo>
                  <a:pt x="236076" y="0"/>
                </a:lnTo>
                <a:lnTo>
                  <a:pt x="0" y="0"/>
                </a:lnTo>
                <a:close/>
              </a:path>
            </a:pathLst>
          </a:custGeom>
          <a:solidFill>
            <a:srgbClr val="FFBB68"/>
          </a:solidFill>
          <a:ln w="12683" cap="flat">
            <a:noFill/>
            <a:prstDash val="solid"/>
            <a:round/>
          </a:ln>
        </p:spPr>
        <p:txBody>
          <a:bodyPr rtlCol="0" anchor="ctr"/>
          <a:lstStyle/>
          <a:p>
            <a:endParaRPr lang="de-CH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688" name="Freeform: Shape 3687">
            <a:extLst>
              <a:ext uri="{FF2B5EF4-FFF2-40B4-BE49-F238E27FC236}">
                <a16:creationId xmlns:a16="http://schemas.microsoft.com/office/drawing/2014/main" id="{A3390EED-959F-F308-0D87-0963D0F0FC72}"/>
              </a:ext>
            </a:extLst>
          </p:cNvPr>
          <p:cNvSpPr/>
          <p:nvPr/>
        </p:nvSpPr>
        <p:spPr>
          <a:xfrm>
            <a:off x="3932964" y="5727553"/>
            <a:ext cx="566653" cy="166418"/>
          </a:xfrm>
          <a:custGeom>
            <a:avLst/>
            <a:gdLst>
              <a:gd name="connsiteX0" fmla="*/ 0 w 236079"/>
              <a:gd name="connsiteY0" fmla="*/ 69333 h 69333"/>
              <a:gd name="connsiteX1" fmla="*/ 236079 w 236079"/>
              <a:gd name="connsiteY1" fmla="*/ 69333 h 69333"/>
              <a:gd name="connsiteX2" fmla="*/ 236079 w 236079"/>
              <a:gd name="connsiteY2" fmla="*/ 0 h 69333"/>
              <a:gd name="connsiteX3" fmla="*/ 0 w 236079"/>
              <a:gd name="connsiteY3" fmla="*/ 0 h 69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6079" h="69333">
                <a:moveTo>
                  <a:pt x="0" y="69333"/>
                </a:moveTo>
                <a:lnTo>
                  <a:pt x="236079" y="69333"/>
                </a:lnTo>
                <a:lnTo>
                  <a:pt x="23607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EA83"/>
          </a:solidFill>
          <a:ln w="12683" cap="flat">
            <a:noFill/>
            <a:prstDash val="solid"/>
            <a:round/>
          </a:ln>
        </p:spPr>
        <p:txBody>
          <a:bodyPr rtlCol="0" anchor="ctr"/>
          <a:lstStyle/>
          <a:p>
            <a:endParaRPr lang="de-CH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689" name="Freeform: Shape 3688">
            <a:extLst>
              <a:ext uri="{FF2B5EF4-FFF2-40B4-BE49-F238E27FC236}">
                <a16:creationId xmlns:a16="http://schemas.microsoft.com/office/drawing/2014/main" id="{E4E1D8CB-D219-1E04-9986-ED9D1B88082B}"/>
              </a:ext>
            </a:extLst>
          </p:cNvPr>
          <p:cNvSpPr/>
          <p:nvPr/>
        </p:nvSpPr>
        <p:spPr>
          <a:xfrm>
            <a:off x="5066275" y="4900869"/>
            <a:ext cx="566643" cy="413418"/>
          </a:xfrm>
          <a:custGeom>
            <a:avLst/>
            <a:gdLst>
              <a:gd name="connsiteX0" fmla="*/ 0 w 236075"/>
              <a:gd name="connsiteY0" fmla="*/ 172238 h 172238"/>
              <a:gd name="connsiteX1" fmla="*/ 236075 w 236075"/>
              <a:gd name="connsiteY1" fmla="*/ 172238 h 172238"/>
              <a:gd name="connsiteX2" fmla="*/ 236075 w 236075"/>
              <a:gd name="connsiteY2" fmla="*/ 0 h 172238"/>
              <a:gd name="connsiteX3" fmla="*/ 0 w 236075"/>
              <a:gd name="connsiteY3" fmla="*/ 0 h 172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6075" h="172238">
                <a:moveTo>
                  <a:pt x="0" y="172238"/>
                </a:moveTo>
                <a:lnTo>
                  <a:pt x="236075" y="172238"/>
                </a:lnTo>
                <a:lnTo>
                  <a:pt x="236075" y="0"/>
                </a:lnTo>
                <a:lnTo>
                  <a:pt x="0" y="0"/>
                </a:lnTo>
                <a:close/>
              </a:path>
            </a:pathLst>
          </a:custGeom>
          <a:solidFill>
            <a:srgbClr val="FFEA83"/>
          </a:solidFill>
          <a:ln w="12683" cap="flat">
            <a:noFill/>
            <a:prstDash val="solid"/>
            <a:round/>
          </a:ln>
        </p:spPr>
        <p:txBody>
          <a:bodyPr rtlCol="0" anchor="ctr"/>
          <a:lstStyle/>
          <a:p>
            <a:endParaRPr lang="de-CH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690" name="Freeform: Shape 3689">
            <a:extLst>
              <a:ext uri="{FF2B5EF4-FFF2-40B4-BE49-F238E27FC236}">
                <a16:creationId xmlns:a16="http://schemas.microsoft.com/office/drawing/2014/main" id="{94975687-E1BD-39ED-349C-44AEB72BB7D1}"/>
              </a:ext>
            </a:extLst>
          </p:cNvPr>
          <p:cNvSpPr/>
          <p:nvPr/>
        </p:nvSpPr>
        <p:spPr>
          <a:xfrm>
            <a:off x="6199595" y="5437725"/>
            <a:ext cx="566645" cy="166446"/>
          </a:xfrm>
          <a:custGeom>
            <a:avLst/>
            <a:gdLst>
              <a:gd name="connsiteX0" fmla="*/ 0 w 236076"/>
              <a:gd name="connsiteY0" fmla="*/ 69346 h 69345"/>
              <a:gd name="connsiteX1" fmla="*/ 236076 w 236076"/>
              <a:gd name="connsiteY1" fmla="*/ 69346 h 69345"/>
              <a:gd name="connsiteX2" fmla="*/ 236076 w 236076"/>
              <a:gd name="connsiteY2" fmla="*/ 0 h 69345"/>
              <a:gd name="connsiteX3" fmla="*/ 0 w 236076"/>
              <a:gd name="connsiteY3" fmla="*/ 0 h 69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6076" h="69345">
                <a:moveTo>
                  <a:pt x="0" y="69346"/>
                </a:moveTo>
                <a:lnTo>
                  <a:pt x="236076" y="69346"/>
                </a:lnTo>
                <a:lnTo>
                  <a:pt x="236076" y="0"/>
                </a:lnTo>
                <a:lnTo>
                  <a:pt x="0" y="0"/>
                </a:lnTo>
                <a:close/>
              </a:path>
            </a:pathLst>
          </a:custGeom>
          <a:solidFill>
            <a:srgbClr val="FFEA83"/>
          </a:solidFill>
          <a:ln w="12683" cap="flat">
            <a:noFill/>
            <a:prstDash val="solid"/>
            <a:round/>
          </a:ln>
        </p:spPr>
        <p:txBody>
          <a:bodyPr rtlCol="0" anchor="ctr"/>
          <a:lstStyle/>
          <a:p>
            <a:endParaRPr lang="de-CH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691" name="Freeform: Shape 3690">
            <a:extLst>
              <a:ext uri="{FF2B5EF4-FFF2-40B4-BE49-F238E27FC236}">
                <a16:creationId xmlns:a16="http://schemas.microsoft.com/office/drawing/2014/main" id="{D8D46329-2673-807F-0D36-F91761445CCA}"/>
              </a:ext>
            </a:extLst>
          </p:cNvPr>
          <p:cNvSpPr/>
          <p:nvPr/>
        </p:nvSpPr>
        <p:spPr>
          <a:xfrm>
            <a:off x="7332888" y="2693572"/>
            <a:ext cx="566645" cy="413421"/>
          </a:xfrm>
          <a:custGeom>
            <a:avLst/>
            <a:gdLst>
              <a:gd name="connsiteX0" fmla="*/ 0 w 236076"/>
              <a:gd name="connsiteY0" fmla="*/ 172240 h 172239"/>
              <a:gd name="connsiteX1" fmla="*/ 236076 w 236076"/>
              <a:gd name="connsiteY1" fmla="*/ 172240 h 172239"/>
              <a:gd name="connsiteX2" fmla="*/ 236076 w 236076"/>
              <a:gd name="connsiteY2" fmla="*/ 0 h 172239"/>
              <a:gd name="connsiteX3" fmla="*/ 0 w 236076"/>
              <a:gd name="connsiteY3" fmla="*/ 0 h 172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6076" h="172239">
                <a:moveTo>
                  <a:pt x="0" y="172240"/>
                </a:moveTo>
                <a:lnTo>
                  <a:pt x="236076" y="172240"/>
                </a:lnTo>
                <a:lnTo>
                  <a:pt x="236076" y="0"/>
                </a:lnTo>
                <a:lnTo>
                  <a:pt x="0" y="0"/>
                </a:lnTo>
                <a:close/>
              </a:path>
            </a:pathLst>
          </a:custGeom>
          <a:solidFill>
            <a:srgbClr val="FFEA83"/>
          </a:solidFill>
          <a:ln w="12683" cap="flat">
            <a:noFill/>
            <a:prstDash val="solid"/>
            <a:round/>
          </a:ln>
        </p:spPr>
        <p:txBody>
          <a:bodyPr rtlCol="0" anchor="ctr"/>
          <a:lstStyle/>
          <a:p>
            <a:endParaRPr lang="de-CH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692" name="Freeform: Shape 3691">
            <a:extLst>
              <a:ext uri="{FF2B5EF4-FFF2-40B4-BE49-F238E27FC236}">
                <a16:creationId xmlns:a16="http://schemas.microsoft.com/office/drawing/2014/main" id="{19E85EAF-313A-B770-E608-375F072312B6}"/>
              </a:ext>
            </a:extLst>
          </p:cNvPr>
          <p:cNvSpPr/>
          <p:nvPr/>
        </p:nvSpPr>
        <p:spPr>
          <a:xfrm>
            <a:off x="3932964" y="6807560"/>
            <a:ext cx="566653" cy="30546"/>
          </a:xfrm>
          <a:custGeom>
            <a:avLst/>
            <a:gdLst>
              <a:gd name="connsiteX0" fmla="*/ 0 w 236079"/>
              <a:gd name="connsiteY0" fmla="*/ 0 h 12726"/>
              <a:gd name="connsiteX1" fmla="*/ 236079 w 236079"/>
              <a:gd name="connsiteY1" fmla="*/ 0 h 12726"/>
              <a:gd name="connsiteX2" fmla="*/ 236079 w 236079"/>
              <a:gd name="connsiteY2" fmla="*/ 0 h 12726"/>
              <a:gd name="connsiteX3" fmla="*/ 0 w 236079"/>
              <a:gd name="connsiteY3" fmla="*/ 0 h 127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6079" h="12726">
                <a:moveTo>
                  <a:pt x="0" y="0"/>
                </a:moveTo>
                <a:lnTo>
                  <a:pt x="236079" y="0"/>
                </a:lnTo>
                <a:lnTo>
                  <a:pt x="236079" y="0"/>
                </a:lnTo>
                <a:lnTo>
                  <a:pt x="0" y="0"/>
                </a:lnTo>
                <a:close/>
              </a:path>
            </a:pathLst>
          </a:custGeom>
          <a:solidFill>
            <a:srgbClr val="75D462"/>
          </a:solidFill>
          <a:ln w="12683" cap="flat">
            <a:noFill/>
            <a:prstDash val="solid"/>
            <a:round/>
          </a:ln>
        </p:spPr>
        <p:txBody>
          <a:bodyPr rtlCol="0" anchor="ctr"/>
          <a:lstStyle/>
          <a:p>
            <a:endParaRPr lang="de-CH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693" name="Freeform: Shape 3692">
            <a:extLst>
              <a:ext uri="{FF2B5EF4-FFF2-40B4-BE49-F238E27FC236}">
                <a16:creationId xmlns:a16="http://schemas.microsoft.com/office/drawing/2014/main" id="{92C59DAA-FE4D-6E81-4DB4-40DBF83141A8}"/>
              </a:ext>
            </a:extLst>
          </p:cNvPr>
          <p:cNvSpPr/>
          <p:nvPr/>
        </p:nvSpPr>
        <p:spPr>
          <a:xfrm>
            <a:off x="5066275" y="4896622"/>
            <a:ext cx="566643" cy="4244"/>
          </a:xfrm>
          <a:custGeom>
            <a:avLst/>
            <a:gdLst>
              <a:gd name="connsiteX0" fmla="*/ 0 w 236075"/>
              <a:gd name="connsiteY0" fmla="*/ 1769 h 1768"/>
              <a:gd name="connsiteX1" fmla="*/ 236075 w 236075"/>
              <a:gd name="connsiteY1" fmla="*/ 1769 h 1768"/>
              <a:gd name="connsiteX2" fmla="*/ 236075 w 236075"/>
              <a:gd name="connsiteY2" fmla="*/ 0 h 1768"/>
              <a:gd name="connsiteX3" fmla="*/ 0 w 236075"/>
              <a:gd name="connsiteY3" fmla="*/ 0 h 1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6075" h="1768">
                <a:moveTo>
                  <a:pt x="0" y="1769"/>
                </a:moveTo>
                <a:lnTo>
                  <a:pt x="236075" y="1769"/>
                </a:lnTo>
                <a:lnTo>
                  <a:pt x="236075" y="0"/>
                </a:lnTo>
                <a:lnTo>
                  <a:pt x="0" y="0"/>
                </a:lnTo>
                <a:close/>
              </a:path>
            </a:pathLst>
          </a:custGeom>
          <a:solidFill>
            <a:srgbClr val="75D462"/>
          </a:solidFill>
          <a:ln w="12683" cap="flat">
            <a:noFill/>
            <a:prstDash val="solid"/>
            <a:round/>
          </a:ln>
        </p:spPr>
        <p:txBody>
          <a:bodyPr rtlCol="0" anchor="ctr"/>
          <a:lstStyle/>
          <a:p>
            <a:endParaRPr lang="de-CH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694" name="Freeform: Shape 3693">
            <a:extLst>
              <a:ext uri="{FF2B5EF4-FFF2-40B4-BE49-F238E27FC236}">
                <a16:creationId xmlns:a16="http://schemas.microsoft.com/office/drawing/2014/main" id="{96454FFE-4DCF-149D-E16C-71F951638458}"/>
              </a:ext>
            </a:extLst>
          </p:cNvPr>
          <p:cNvSpPr/>
          <p:nvPr/>
        </p:nvSpPr>
        <p:spPr>
          <a:xfrm>
            <a:off x="6199595" y="6807560"/>
            <a:ext cx="566645" cy="30546"/>
          </a:xfrm>
          <a:custGeom>
            <a:avLst/>
            <a:gdLst>
              <a:gd name="connsiteX0" fmla="*/ 0 w 236076"/>
              <a:gd name="connsiteY0" fmla="*/ 0 h 12726"/>
              <a:gd name="connsiteX1" fmla="*/ 236076 w 236076"/>
              <a:gd name="connsiteY1" fmla="*/ 0 h 12726"/>
              <a:gd name="connsiteX2" fmla="*/ 236076 w 236076"/>
              <a:gd name="connsiteY2" fmla="*/ 0 h 12726"/>
              <a:gd name="connsiteX3" fmla="*/ 0 w 236076"/>
              <a:gd name="connsiteY3" fmla="*/ 0 h 127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6076" h="12726">
                <a:moveTo>
                  <a:pt x="0" y="0"/>
                </a:moveTo>
                <a:lnTo>
                  <a:pt x="236076" y="0"/>
                </a:lnTo>
                <a:lnTo>
                  <a:pt x="236076" y="0"/>
                </a:lnTo>
                <a:lnTo>
                  <a:pt x="0" y="0"/>
                </a:lnTo>
                <a:close/>
              </a:path>
            </a:pathLst>
          </a:custGeom>
          <a:solidFill>
            <a:srgbClr val="75D462"/>
          </a:solidFill>
          <a:ln w="12683" cap="flat">
            <a:noFill/>
            <a:prstDash val="solid"/>
            <a:round/>
          </a:ln>
        </p:spPr>
        <p:txBody>
          <a:bodyPr rtlCol="0" anchor="ctr"/>
          <a:lstStyle/>
          <a:p>
            <a:endParaRPr lang="de-CH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695" name="Freeform: Shape 3694">
            <a:extLst>
              <a:ext uri="{FF2B5EF4-FFF2-40B4-BE49-F238E27FC236}">
                <a16:creationId xmlns:a16="http://schemas.microsoft.com/office/drawing/2014/main" id="{4E111270-5DD6-938C-37AF-BE5AE28AA825}"/>
              </a:ext>
            </a:extLst>
          </p:cNvPr>
          <p:cNvSpPr/>
          <p:nvPr/>
        </p:nvSpPr>
        <p:spPr>
          <a:xfrm>
            <a:off x="7332888" y="2689323"/>
            <a:ext cx="566645" cy="4249"/>
          </a:xfrm>
          <a:custGeom>
            <a:avLst/>
            <a:gdLst>
              <a:gd name="connsiteX0" fmla="*/ 0 w 236076"/>
              <a:gd name="connsiteY0" fmla="*/ 1770 h 1770"/>
              <a:gd name="connsiteX1" fmla="*/ 236076 w 236076"/>
              <a:gd name="connsiteY1" fmla="*/ 1770 h 1770"/>
              <a:gd name="connsiteX2" fmla="*/ 236076 w 236076"/>
              <a:gd name="connsiteY2" fmla="*/ 0 h 1770"/>
              <a:gd name="connsiteX3" fmla="*/ 0 w 236076"/>
              <a:gd name="connsiteY3" fmla="*/ 0 h 1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6076" h="1770">
                <a:moveTo>
                  <a:pt x="0" y="1770"/>
                </a:moveTo>
                <a:lnTo>
                  <a:pt x="236076" y="1770"/>
                </a:lnTo>
                <a:lnTo>
                  <a:pt x="236076" y="0"/>
                </a:lnTo>
                <a:lnTo>
                  <a:pt x="0" y="0"/>
                </a:lnTo>
                <a:close/>
              </a:path>
            </a:pathLst>
          </a:custGeom>
          <a:solidFill>
            <a:srgbClr val="75D462"/>
          </a:solidFill>
          <a:ln w="12683" cap="flat">
            <a:noFill/>
            <a:prstDash val="solid"/>
            <a:round/>
          </a:ln>
        </p:spPr>
        <p:txBody>
          <a:bodyPr rtlCol="0" anchor="ctr"/>
          <a:lstStyle/>
          <a:p>
            <a:endParaRPr lang="de-CH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696" name="Freeform: Shape 3695">
            <a:extLst>
              <a:ext uri="{FF2B5EF4-FFF2-40B4-BE49-F238E27FC236}">
                <a16:creationId xmlns:a16="http://schemas.microsoft.com/office/drawing/2014/main" id="{AD8DC8D6-460D-E4E9-E108-8E7AD7AD7D47}"/>
              </a:ext>
            </a:extLst>
          </p:cNvPr>
          <p:cNvSpPr/>
          <p:nvPr/>
        </p:nvSpPr>
        <p:spPr>
          <a:xfrm>
            <a:off x="3932964" y="5727126"/>
            <a:ext cx="566653" cy="427"/>
          </a:xfrm>
          <a:custGeom>
            <a:avLst/>
            <a:gdLst>
              <a:gd name="connsiteX0" fmla="*/ 0 w 236079"/>
              <a:gd name="connsiteY0" fmla="*/ 178 h 178"/>
              <a:gd name="connsiteX1" fmla="*/ 236079 w 236079"/>
              <a:gd name="connsiteY1" fmla="*/ 178 h 178"/>
              <a:gd name="connsiteX2" fmla="*/ 236079 w 236079"/>
              <a:gd name="connsiteY2" fmla="*/ 0 h 178"/>
              <a:gd name="connsiteX3" fmla="*/ 0 w 236079"/>
              <a:gd name="connsiteY3" fmla="*/ 0 h 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6079" h="178">
                <a:moveTo>
                  <a:pt x="0" y="178"/>
                </a:moveTo>
                <a:lnTo>
                  <a:pt x="236079" y="178"/>
                </a:lnTo>
                <a:lnTo>
                  <a:pt x="236079" y="0"/>
                </a:lnTo>
                <a:lnTo>
                  <a:pt x="0" y="0"/>
                </a:lnTo>
                <a:close/>
              </a:path>
            </a:pathLst>
          </a:custGeom>
          <a:solidFill>
            <a:srgbClr val="5AE9F6"/>
          </a:solidFill>
          <a:ln w="12683" cap="flat">
            <a:noFill/>
            <a:prstDash val="solid"/>
            <a:round/>
          </a:ln>
        </p:spPr>
        <p:txBody>
          <a:bodyPr rtlCol="0" anchor="ctr"/>
          <a:lstStyle/>
          <a:p>
            <a:endParaRPr lang="de-CH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697" name="Freeform: Shape 3696">
            <a:extLst>
              <a:ext uri="{FF2B5EF4-FFF2-40B4-BE49-F238E27FC236}">
                <a16:creationId xmlns:a16="http://schemas.microsoft.com/office/drawing/2014/main" id="{C9C0963F-AD99-4D31-631D-4A7FD91A33CE}"/>
              </a:ext>
            </a:extLst>
          </p:cNvPr>
          <p:cNvSpPr/>
          <p:nvPr/>
        </p:nvSpPr>
        <p:spPr>
          <a:xfrm>
            <a:off x="5066275" y="4869833"/>
            <a:ext cx="566643" cy="26787"/>
          </a:xfrm>
          <a:custGeom>
            <a:avLst/>
            <a:gdLst>
              <a:gd name="connsiteX0" fmla="*/ 0 w 236075"/>
              <a:gd name="connsiteY0" fmla="*/ 11161 h 11160"/>
              <a:gd name="connsiteX1" fmla="*/ 236075 w 236075"/>
              <a:gd name="connsiteY1" fmla="*/ 11161 h 11160"/>
              <a:gd name="connsiteX2" fmla="*/ 236075 w 236075"/>
              <a:gd name="connsiteY2" fmla="*/ 0 h 11160"/>
              <a:gd name="connsiteX3" fmla="*/ 0 w 236075"/>
              <a:gd name="connsiteY3" fmla="*/ 0 h 11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6075" h="11160">
                <a:moveTo>
                  <a:pt x="0" y="11161"/>
                </a:moveTo>
                <a:lnTo>
                  <a:pt x="236075" y="11161"/>
                </a:lnTo>
                <a:lnTo>
                  <a:pt x="236075" y="0"/>
                </a:lnTo>
                <a:lnTo>
                  <a:pt x="0" y="0"/>
                </a:lnTo>
                <a:close/>
              </a:path>
            </a:pathLst>
          </a:custGeom>
          <a:solidFill>
            <a:srgbClr val="5AE9F6"/>
          </a:solidFill>
          <a:ln w="12683" cap="flat">
            <a:noFill/>
            <a:prstDash val="solid"/>
            <a:round/>
          </a:ln>
        </p:spPr>
        <p:txBody>
          <a:bodyPr rtlCol="0" anchor="ctr"/>
          <a:lstStyle/>
          <a:p>
            <a:endParaRPr lang="de-CH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698" name="Freeform: Shape 3697">
            <a:extLst>
              <a:ext uri="{FF2B5EF4-FFF2-40B4-BE49-F238E27FC236}">
                <a16:creationId xmlns:a16="http://schemas.microsoft.com/office/drawing/2014/main" id="{557B6127-9BC0-CDFF-1FD9-A15975D5C6D9}"/>
              </a:ext>
            </a:extLst>
          </p:cNvPr>
          <p:cNvSpPr/>
          <p:nvPr/>
        </p:nvSpPr>
        <p:spPr>
          <a:xfrm>
            <a:off x="6199595" y="5437297"/>
            <a:ext cx="566645" cy="427"/>
          </a:xfrm>
          <a:custGeom>
            <a:avLst/>
            <a:gdLst>
              <a:gd name="connsiteX0" fmla="*/ 0 w 236076"/>
              <a:gd name="connsiteY0" fmla="*/ 178 h 178"/>
              <a:gd name="connsiteX1" fmla="*/ 236076 w 236076"/>
              <a:gd name="connsiteY1" fmla="*/ 178 h 178"/>
              <a:gd name="connsiteX2" fmla="*/ 236076 w 236076"/>
              <a:gd name="connsiteY2" fmla="*/ 0 h 178"/>
              <a:gd name="connsiteX3" fmla="*/ 0 w 236076"/>
              <a:gd name="connsiteY3" fmla="*/ 0 h 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6076" h="178">
                <a:moveTo>
                  <a:pt x="0" y="178"/>
                </a:moveTo>
                <a:lnTo>
                  <a:pt x="236076" y="178"/>
                </a:lnTo>
                <a:lnTo>
                  <a:pt x="236076" y="0"/>
                </a:lnTo>
                <a:lnTo>
                  <a:pt x="0" y="0"/>
                </a:lnTo>
                <a:close/>
              </a:path>
            </a:pathLst>
          </a:custGeom>
          <a:solidFill>
            <a:srgbClr val="5AE9F6"/>
          </a:solidFill>
          <a:ln w="12683" cap="flat">
            <a:noFill/>
            <a:prstDash val="solid"/>
            <a:round/>
          </a:ln>
        </p:spPr>
        <p:txBody>
          <a:bodyPr rtlCol="0" anchor="ctr"/>
          <a:lstStyle/>
          <a:p>
            <a:endParaRPr lang="de-CH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699" name="Freeform: Shape 3698">
            <a:extLst>
              <a:ext uri="{FF2B5EF4-FFF2-40B4-BE49-F238E27FC236}">
                <a16:creationId xmlns:a16="http://schemas.microsoft.com/office/drawing/2014/main" id="{886D0E95-84B4-97D5-00A2-003EDC3BF584}"/>
              </a:ext>
            </a:extLst>
          </p:cNvPr>
          <p:cNvSpPr/>
          <p:nvPr/>
        </p:nvSpPr>
        <p:spPr>
          <a:xfrm>
            <a:off x="7332888" y="2662541"/>
            <a:ext cx="566645" cy="26782"/>
          </a:xfrm>
          <a:custGeom>
            <a:avLst/>
            <a:gdLst>
              <a:gd name="connsiteX0" fmla="*/ 0 w 236076"/>
              <a:gd name="connsiteY0" fmla="*/ 11158 h 11158"/>
              <a:gd name="connsiteX1" fmla="*/ 236076 w 236076"/>
              <a:gd name="connsiteY1" fmla="*/ 11158 h 11158"/>
              <a:gd name="connsiteX2" fmla="*/ 236076 w 236076"/>
              <a:gd name="connsiteY2" fmla="*/ 0 h 11158"/>
              <a:gd name="connsiteX3" fmla="*/ 0 w 236076"/>
              <a:gd name="connsiteY3" fmla="*/ 0 h 11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6076" h="11158">
                <a:moveTo>
                  <a:pt x="0" y="11158"/>
                </a:moveTo>
                <a:lnTo>
                  <a:pt x="236076" y="11158"/>
                </a:lnTo>
                <a:lnTo>
                  <a:pt x="236076" y="0"/>
                </a:lnTo>
                <a:lnTo>
                  <a:pt x="0" y="0"/>
                </a:lnTo>
                <a:close/>
              </a:path>
            </a:pathLst>
          </a:custGeom>
          <a:solidFill>
            <a:srgbClr val="5AE9F6"/>
          </a:solidFill>
          <a:ln w="12683" cap="flat">
            <a:noFill/>
            <a:prstDash val="solid"/>
            <a:round/>
          </a:ln>
        </p:spPr>
        <p:txBody>
          <a:bodyPr rtlCol="0" anchor="ctr"/>
          <a:lstStyle/>
          <a:p>
            <a:endParaRPr lang="de-CH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700" name="Freeform: Shape 3699">
            <a:extLst>
              <a:ext uri="{FF2B5EF4-FFF2-40B4-BE49-F238E27FC236}">
                <a16:creationId xmlns:a16="http://schemas.microsoft.com/office/drawing/2014/main" id="{0BBF1F8A-8F5A-4271-BFAA-E1D7A2251F32}"/>
              </a:ext>
            </a:extLst>
          </p:cNvPr>
          <p:cNvSpPr/>
          <p:nvPr/>
        </p:nvSpPr>
        <p:spPr>
          <a:xfrm>
            <a:off x="3932964" y="5706780"/>
            <a:ext cx="566653" cy="20342"/>
          </a:xfrm>
          <a:custGeom>
            <a:avLst/>
            <a:gdLst>
              <a:gd name="connsiteX0" fmla="*/ 0 w 236079"/>
              <a:gd name="connsiteY0" fmla="*/ 8476 h 8475"/>
              <a:gd name="connsiteX1" fmla="*/ 236079 w 236079"/>
              <a:gd name="connsiteY1" fmla="*/ 8476 h 8475"/>
              <a:gd name="connsiteX2" fmla="*/ 236079 w 236079"/>
              <a:gd name="connsiteY2" fmla="*/ 0 h 8475"/>
              <a:gd name="connsiteX3" fmla="*/ 0 w 236079"/>
              <a:gd name="connsiteY3" fmla="*/ 0 h 8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6079" h="8475">
                <a:moveTo>
                  <a:pt x="0" y="8476"/>
                </a:moveTo>
                <a:lnTo>
                  <a:pt x="236079" y="8476"/>
                </a:lnTo>
                <a:lnTo>
                  <a:pt x="236079" y="0"/>
                </a:lnTo>
                <a:lnTo>
                  <a:pt x="0" y="0"/>
                </a:lnTo>
                <a:close/>
              </a:path>
            </a:pathLst>
          </a:custGeom>
          <a:solidFill>
            <a:srgbClr val="5596FF"/>
          </a:solidFill>
          <a:ln w="12683" cap="flat">
            <a:noFill/>
            <a:prstDash val="solid"/>
            <a:round/>
          </a:ln>
        </p:spPr>
        <p:txBody>
          <a:bodyPr rtlCol="0" anchor="ctr"/>
          <a:lstStyle/>
          <a:p>
            <a:endParaRPr lang="de-CH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701" name="Freeform: Shape 3700">
            <a:extLst>
              <a:ext uri="{FF2B5EF4-FFF2-40B4-BE49-F238E27FC236}">
                <a16:creationId xmlns:a16="http://schemas.microsoft.com/office/drawing/2014/main" id="{8CF2229C-1D7F-0ED6-7B4F-41C962D6D63D}"/>
              </a:ext>
            </a:extLst>
          </p:cNvPr>
          <p:cNvSpPr/>
          <p:nvPr/>
        </p:nvSpPr>
        <p:spPr>
          <a:xfrm>
            <a:off x="5066275" y="4679098"/>
            <a:ext cx="566643" cy="190732"/>
          </a:xfrm>
          <a:custGeom>
            <a:avLst/>
            <a:gdLst>
              <a:gd name="connsiteX0" fmla="*/ 0 w 236075"/>
              <a:gd name="connsiteY0" fmla="*/ 79463 h 79463"/>
              <a:gd name="connsiteX1" fmla="*/ 236075 w 236075"/>
              <a:gd name="connsiteY1" fmla="*/ 79463 h 79463"/>
              <a:gd name="connsiteX2" fmla="*/ 236075 w 236075"/>
              <a:gd name="connsiteY2" fmla="*/ 0 h 79463"/>
              <a:gd name="connsiteX3" fmla="*/ 0 w 236075"/>
              <a:gd name="connsiteY3" fmla="*/ 0 h 79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6075" h="79463">
                <a:moveTo>
                  <a:pt x="0" y="79463"/>
                </a:moveTo>
                <a:lnTo>
                  <a:pt x="236075" y="79463"/>
                </a:lnTo>
                <a:lnTo>
                  <a:pt x="236075" y="0"/>
                </a:lnTo>
                <a:lnTo>
                  <a:pt x="0" y="0"/>
                </a:lnTo>
                <a:close/>
              </a:path>
            </a:pathLst>
          </a:custGeom>
          <a:solidFill>
            <a:srgbClr val="5596FF"/>
          </a:solidFill>
          <a:ln w="12683" cap="flat">
            <a:noFill/>
            <a:prstDash val="solid"/>
            <a:round/>
          </a:ln>
        </p:spPr>
        <p:txBody>
          <a:bodyPr rtlCol="0" anchor="ctr"/>
          <a:lstStyle/>
          <a:p>
            <a:endParaRPr lang="de-CH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702" name="Freeform: Shape 3701">
            <a:extLst>
              <a:ext uri="{FF2B5EF4-FFF2-40B4-BE49-F238E27FC236}">
                <a16:creationId xmlns:a16="http://schemas.microsoft.com/office/drawing/2014/main" id="{35BDEF5C-4C25-BF0D-BA22-A3DB3B011553}"/>
              </a:ext>
            </a:extLst>
          </p:cNvPr>
          <p:cNvSpPr/>
          <p:nvPr/>
        </p:nvSpPr>
        <p:spPr>
          <a:xfrm>
            <a:off x="6199595" y="5416984"/>
            <a:ext cx="566645" cy="20311"/>
          </a:xfrm>
          <a:custGeom>
            <a:avLst/>
            <a:gdLst>
              <a:gd name="connsiteX0" fmla="*/ 0 w 236076"/>
              <a:gd name="connsiteY0" fmla="*/ 8463 h 8462"/>
              <a:gd name="connsiteX1" fmla="*/ 236076 w 236076"/>
              <a:gd name="connsiteY1" fmla="*/ 8463 h 8462"/>
              <a:gd name="connsiteX2" fmla="*/ 236076 w 236076"/>
              <a:gd name="connsiteY2" fmla="*/ 0 h 8462"/>
              <a:gd name="connsiteX3" fmla="*/ 0 w 236076"/>
              <a:gd name="connsiteY3" fmla="*/ 0 h 8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6076" h="8462">
                <a:moveTo>
                  <a:pt x="0" y="8463"/>
                </a:moveTo>
                <a:lnTo>
                  <a:pt x="236076" y="8463"/>
                </a:lnTo>
                <a:lnTo>
                  <a:pt x="236076" y="0"/>
                </a:lnTo>
                <a:lnTo>
                  <a:pt x="0" y="0"/>
                </a:lnTo>
                <a:close/>
              </a:path>
            </a:pathLst>
          </a:custGeom>
          <a:solidFill>
            <a:srgbClr val="5596FF"/>
          </a:solidFill>
          <a:ln w="12683" cap="flat">
            <a:noFill/>
            <a:prstDash val="solid"/>
            <a:round/>
          </a:ln>
        </p:spPr>
        <p:txBody>
          <a:bodyPr rtlCol="0" anchor="ctr"/>
          <a:lstStyle/>
          <a:p>
            <a:endParaRPr lang="de-CH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703" name="Freeform: Shape 3702">
            <a:extLst>
              <a:ext uri="{FF2B5EF4-FFF2-40B4-BE49-F238E27FC236}">
                <a16:creationId xmlns:a16="http://schemas.microsoft.com/office/drawing/2014/main" id="{F0406B35-7CA9-1893-A2AE-CAC9C4C0DBCB}"/>
              </a:ext>
            </a:extLst>
          </p:cNvPr>
          <p:cNvSpPr/>
          <p:nvPr/>
        </p:nvSpPr>
        <p:spPr>
          <a:xfrm>
            <a:off x="7332888" y="2471804"/>
            <a:ext cx="566645" cy="190735"/>
          </a:xfrm>
          <a:custGeom>
            <a:avLst/>
            <a:gdLst>
              <a:gd name="connsiteX0" fmla="*/ 0 w 236076"/>
              <a:gd name="connsiteY0" fmla="*/ 79465 h 79464"/>
              <a:gd name="connsiteX1" fmla="*/ 236076 w 236076"/>
              <a:gd name="connsiteY1" fmla="*/ 79465 h 79464"/>
              <a:gd name="connsiteX2" fmla="*/ 236076 w 236076"/>
              <a:gd name="connsiteY2" fmla="*/ 0 h 79464"/>
              <a:gd name="connsiteX3" fmla="*/ 0 w 236076"/>
              <a:gd name="connsiteY3" fmla="*/ 0 h 794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6076" h="79464">
                <a:moveTo>
                  <a:pt x="0" y="79465"/>
                </a:moveTo>
                <a:lnTo>
                  <a:pt x="236076" y="79465"/>
                </a:lnTo>
                <a:lnTo>
                  <a:pt x="236076" y="0"/>
                </a:lnTo>
                <a:lnTo>
                  <a:pt x="0" y="0"/>
                </a:lnTo>
                <a:close/>
              </a:path>
            </a:pathLst>
          </a:custGeom>
          <a:solidFill>
            <a:srgbClr val="5596FF"/>
          </a:solidFill>
          <a:ln w="12683" cap="flat">
            <a:noFill/>
            <a:prstDash val="solid"/>
            <a:round/>
          </a:ln>
        </p:spPr>
        <p:txBody>
          <a:bodyPr rtlCol="0" anchor="ctr"/>
          <a:lstStyle/>
          <a:p>
            <a:endParaRPr lang="de-CH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704" name="Freeform: Shape 3703">
            <a:extLst>
              <a:ext uri="{FF2B5EF4-FFF2-40B4-BE49-F238E27FC236}">
                <a16:creationId xmlns:a16="http://schemas.microsoft.com/office/drawing/2014/main" id="{6A22AF06-2759-1E52-1B7A-C208DF9EA62B}"/>
              </a:ext>
            </a:extLst>
          </p:cNvPr>
          <p:cNvSpPr/>
          <p:nvPr/>
        </p:nvSpPr>
        <p:spPr>
          <a:xfrm>
            <a:off x="3932964" y="6807560"/>
            <a:ext cx="566653" cy="30546"/>
          </a:xfrm>
          <a:custGeom>
            <a:avLst/>
            <a:gdLst>
              <a:gd name="connsiteX0" fmla="*/ 0 w 236079"/>
              <a:gd name="connsiteY0" fmla="*/ 0 h 12726"/>
              <a:gd name="connsiteX1" fmla="*/ 236079 w 236079"/>
              <a:gd name="connsiteY1" fmla="*/ 0 h 12726"/>
              <a:gd name="connsiteX2" fmla="*/ 236079 w 236079"/>
              <a:gd name="connsiteY2" fmla="*/ 0 h 12726"/>
              <a:gd name="connsiteX3" fmla="*/ 0 w 236079"/>
              <a:gd name="connsiteY3" fmla="*/ 0 h 127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6079" h="12726">
                <a:moveTo>
                  <a:pt x="0" y="0"/>
                </a:moveTo>
                <a:lnTo>
                  <a:pt x="236079" y="0"/>
                </a:lnTo>
                <a:lnTo>
                  <a:pt x="236079" y="0"/>
                </a:lnTo>
                <a:lnTo>
                  <a:pt x="0" y="0"/>
                </a:lnTo>
                <a:close/>
              </a:path>
            </a:pathLst>
          </a:custGeom>
          <a:solidFill>
            <a:srgbClr val="674CFF"/>
          </a:solidFill>
          <a:ln w="12683" cap="flat">
            <a:noFill/>
            <a:prstDash val="solid"/>
            <a:round/>
          </a:ln>
        </p:spPr>
        <p:txBody>
          <a:bodyPr rtlCol="0" anchor="ctr"/>
          <a:lstStyle/>
          <a:p>
            <a:endParaRPr lang="de-CH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705" name="Freeform: Shape 3704">
            <a:extLst>
              <a:ext uri="{FF2B5EF4-FFF2-40B4-BE49-F238E27FC236}">
                <a16:creationId xmlns:a16="http://schemas.microsoft.com/office/drawing/2014/main" id="{1F4ECCDB-247A-E7F3-4550-1F6CE609FC88}"/>
              </a:ext>
            </a:extLst>
          </p:cNvPr>
          <p:cNvSpPr/>
          <p:nvPr/>
        </p:nvSpPr>
        <p:spPr>
          <a:xfrm>
            <a:off x="5066275" y="6807560"/>
            <a:ext cx="566643" cy="30546"/>
          </a:xfrm>
          <a:custGeom>
            <a:avLst/>
            <a:gdLst>
              <a:gd name="connsiteX0" fmla="*/ 0 w 236075"/>
              <a:gd name="connsiteY0" fmla="*/ 0 h 12726"/>
              <a:gd name="connsiteX1" fmla="*/ 236075 w 236075"/>
              <a:gd name="connsiteY1" fmla="*/ 0 h 12726"/>
              <a:gd name="connsiteX2" fmla="*/ 236075 w 236075"/>
              <a:gd name="connsiteY2" fmla="*/ 0 h 12726"/>
              <a:gd name="connsiteX3" fmla="*/ 0 w 236075"/>
              <a:gd name="connsiteY3" fmla="*/ 0 h 127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6075" h="12726">
                <a:moveTo>
                  <a:pt x="0" y="0"/>
                </a:moveTo>
                <a:lnTo>
                  <a:pt x="236075" y="0"/>
                </a:lnTo>
                <a:lnTo>
                  <a:pt x="236075" y="0"/>
                </a:lnTo>
                <a:lnTo>
                  <a:pt x="0" y="0"/>
                </a:lnTo>
                <a:close/>
              </a:path>
            </a:pathLst>
          </a:custGeom>
          <a:solidFill>
            <a:srgbClr val="674CFF"/>
          </a:solidFill>
          <a:ln w="12683" cap="flat">
            <a:noFill/>
            <a:prstDash val="solid"/>
            <a:round/>
          </a:ln>
        </p:spPr>
        <p:txBody>
          <a:bodyPr rtlCol="0" anchor="ctr"/>
          <a:lstStyle/>
          <a:p>
            <a:endParaRPr lang="de-CH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706" name="Freeform: Shape 3705">
            <a:extLst>
              <a:ext uri="{FF2B5EF4-FFF2-40B4-BE49-F238E27FC236}">
                <a16:creationId xmlns:a16="http://schemas.microsoft.com/office/drawing/2014/main" id="{C61D7501-2A5F-67AA-3FAF-A6CE979D9C0E}"/>
              </a:ext>
            </a:extLst>
          </p:cNvPr>
          <p:cNvSpPr/>
          <p:nvPr/>
        </p:nvSpPr>
        <p:spPr>
          <a:xfrm>
            <a:off x="6199595" y="6807560"/>
            <a:ext cx="566645" cy="30546"/>
          </a:xfrm>
          <a:custGeom>
            <a:avLst/>
            <a:gdLst>
              <a:gd name="connsiteX0" fmla="*/ 0 w 236076"/>
              <a:gd name="connsiteY0" fmla="*/ 0 h 12726"/>
              <a:gd name="connsiteX1" fmla="*/ 236076 w 236076"/>
              <a:gd name="connsiteY1" fmla="*/ 0 h 12726"/>
              <a:gd name="connsiteX2" fmla="*/ 236076 w 236076"/>
              <a:gd name="connsiteY2" fmla="*/ 0 h 12726"/>
              <a:gd name="connsiteX3" fmla="*/ 0 w 236076"/>
              <a:gd name="connsiteY3" fmla="*/ 0 h 127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6076" h="12726">
                <a:moveTo>
                  <a:pt x="0" y="0"/>
                </a:moveTo>
                <a:lnTo>
                  <a:pt x="236076" y="0"/>
                </a:lnTo>
                <a:lnTo>
                  <a:pt x="236076" y="0"/>
                </a:lnTo>
                <a:lnTo>
                  <a:pt x="0" y="0"/>
                </a:lnTo>
                <a:close/>
              </a:path>
            </a:pathLst>
          </a:custGeom>
          <a:solidFill>
            <a:srgbClr val="674CFF"/>
          </a:solidFill>
          <a:ln w="12683" cap="flat">
            <a:noFill/>
            <a:prstDash val="solid"/>
            <a:round/>
          </a:ln>
        </p:spPr>
        <p:txBody>
          <a:bodyPr rtlCol="0" anchor="ctr"/>
          <a:lstStyle/>
          <a:p>
            <a:endParaRPr lang="de-CH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707" name="Freeform: Shape 3706">
            <a:extLst>
              <a:ext uri="{FF2B5EF4-FFF2-40B4-BE49-F238E27FC236}">
                <a16:creationId xmlns:a16="http://schemas.microsoft.com/office/drawing/2014/main" id="{BE6A58E1-B984-4A18-68E6-A24B3A7686B0}"/>
              </a:ext>
            </a:extLst>
          </p:cNvPr>
          <p:cNvSpPr/>
          <p:nvPr/>
        </p:nvSpPr>
        <p:spPr>
          <a:xfrm>
            <a:off x="7332888" y="6807560"/>
            <a:ext cx="566645" cy="30546"/>
          </a:xfrm>
          <a:custGeom>
            <a:avLst/>
            <a:gdLst>
              <a:gd name="connsiteX0" fmla="*/ 0 w 236076"/>
              <a:gd name="connsiteY0" fmla="*/ 0 h 12726"/>
              <a:gd name="connsiteX1" fmla="*/ 236076 w 236076"/>
              <a:gd name="connsiteY1" fmla="*/ 0 h 12726"/>
              <a:gd name="connsiteX2" fmla="*/ 236076 w 236076"/>
              <a:gd name="connsiteY2" fmla="*/ 0 h 12726"/>
              <a:gd name="connsiteX3" fmla="*/ 0 w 236076"/>
              <a:gd name="connsiteY3" fmla="*/ 0 h 127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6076" h="12726">
                <a:moveTo>
                  <a:pt x="0" y="0"/>
                </a:moveTo>
                <a:lnTo>
                  <a:pt x="236076" y="0"/>
                </a:lnTo>
                <a:lnTo>
                  <a:pt x="236076" y="0"/>
                </a:lnTo>
                <a:lnTo>
                  <a:pt x="0" y="0"/>
                </a:lnTo>
                <a:close/>
              </a:path>
            </a:pathLst>
          </a:custGeom>
          <a:solidFill>
            <a:srgbClr val="674CFF"/>
          </a:solidFill>
          <a:ln w="12683" cap="flat">
            <a:noFill/>
            <a:prstDash val="solid"/>
            <a:round/>
          </a:ln>
        </p:spPr>
        <p:txBody>
          <a:bodyPr rtlCol="0" anchor="ctr"/>
          <a:lstStyle/>
          <a:p>
            <a:endParaRPr lang="de-CH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grpSp>
        <p:nvGrpSpPr>
          <p:cNvPr id="3708" name="Graphic 3238">
            <a:extLst>
              <a:ext uri="{FF2B5EF4-FFF2-40B4-BE49-F238E27FC236}">
                <a16:creationId xmlns:a16="http://schemas.microsoft.com/office/drawing/2014/main" id="{88164F78-DF96-2503-0AA1-263D2FF70BAE}"/>
              </a:ext>
            </a:extLst>
          </p:cNvPr>
          <p:cNvGrpSpPr/>
          <p:nvPr/>
        </p:nvGrpSpPr>
        <p:grpSpPr>
          <a:xfrm>
            <a:off x="4216289" y="2459027"/>
            <a:ext cx="3399936" cy="3493532"/>
            <a:chOff x="6977115" y="8692321"/>
            <a:chExt cx="1416481" cy="1455475"/>
          </a:xfrm>
          <a:noFill/>
        </p:grpSpPr>
        <p:sp>
          <p:nvSpPr>
            <p:cNvPr id="3778" name="Freeform: Shape 3777">
              <a:extLst>
                <a:ext uri="{FF2B5EF4-FFF2-40B4-BE49-F238E27FC236}">
                  <a16:creationId xmlns:a16="http://schemas.microsoft.com/office/drawing/2014/main" id="{8875BF9E-C06F-F40D-E67A-C14207F0FE8D}"/>
                </a:ext>
              </a:extLst>
            </p:cNvPr>
            <p:cNvSpPr/>
            <p:nvPr/>
          </p:nvSpPr>
          <p:spPr>
            <a:xfrm>
              <a:off x="6977115" y="9823872"/>
              <a:ext cx="12683" cy="323923"/>
            </a:xfrm>
            <a:custGeom>
              <a:avLst/>
              <a:gdLst>
                <a:gd name="connsiteX0" fmla="*/ 0 w 12683"/>
                <a:gd name="connsiteY0" fmla="*/ 323924 h 323923"/>
                <a:gd name="connsiteX1" fmla="*/ 0 w 12683"/>
                <a:gd name="connsiteY1" fmla="*/ 0 h 323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83" h="323923">
                  <a:moveTo>
                    <a:pt x="0" y="323924"/>
                  </a:moveTo>
                  <a:lnTo>
                    <a:pt x="0" y="0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CH" dirty="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779" name="Freeform: Shape 3778">
              <a:extLst>
                <a:ext uri="{FF2B5EF4-FFF2-40B4-BE49-F238E27FC236}">
                  <a16:creationId xmlns:a16="http://schemas.microsoft.com/office/drawing/2014/main" id="{570786C8-D9F1-46F1-03F9-2E9DE1D95707}"/>
                </a:ext>
              </a:extLst>
            </p:cNvPr>
            <p:cNvSpPr/>
            <p:nvPr/>
          </p:nvSpPr>
          <p:spPr>
            <a:xfrm>
              <a:off x="7449274" y="9567907"/>
              <a:ext cx="12683" cy="221018"/>
            </a:xfrm>
            <a:custGeom>
              <a:avLst/>
              <a:gdLst>
                <a:gd name="connsiteX0" fmla="*/ 0 w 12683"/>
                <a:gd name="connsiteY0" fmla="*/ 221019 h 221018"/>
                <a:gd name="connsiteX1" fmla="*/ 0 w 12683"/>
                <a:gd name="connsiteY1" fmla="*/ 0 h 221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83" h="221018">
                  <a:moveTo>
                    <a:pt x="0" y="221019"/>
                  </a:moveTo>
                  <a:lnTo>
                    <a:pt x="0" y="0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780" name="Freeform: Shape 3779">
              <a:extLst>
                <a:ext uri="{FF2B5EF4-FFF2-40B4-BE49-F238E27FC236}">
                  <a16:creationId xmlns:a16="http://schemas.microsoft.com/office/drawing/2014/main" id="{5CB0A56E-32FE-4618-DC43-45DC65D3BE11}"/>
                </a:ext>
              </a:extLst>
            </p:cNvPr>
            <p:cNvSpPr/>
            <p:nvPr/>
          </p:nvSpPr>
          <p:spPr>
            <a:xfrm>
              <a:off x="7921431" y="9625011"/>
              <a:ext cx="12683" cy="490180"/>
            </a:xfrm>
            <a:custGeom>
              <a:avLst/>
              <a:gdLst>
                <a:gd name="connsiteX0" fmla="*/ 0 w 12683"/>
                <a:gd name="connsiteY0" fmla="*/ 490181 h 490180"/>
                <a:gd name="connsiteX1" fmla="*/ 0 w 12683"/>
                <a:gd name="connsiteY1" fmla="*/ 0 h 490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83" h="490180">
                  <a:moveTo>
                    <a:pt x="0" y="490181"/>
                  </a:moveTo>
                  <a:lnTo>
                    <a:pt x="0" y="0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781" name="Freeform: Shape 3780">
              <a:extLst>
                <a:ext uri="{FF2B5EF4-FFF2-40B4-BE49-F238E27FC236}">
                  <a16:creationId xmlns:a16="http://schemas.microsoft.com/office/drawing/2014/main" id="{07AA91C5-0E15-1247-34B9-DF0232B97F00}"/>
                </a:ext>
              </a:extLst>
            </p:cNvPr>
            <p:cNvSpPr/>
            <p:nvPr/>
          </p:nvSpPr>
          <p:spPr>
            <a:xfrm>
              <a:off x="8393597" y="8692321"/>
              <a:ext cx="12683" cy="9422"/>
            </a:xfrm>
            <a:custGeom>
              <a:avLst/>
              <a:gdLst>
                <a:gd name="connsiteX0" fmla="*/ 0 w 12683"/>
                <a:gd name="connsiteY0" fmla="*/ 9423 h 9422"/>
                <a:gd name="connsiteX1" fmla="*/ 0 w 12683"/>
                <a:gd name="connsiteY1" fmla="*/ 0 h 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83" h="9422">
                  <a:moveTo>
                    <a:pt x="0" y="9423"/>
                  </a:moveTo>
                  <a:lnTo>
                    <a:pt x="0" y="0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</p:grpSp>
      <p:grpSp>
        <p:nvGrpSpPr>
          <p:cNvPr id="3709" name="Graphic 3238">
            <a:extLst>
              <a:ext uri="{FF2B5EF4-FFF2-40B4-BE49-F238E27FC236}">
                <a16:creationId xmlns:a16="http://schemas.microsoft.com/office/drawing/2014/main" id="{43C7EF94-5F7F-FCB3-BE75-821305392CDE}"/>
              </a:ext>
            </a:extLst>
          </p:cNvPr>
          <p:cNvGrpSpPr/>
          <p:nvPr/>
        </p:nvGrpSpPr>
        <p:grpSpPr>
          <a:xfrm>
            <a:off x="4124962" y="2481643"/>
            <a:ext cx="3582598" cy="3470914"/>
            <a:chOff x="6939065" y="8701743"/>
            <a:chExt cx="1492582" cy="1446052"/>
          </a:xfrm>
          <a:solidFill>
            <a:srgbClr val="000000"/>
          </a:solidFill>
        </p:grpSpPr>
        <p:sp>
          <p:nvSpPr>
            <p:cNvPr id="3774" name="Freeform: Shape 3773">
              <a:extLst>
                <a:ext uri="{FF2B5EF4-FFF2-40B4-BE49-F238E27FC236}">
                  <a16:creationId xmlns:a16="http://schemas.microsoft.com/office/drawing/2014/main" id="{75AD8EF7-4D80-02B5-EAB7-F1BF0232BC60}"/>
                </a:ext>
              </a:extLst>
            </p:cNvPr>
            <p:cNvSpPr/>
            <p:nvPr/>
          </p:nvSpPr>
          <p:spPr>
            <a:xfrm>
              <a:off x="6939065" y="10147796"/>
              <a:ext cx="76100" cy="12726"/>
            </a:xfrm>
            <a:custGeom>
              <a:avLst/>
              <a:gdLst>
                <a:gd name="connsiteX0" fmla="*/ 76157 w 76100"/>
                <a:gd name="connsiteY0" fmla="*/ 163 h 12726"/>
                <a:gd name="connsiteX1" fmla="*/ 57 w 76100"/>
                <a:gd name="connsiteY1" fmla="*/ 163 h 12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6100" h="12726">
                  <a:moveTo>
                    <a:pt x="76157" y="163"/>
                  </a:moveTo>
                  <a:lnTo>
                    <a:pt x="57" y="163"/>
                  </a:lnTo>
                </a:path>
              </a:pathLst>
            </a:custGeom>
            <a:solidFill>
              <a:srgbClr val="000000"/>
            </a:solidFill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775" name="Freeform: Shape 3774">
              <a:extLst>
                <a:ext uri="{FF2B5EF4-FFF2-40B4-BE49-F238E27FC236}">
                  <a16:creationId xmlns:a16="http://schemas.microsoft.com/office/drawing/2014/main" id="{2296733D-F890-1EB6-3624-BE862A001372}"/>
                </a:ext>
              </a:extLst>
            </p:cNvPr>
            <p:cNvSpPr/>
            <p:nvPr/>
          </p:nvSpPr>
          <p:spPr>
            <a:xfrm>
              <a:off x="7411224" y="9788926"/>
              <a:ext cx="76100" cy="12726"/>
            </a:xfrm>
            <a:custGeom>
              <a:avLst/>
              <a:gdLst>
                <a:gd name="connsiteX0" fmla="*/ 76194 w 76100"/>
                <a:gd name="connsiteY0" fmla="*/ 135 h 12726"/>
                <a:gd name="connsiteX1" fmla="*/ 94 w 76100"/>
                <a:gd name="connsiteY1" fmla="*/ 135 h 12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6100" h="12726">
                  <a:moveTo>
                    <a:pt x="76194" y="135"/>
                  </a:moveTo>
                  <a:lnTo>
                    <a:pt x="94" y="135"/>
                  </a:lnTo>
                </a:path>
              </a:pathLst>
            </a:custGeom>
            <a:solidFill>
              <a:srgbClr val="000000"/>
            </a:solidFill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776" name="Freeform: Shape 3775">
              <a:extLst>
                <a:ext uri="{FF2B5EF4-FFF2-40B4-BE49-F238E27FC236}">
                  <a16:creationId xmlns:a16="http://schemas.microsoft.com/office/drawing/2014/main" id="{4E9E222C-DDAC-0B79-16CF-C8645579AE46}"/>
                </a:ext>
              </a:extLst>
            </p:cNvPr>
            <p:cNvSpPr/>
            <p:nvPr/>
          </p:nvSpPr>
          <p:spPr>
            <a:xfrm>
              <a:off x="7883381" y="10115191"/>
              <a:ext cx="76100" cy="12726"/>
            </a:xfrm>
            <a:custGeom>
              <a:avLst/>
              <a:gdLst>
                <a:gd name="connsiteX0" fmla="*/ 76232 w 76100"/>
                <a:gd name="connsiteY0" fmla="*/ 161 h 12726"/>
                <a:gd name="connsiteX1" fmla="*/ 131 w 76100"/>
                <a:gd name="connsiteY1" fmla="*/ 161 h 12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6100" h="12726">
                  <a:moveTo>
                    <a:pt x="76232" y="161"/>
                  </a:moveTo>
                  <a:lnTo>
                    <a:pt x="131" y="161"/>
                  </a:lnTo>
                </a:path>
              </a:pathLst>
            </a:custGeom>
            <a:solidFill>
              <a:srgbClr val="000000"/>
            </a:solidFill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777" name="Freeform: Shape 3776">
              <a:extLst>
                <a:ext uri="{FF2B5EF4-FFF2-40B4-BE49-F238E27FC236}">
                  <a16:creationId xmlns:a16="http://schemas.microsoft.com/office/drawing/2014/main" id="{0DB428FF-4D78-3A02-28B1-E162ACC2F556}"/>
                </a:ext>
              </a:extLst>
            </p:cNvPr>
            <p:cNvSpPr/>
            <p:nvPr/>
          </p:nvSpPr>
          <p:spPr>
            <a:xfrm>
              <a:off x="8355547" y="8701743"/>
              <a:ext cx="76100" cy="12726"/>
            </a:xfrm>
            <a:custGeom>
              <a:avLst/>
              <a:gdLst>
                <a:gd name="connsiteX0" fmla="*/ 76269 w 76100"/>
                <a:gd name="connsiteY0" fmla="*/ 50 h 12726"/>
                <a:gd name="connsiteX1" fmla="*/ 168 w 76100"/>
                <a:gd name="connsiteY1" fmla="*/ 50 h 12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6100" h="12726">
                  <a:moveTo>
                    <a:pt x="76269" y="50"/>
                  </a:moveTo>
                  <a:lnTo>
                    <a:pt x="168" y="50"/>
                  </a:lnTo>
                </a:path>
              </a:pathLst>
            </a:custGeom>
            <a:solidFill>
              <a:srgbClr val="000000"/>
            </a:solidFill>
            <a:ln w="9513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</p:grpSp>
      <p:grpSp>
        <p:nvGrpSpPr>
          <p:cNvPr id="3710" name="Graphic 3238">
            <a:extLst>
              <a:ext uri="{FF2B5EF4-FFF2-40B4-BE49-F238E27FC236}">
                <a16:creationId xmlns:a16="http://schemas.microsoft.com/office/drawing/2014/main" id="{C629D444-DD27-6E6E-BF61-1B821FF882CF}"/>
              </a:ext>
            </a:extLst>
          </p:cNvPr>
          <p:cNvGrpSpPr/>
          <p:nvPr/>
        </p:nvGrpSpPr>
        <p:grpSpPr>
          <a:xfrm>
            <a:off x="4124962" y="2459027"/>
            <a:ext cx="3582598" cy="2716027"/>
            <a:chOff x="6939065" y="8692321"/>
            <a:chExt cx="1492582" cy="1131551"/>
          </a:xfrm>
          <a:solidFill>
            <a:srgbClr val="000000"/>
          </a:solidFill>
        </p:grpSpPr>
        <p:sp>
          <p:nvSpPr>
            <p:cNvPr id="3770" name="Freeform: Shape 3769">
              <a:extLst>
                <a:ext uri="{FF2B5EF4-FFF2-40B4-BE49-F238E27FC236}">
                  <a16:creationId xmlns:a16="http://schemas.microsoft.com/office/drawing/2014/main" id="{D40F8E11-F5C4-C3C4-A4F4-D4329A872C1A}"/>
                </a:ext>
              </a:extLst>
            </p:cNvPr>
            <p:cNvSpPr/>
            <p:nvPr/>
          </p:nvSpPr>
          <p:spPr>
            <a:xfrm>
              <a:off x="6939065" y="9823872"/>
              <a:ext cx="76100" cy="12726"/>
            </a:xfrm>
            <a:custGeom>
              <a:avLst/>
              <a:gdLst>
                <a:gd name="connsiteX0" fmla="*/ 76157 w 76100"/>
                <a:gd name="connsiteY0" fmla="*/ 138 h 12726"/>
                <a:gd name="connsiteX1" fmla="*/ 57 w 76100"/>
                <a:gd name="connsiteY1" fmla="*/ 138 h 12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6100" h="12726">
                  <a:moveTo>
                    <a:pt x="76157" y="138"/>
                  </a:moveTo>
                  <a:lnTo>
                    <a:pt x="57" y="138"/>
                  </a:lnTo>
                </a:path>
              </a:pathLst>
            </a:custGeom>
            <a:solidFill>
              <a:srgbClr val="000000"/>
            </a:solidFill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771" name="Freeform: Shape 3770">
              <a:extLst>
                <a:ext uri="{FF2B5EF4-FFF2-40B4-BE49-F238E27FC236}">
                  <a16:creationId xmlns:a16="http://schemas.microsoft.com/office/drawing/2014/main" id="{A4FD7331-59E1-21CA-FC46-A0887296FDC7}"/>
                </a:ext>
              </a:extLst>
            </p:cNvPr>
            <p:cNvSpPr/>
            <p:nvPr/>
          </p:nvSpPr>
          <p:spPr>
            <a:xfrm>
              <a:off x="7411224" y="9567907"/>
              <a:ext cx="76100" cy="12726"/>
            </a:xfrm>
            <a:custGeom>
              <a:avLst/>
              <a:gdLst>
                <a:gd name="connsiteX0" fmla="*/ 76194 w 76100"/>
                <a:gd name="connsiteY0" fmla="*/ 118 h 12726"/>
                <a:gd name="connsiteX1" fmla="*/ 94 w 76100"/>
                <a:gd name="connsiteY1" fmla="*/ 118 h 12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6100" h="12726">
                  <a:moveTo>
                    <a:pt x="76194" y="118"/>
                  </a:moveTo>
                  <a:lnTo>
                    <a:pt x="94" y="118"/>
                  </a:lnTo>
                </a:path>
              </a:pathLst>
            </a:custGeom>
            <a:solidFill>
              <a:srgbClr val="000000"/>
            </a:solidFill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772" name="Freeform: Shape 3771">
              <a:extLst>
                <a:ext uri="{FF2B5EF4-FFF2-40B4-BE49-F238E27FC236}">
                  <a16:creationId xmlns:a16="http://schemas.microsoft.com/office/drawing/2014/main" id="{751F98A5-EA82-F36F-BA3F-C5D2177DCEF6}"/>
                </a:ext>
              </a:extLst>
            </p:cNvPr>
            <p:cNvSpPr/>
            <p:nvPr/>
          </p:nvSpPr>
          <p:spPr>
            <a:xfrm>
              <a:off x="7883381" y="9625010"/>
              <a:ext cx="76100" cy="12726"/>
            </a:xfrm>
            <a:custGeom>
              <a:avLst/>
              <a:gdLst>
                <a:gd name="connsiteX0" fmla="*/ 76232 w 76100"/>
                <a:gd name="connsiteY0" fmla="*/ 122 h 12726"/>
                <a:gd name="connsiteX1" fmla="*/ 131 w 76100"/>
                <a:gd name="connsiteY1" fmla="*/ 122 h 12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6100" h="12726">
                  <a:moveTo>
                    <a:pt x="76232" y="122"/>
                  </a:moveTo>
                  <a:lnTo>
                    <a:pt x="131" y="122"/>
                  </a:lnTo>
                </a:path>
              </a:pathLst>
            </a:custGeom>
            <a:solidFill>
              <a:srgbClr val="000000"/>
            </a:solidFill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773" name="Freeform: Shape 3772">
              <a:extLst>
                <a:ext uri="{FF2B5EF4-FFF2-40B4-BE49-F238E27FC236}">
                  <a16:creationId xmlns:a16="http://schemas.microsoft.com/office/drawing/2014/main" id="{735FB24E-0604-ACB5-9D9E-D0E96392E0EB}"/>
                </a:ext>
              </a:extLst>
            </p:cNvPr>
            <p:cNvSpPr/>
            <p:nvPr/>
          </p:nvSpPr>
          <p:spPr>
            <a:xfrm>
              <a:off x="8355547" y="8692321"/>
              <a:ext cx="76100" cy="12726"/>
            </a:xfrm>
            <a:custGeom>
              <a:avLst/>
              <a:gdLst>
                <a:gd name="connsiteX0" fmla="*/ 76269 w 76100"/>
                <a:gd name="connsiteY0" fmla="*/ 49 h 12726"/>
                <a:gd name="connsiteX1" fmla="*/ 168 w 76100"/>
                <a:gd name="connsiteY1" fmla="*/ 49 h 12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6100" h="12726">
                  <a:moveTo>
                    <a:pt x="76269" y="49"/>
                  </a:moveTo>
                  <a:lnTo>
                    <a:pt x="168" y="49"/>
                  </a:lnTo>
                </a:path>
              </a:pathLst>
            </a:custGeom>
            <a:solidFill>
              <a:srgbClr val="000000"/>
            </a:solidFill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</p:grpSp>
      <p:grpSp>
        <p:nvGrpSpPr>
          <p:cNvPr id="3711" name="Graphic 3238">
            <a:extLst>
              <a:ext uri="{FF2B5EF4-FFF2-40B4-BE49-F238E27FC236}">
                <a16:creationId xmlns:a16="http://schemas.microsoft.com/office/drawing/2014/main" id="{C46D05FC-159C-6489-9720-8DC71BE59655}"/>
              </a:ext>
            </a:extLst>
          </p:cNvPr>
          <p:cNvGrpSpPr/>
          <p:nvPr/>
        </p:nvGrpSpPr>
        <p:grpSpPr>
          <a:xfrm>
            <a:off x="3990057" y="6621287"/>
            <a:ext cx="3838949" cy="397105"/>
            <a:chOff x="6882862" y="10426401"/>
            <a:chExt cx="1599383" cy="165442"/>
          </a:xfrm>
          <a:solidFill>
            <a:srgbClr val="000000"/>
          </a:solidFill>
        </p:grpSpPr>
        <p:grpSp>
          <p:nvGrpSpPr>
            <p:cNvPr id="3746" name="Graphic 3238">
              <a:extLst>
                <a:ext uri="{FF2B5EF4-FFF2-40B4-BE49-F238E27FC236}">
                  <a16:creationId xmlns:a16="http://schemas.microsoft.com/office/drawing/2014/main" id="{817AD761-3FD6-B46C-E195-DE8B6A325BCF}"/>
                </a:ext>
              </a:extLst>
            </p:cNvPr>
            <p:cNvGrpSpPr/>
            <p:nvPr/>
          </p:nvGrpSpPr>
          <p:grpSpPr>
            <a:xfrm>
              <a:off x="6882862" y="10426401"/>
              <a:ext cx="188614" cy="165442"/>
              <a:chOff x="6882862" y="10426401"/>
              <a:chExt cx="188614" cy="165442"/>
            </a:xfrm>
            <a:solidFill>
              <a:srgbClr val="000000"/>
            </a:solidFill>
          </p:grpSpPr>
          <p:sp>
            <p:nvSpPr>
              <p:cNvPr id="3765" name="Freeform: Shape 3764">
                <a:extLst>
                  <a:ext uri="{FF2B5EF4-FFF2-40B4-BE49-F238E27FC236}">
                    <a16:creationId xmlns:a16="http://schemas.microsoft.com/office/drawing/2014/main" id="{16A9D0B4-B14F-DD50-64AD-280E1EFBB305}"/>
                  </a:ext>
                </a:extLst>
              </p:cNvPr>
              <p:cNvSpPr/>
              <p:nvPr/>
            </p:nvSpPr>
            <p:spPr>
              <a:xfrm>
                <a:off x="6977115" y="10426401"/>
                <a:ext cx="12683" cy="44542"/>
              </a:xfrm>
              <a:custGeom>
                <a:avLst/>
                <a:gdLst>
                  <a:gd name="connsiteX0" fmla="*/ 57 w 12683"/>
                  <a:gd name="connsiteY0" fmla="*/ 185 h 44542"/>
                  <a:gd name="connsiteX1" fmla="*/ 57 w 12683"/>
                  <a:gd name="connsiteY1" fmla="*/ 44728 h 445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2683" h="44542">
                    <a:moveTo>
                      <a:pt x="57" y="185"/>
                    </a:moveTo>
                    <a:lnTo>
                      <a:pt x="57" y="44728"/>
                    </a:lnTo>
                  </a:path>
                </a:pathLst>
              </a:custGeom>
              <a:solidFill>
                <a:srgbClr val="000000"/>
              </a:solidFill>
              <a:ln w="10147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de-CH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grpSp>
            <p:nvGrpSpPr>
              <p:cNvPr id="3766" name="Graphic 3238">
                <a:extLst>
                  <a:ext uri="{FF2B5EF4-FFF2-40B4-BE49-F238E27FC236}">
                    <a16:creationId xmlns:a16="http://schemas.microsoft.com/office/drawing/2014/main" id="{855D86D4-2AD5-F4B1-E316-245F50F819D0}"/>
                  </a:ext>
                </a:extLst>
              </p:cNvPr>
              <p:cNvGrpSpPr/>
              <p:nvPr/>
            </p:nvGrpSpPr>
            <p:grpSpPr>
              <a:xfrm>
                <a:off x="6882862" y="10519463"/>
                <a:ext cx="188614" cy="72381"/>
                <a:chOff x="6882862" y="10519463"/>
                <a:chExt cx="188614" cy="72381"/>
              </a:xfrm>
              <a:solidFill>
                <a:srgbClr val="000000"/>
              </a:solidFill>
            </p:grpSpPr>
            <p:sp>
              <p:nvSpPr>
                <p:cNvPr id="3767" name="Freeform: Shape 3766">
                  <a:extLst>
                    <a:ext uri="{FF2B5EF4-FFF2-40B4-BE49-F238E27FC236}">
                      <a16:creationId xmlns:a16="http://schemas.microsoft.com/office/drawing/2014/main" id="{8721B725-97B6-170B-F773-EB9AFD895E7E}"/>
                    </a:ext>
                  </a:extLst>
                </p:cNvPr>
                <p:cNvSpPr/>
                <p:nvPr/>
              </p:nvSpPr>
              <p:spPr>
                <a:xfrm flipV="1">
                  <a:off x="6882862" y="10519463"/>
                  <a:ext cx="63464" cy="72381"/>
                </a:xfrm>
                <a:custGeom>
                  <a:avLst/>
                  <a:gdLst>
                    <a:gd name="connsiteX0" fmla="*/ 44780 w 63464"/>
                    <a:gd name="connsiteY0" fmla="*/ 16819 h 72381"/>
                    <a:gd name="connsiteX1" fmla="*/ 14546 w 63464"/>
                    <a:gd name="connsiteY1" fmla="*/ 16819 h 72381"/>
                    <a:gd name="connsiteX2" fmla="*/ 7760 w 63464"/>
                    <a:gd name="connsiteY2" fmla="*/ -2080 h 72381"/>
                    <a:gd name="connsiteX3" fmla="*/ -2038 w 63464"/>
                    <a:gd name="connsiteY3" fmla="*/ -2080 h 72381"/>
                    <a:gd name="connsiteX4" fmla="*/ 25501 w 63464"/>
                    <a:gd name="connsiteY4" fmla="*/ 70302 h 72381"/>
                    <a:gd name="connsiteX5" fmla="*/ 33825 w 63464"/>
                    <a:gd name="connsiteY5" fmla="*/ 70302 h 72381"/>
                    <a:gd name="connsiteX6" fmla="*/ 61427 w 63464"/>
                    <a:gd name="connsiteY6" fmla="*/ -2080 h 72381"/>
                    <a:gd name="connsiteX7" fmla="*/ 51661 w 63464"/>
                    <a:gd name="connsiteY7" fmla="*/ -2080 h 72381"/>
                    <a:gd name="connsiteX8" fmla="*/ 44780 w 63464"/>
                    <a:gd name="connsiteY8" fmla="*/ 16819 h 72381"/>
                    <a:gd name="connsiteX9" fmla="*/ 17431 w 63464"/>
                    <a:gd name="connsiteY9" fmla="*/ 24662 h 72381"/>
                    <a:gd name="connsiteX10" fmla="*/ 41958 w 63464"/>
                    <a:gd name="connsiteY10" fmla="*/ 24662 h 72381"/>
                    <a:gd name="connsiteX11" fmla="*/ 29671 w 63464"/>
                    <a:gd name="connsiteY11" fmla="*/ 58514 h 72381"/>
                    <a:gd name="connsiteX12" fmla="*/ 17431 w 63464"/>
                    <a:gd name="connsiteY12" fmla="*/ 24662 h 723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63464" h="72381">
                      <a:moveTo>
                        <a:pt x="44780" y="16819"/>
                      </a:moveTo>
                      <a:lnTo>
                        <a:pt x="14546" y="16819"/>
                      </a:lnTo>
                      <a:lnTo>
                        <a:pt x="7760" y="-2080"/>
                      </a:lnTo>
                      <a:lnTo>
                        <a:pt x="-2038" y="-2080"/>
                      </a:lnTo>
                      <a:lnTo>
                        <a:pt x="25501" y="70302"/>
                      </a:lnTo>
                      <a:lnTo>
                        <a:pt x="33825" y="70302"/>
                      </a:lnTo>
                      <a:lnTo>
                        <a:pt x="61427" y="-2080"/>
                      </a:lnTo>
                      <a:lnTo>
                        <a:pt x="51661" y="-2080"/>
                      </a:lnTo>
                      <a:lnTo>
                        <a:pt x="44780" y="16819"/>
                      </a:lnTo>
                      <a:close/>
                      <a:moveTo>
                        <a:pt x="17431" y="24662"/>
                      </a:moveTo>
                      <a:lnTo>
                        <a:pt x="41958" y="24662"/>
                      </a:lnTo>
                      <a:lnTo>
                        <a:pt x="29671" y="58514"/>
                      </a:lnTo>
                      <a:lnTo>
                        <a:pt x="17431" y="2466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6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de-CH">
                    <a:latin typeface="Roboto" panose="02000000000000000000" pitchFamily="2" charset="0"/>
                    <a:ea typeface="Roboto" panose="02000000000000000000" pitchFamily="2" charset="0"/>
                  </a:endParaRPr>
                </a:p>
              </p:txBody>
            </p:sp>
            <p:sp>
              <p:nvSpPr>
                <p:cNvPr id="3768" name="Freeform: Shape 3767">
                  <a:extLst>
                    <a:ext uri="{FF2B5EF4-FFF2-40B4-BE49-F238E27FC236}">
                      <a16:creationId xmlns:a16="http://schemas.microsoft.com/office/drawing/2014/main" id="{F1D7C963-8C45-D365-C848-FD049CB0AEFE}"/>
                    </a:ext>
                  </a:extLst>
                </p:cNvPr>
                <p:cNvSpPr/>
                <p:nvPr/>
              </p:nvSpPr>
              <p:spPr>
                <a:xfrm flipV="1">
                  <a:off x="6950084" y="10519463"/>
                  <a:ext cx="55791" cy="72381"/>
                </a:xfrm>
                <a:custGeom>
                  <a:avLst/>
                  <a:gdLst>
                    <a:gd name="connsiteX0" fmla="*/ 53935 w 55791"/>
                    <a:gd name="connsiteY0" fmla="*/ 62443 h 72381"/>
                    <a:gd name="connsiteX1" fmla="*/ 30741 w 55791"/>
                    <a:gd name="connsiteY1" fmla="*/ 62443 h 72381"/>
                    <a:gd name="connsiteX2" fmla="*/ 30741 w 55791"/>
                    <a:gd name="connsiteY2" fmla="*/ -2080 h 72381"/>
                    <a:gd name="connsiteX3" fmla="*/ 21292 w 55791"/>
                    <a:gd name="connsiteY3" fmla="*/ -2080 h 72381"/>
                    <a:gd name="connsiteX4" fmla="*/ 21292 w 55791"/>
                    <a:gd name="connsiteY4" fmla="*/ 62443 h 72381"/>
                    <a:gd name="connsiteX5" fmla="*/ -1856 w 55791"/>
                    <a:gd name="connsiteY5" fmla="*/ 62443 h 72381"/>
                    <a:gd name="connsiteX6" fmla="*/ -1856 w 55791"/>
                    <a:gd name="connsiteY6" fmla="*/ 70302 h 72381"/>
                    <a:gd name="connsiteX7" fmla="*/ 53935 w 55791"/>
                    <a:gd name="connsiteY7" fmla="*/ 70302 h 72381"/>
                    <a:gd name="connsiteX8" fmla="*/ 53935 w 55791"/>
                    <a:gd name="connsiteY8" fmla="*/ 62443 h 723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55791" h="72381">
                      <a:moveTo>
                        <a:pt x="53935" y="62443"/>
                      </a:moveTo>
                      <a:lnTo>
                        <a:pt x="30741" y="62443"/>
                      </a:lnTo>
                      <a:lnTo>
                        <a:pt x="30741" y="-2080"/>
                      </a:lnTo>
                      <a:lnTo>
                        <a:pt x="21292" y="-2080"/>
                      </a:lnTo>
                      <a:lnTo>
                        <a:pt x="21292" y="62443"/>
                      </a:lnTo>
                      <a:lnTo>
                        <a:pt x="-1856" y="62443"/>
                      </a:lnTo>
                      <a:lnTo>
                        <a:pt x="-1856" y="70302"/>
                      </a:lnTo>
                      <a:lnTo>
                        <a:pt x="53935" y="70302"/>
                      </a:lnTo>
                      <a:lnTo>
                        <a:pt x="53935" y="6244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6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de-CH">
                    <a:latin typeface="Roboto" panose="02000000000000000000" pitchFamily="2" charset="0"/>
                    <a:ea typeface="Roboto" panose="02000000000000000000" pitchFamily="2" charset="0"/>
                  </a:endParaRPr>
                </a:p>
              </p:txBody>
            </p:sp>
            <p:sp>
              <p:nvSpPr>
                <p:cNvPr id="3769" name="Freeform: Shape 3768">
                  <a:extLst>
                    <a:ext uri="{FF2B5EF4-FFF2-40B4-BE49-F238E27FC236}">
                      <a16:creationId xmlns:a16="http://schemas.microsoft.com/office/drawing/2014/main" id="{A610119A-308C-DB23-4CAA-62EC6552A017}"/>
                    </a:ext>
                  </a:extLst>
                </p:cNvPr>
                <p:cNvSpPr/>
                <p:nvPr/>
              </p:nvSpPr>
              <p:spPr>
                <a:xfrm flipV="1">
                  <a:off x="7009597" y="10519463"/>
                  <a:ext cx="61879" cy="72381"/>
                </a:xfrm>
                <a:custGeom>
                  <a:avLst/>
                  <a:gdLst>
                    <a:gd name="connsiteX0" fmla="*/ 28875 w 61879"/>
                    <a:gd name="connsiteY0" fmla="*/ 10599 h 72381"/>
                    <a:gd name="connsiteX1" fmla="*/ 49485 w 61879"/>
                    <a:gd name="connsiteY1" fmla="*/ 70302 h 72381"/>
                    <a:gd name="connsiteX2" fmla="*/ 59901 w 61879"/>
                    <a:gd name="connsiteY2" fmla="*/ 70302 h 72381"/>
                    <a:gd name="connsiteX3" fmla="*/ 33139 w 61879"/>
                    <a:gd name="connsiteY3" fmla="*/ -2080 h 72381"/>
                    <a:gd name="connsiteX4" fmla="*/ 24721 w 61879"/>
                    <a:gd name="connsiteY4" fmla="*/ -2080 h 72381"/>
                    <a:gd name="connsiteX5" fmla="*/ -1978 w 61879"/>
                    <a:gd name="connsiteY5" fmla="*/ 70302 h 72381"/>
                    <a:gd name="connsiteX6" fmla="*/ 8375 w 61879"/>
                    <a:gd name="connsiteY6" fmla="*/ 70302 h 72381"/>
                    <a:gd name="connsiteX7" fmla="*/ 28875 w 61879"/>
                    <a:gd name="connsiteY7" fmla="*/ 10599 h 723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61879" h="72381">
                      <a:moveTo>
                        <a:pt x="28875" y="10599"/>
                      </a:moveTo>
                      <a:lnTo>
                        <a:pt x="49485" y="70302"/>
                      </a:lnTo>
                      <a:lnTo>
                        <a:pt x="59901" y="70302"/>
                      </a:lnTo>
                      <a:lnTo>
                        <a:pt x="33139" y="-2080"/>
                      </a:lnTo>
                      <a:lnTo>
                        <a:pt x="24721" y="-2080"/>
                      </a:lnTo>
                      <a:lnTo>
                        <a:pt x="-1978" y="70302"/>
                      </a:lnTo>
                      <a:lnTo>
                        <a:pt x="8375" y="70302"/>
                      </a:lnTo>
                      <a:lnTo>
                        <a:pt x="28875" y="1059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6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de-CH">
                    <a:latin typeface="Roboto" panose="02000000000000000000" pitchFamily="2" charset="0"/>
                    <a:ea typeface="Roboto" panose="02000000000000000000" pitchFamily="2" charset="0"/>
                  </a:endParaRPr>
                </a:p>
              </p:txBody>
            </p:sp>
          </p:grpSp>
        </p:grpSp>
        <p:grpSp>
          <p:nvGrpSpPr>
            <p:cNvPr id="3747" name="Graphic 3238">
              <a:extLst>
                <a:ext uri="{FF2B5EF4-FFF2-40B4-BE49-F238E27FC236}">
                  <a16:creationId xmlns:a16="http://schemas.microsoft.com/office/drawing/2014/main" id="{22852B51-C000-D8EA-7046-04DBE67D1AF4}"/>
                </a:ext>
              </a:extLst>
            </p:cNvPr>
            <p:cNvGrpSpPr/>
            <p:nvPr/>
          </p:nvGrpSpPr>
          <p:grpSpPr>
            <a:xfrm>
              <a:off x="7365215" y="10426401"/>
              <a:ext cx="172714" cy="165442"/>
              <a:chOff x="7365215" y="10426401"/>
              <a:chExt cx="172714" cy="165442"/>
            </a:xfrm>
            <a:solidFill>
              <a:srgbClr val="000000"/>
            </a:solidFill>
          </p:grpSpPr>
          <p:sp>
            <p:nvSpPr>
              <p:cNvPr id="3760" name="Freeform: Shape 3759">
                <a:extLst>
                  <a:ext uri="{FF2B5EF4-FFF2-40B4-BE49-F238E27FC236}">
                    <a16:creationId xmlns:a16="http://schemas.microsoft.com/office/drawing/2014/main" id="{4FCF924F-EF0A-E972-E84D-848039030E47}"/>
                  </a:ext>
                </a:extLst>
              </p:cNvPr>
              <p:cNvSpPr/>
              <p:nvPr/>
            </p:nvSpPr>
            <p:spPr>
              <a:xfrm>
                <a:off x="7449274" y="10426401"/>
                <a:ext cx="12683" cy="44542"/>
              </a:xfrm>
              <a:custGeom>
                <a:avLst/>
                <a:gdLst>
                  <a:gd name="connsiteX0" fmla="*/ 94 w 12683"/>
                  <a:gd name="connsiteY0" fmla="*/ 185 h 44542"/>
                  <a:gd name="connsiteX1" fmla="*/ 94 w 12683"/>
                  <a:gd name="connsiteY1" fmla="*/ 44728 h 445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2683" h="44542">
                    <a:moveTo>
                      <a:pt x="94" y="185"/>
                    </a:moveTo>
                    <a:lnTo>
                      <a:pt x="94" y="44728"/>
                    </a:lnTo>
                  </a:path>
                </a:pathLst>
              </a:custGeom>
              <a:solidFill>
                <a:srgbClr val="000000"/>
              </a:solidFill>
              <a:ln w="10147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de-CH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grpSp>
            <p:nvGrpSpPr>
              <p:cNvPr id="3761" name="Graphic 3238">
                <a:extLst>
                  <a:ext uri="{FF2B5EF4-FFF2-40B4-BE49-F238E27FC236}">
                    <a16:creationId xmlns:a16="http://schemas.microsoft.com/office/drawing/2014/main" id="{9256E422-9B6B-BE52-CD7E-4C05E912E16C}"/>
                  </a:ext>
                </a:extLst>
              </p:cNvPr>
              <p:cNvGrpSpPr/>
              <p:nvPr/>
            </p:nvGrpSpPr>
            <p:grpSpPr>
              <a:xfrm>
                <a:off x="7365215" y="10519463"/>
                <a:ext cx="172714" cy="72381"/>
                <a:chOff x="7365215" y="10519463"/>
                <a:chExt cx="172714" cy="72381"/>
              </a:xfrm>
              <a:solidFill>
                <a:srgbClr val="000000"/>
              </a:solidFill>
            </p:grpSpPr>
            <p:sp>
              <p:nvSpPr>
                <p:cNvPr id="3762" name="Freeform: Shape 3761">
                  <a:extLst>
                    <a:ext uri="{FF2B5EF4-FFF2-40B4-BE49-F238E27FC236}">
                      <a16:creationId xmlns:a16="http://schemas.microsoft.com/office/drawing/2014/main" id="{F55DCDDB-BF2F-BEB5-3811-4481C6CC1C5A}"/>
                    </a:ext>
                  </a:extLst>
                </p:cNvPr>
                <p:cNvSpPr/>
                <p:nvPr/>
              </p:nvSpPr>
              <p:spPr>
                <a:xfrm flipV="1">
                  <a:off x="7365215" y="10519463"/>
                  <a:ext cx="45834" cy="72381"/>
                </a:xfrm>
                <a:custGeom>
                  <a:avLst/>
                  <a:gdLst>
                    <a:gd name="connsiteX0" fmla="*/ 38893 w 45834"/>
                    <a:gd name="connsiteY0" fmla="*/ 31375 h 72381"/>
                    <a:gd name="connsiteX1" fmla="*/ 7628 w 45834"/>
                    <a:gd name="connsiteY1" fmla="*/ 31375 h 72381"/>
                    <a:gd name="connsiteX2" fmla="*/ 7628 w 45834"/>
                    <a:gd name="connsiteY2" fmla="*/ 5731 h 72381"/>
                    <a:gd name="connsiteX3" fmla="*/ 43950 w 45834"/>
                    <a:gd name="connsiteY3" fmla="*/ 5731 h 72381"/>
                    <a:gd name="connsiteX4" fmla="*/ 43950 w 45834"/>
                    <a:gd name="connsiteY4" fmla="*/ -2080 h 72381"/>
                    <a:gd name="connsiteX5" fmla="*/ -1884 w 45834"/>
                    <a:gd name="connsiteY5" fmla="*/ -2080 h 72381"/>
                    <a:gd name="connsiteX6" fmla="*/ -1884 w 45834"/>
                    <a:gd name="connsiteY6" fmla="*/ 70302 h 72381"/>
                    <a:gd name="connsiteX7" fmla="*/ 43459 w 45834"/>
                    <a:gd name="connsiteY7" fmla="*/ 70302 h 72381"/>
                    <a:gd name="connsiteX8" fmla="*/ 43459 w 45834"/>
                    <a:gd name="connsiteY8" fmla="*/ 62443 h 72381"/>
                    <a:gd name="connsiteX9" fmla="*/ 7628 w 45834"/>
                    <a:gd name="connsiteY9" fmla="*/ 62443 h 72381"/>
                    <a:gd name="connsiteX10" fmla="*/ 7628 w 45834"/>
                    <a:gd name="connsiteY10" fmla="*/ 39186 h 72381"/>
                    <a:gd name="connsiteX11" fmla="*/ 38893 w 45834"/>
                    <a:gd name="connsiteY11" fmla="*/ 39186 h 72381"/>
                    <a:gd name="connsiteX12" fmla="*/ 38893 w 45834"/>
                    <a:gd name="connsiteY12" fmla="*/ 31375 h 723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45834" h="72381">
                      <a:moveTo>
                        <a:pt x="38893" y="31375"/>
                      </a:moveTo>
                      <a:lnTo>
                        <a:pt x="7628" y="31375"/>
                      </a:lnTo>
                      <a:lnTo>
                        <a:pt x="7628" y="5731"/>
                      </a:lnTo>
                      <a:lnTo>
                        <a:pt x="43950" y="5731"/>
                      </a:lnTo>
                      <a:lnTo>
                        <a:pt x="43950" y="-2080"/>
                      </a:lnTo>
                      <a:lnTo>
                        <a:pt x="-1884" y="-2080"/>
                      </a:lnTo>
                      <a:lnTo>
                        <a:pt x="-1884" y="70302"/>
                      </a:lnTo>
                      <a:lnTo>
                        <a:pt x="43459" y="70302"/>
                      </a:lnTo>
                      <a:lnTo>
                        <a:pt x="43459" y="62443"/>
                      </a:lnTo>
                      <a:lnTo>
                        <a:pt x="7628" y="62443"/>
                      </a:lnTo>
                      <a:lnTo>
                        <a:pt x="7628" y="39186"/>
                      </a:lnTo>
                      <a:lnTo>
                        <a:pt x="38893" y="39186"/>
                      </a:lnTo>
                      <a:lnTo>
                        <a:pt x="38893" y="3137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6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de-CH">
                    <a:latin typeface="Roboto" panose="02000000000000000000" pitchFamily="2" charset="0"/>
                    <a:ea typeface="Roboto" panose="02000000000000000000" pitchFamily="2" charset="0"/>
                  </a:endParaRPr>
                </a:p>
              </p:txBody>
            </p:sp>
            <p:sp>
              <p:nvSpPr>
                <p:cNvPr id="3763" name="Freeform: Shape 3762">
                  <a:extLst>
                    <a:ext uri="{FF2B5EF4-FFF2-40B4-BE49-F238E27FC236}">
                      <a16:creationId xmlns:a16="http://schemas.microsoft.com/office/drawing/2014/main" id="{96B5A707-A3C5-25BE-44D7-3BC80F3144AB}"/>
                    </a:ext>
                  </a:extLst>
                </p:cNvPr>
                <p:cNvSpPr/>
                <p:nvPr/>
              </p:nvSpPr>
              <p:spPr>
                <a:xfrm flipV="1">
                  <a:off x="7422885" y="10519463"/>
                  <a:ext cx="49100" cy="72381"/>
                </a:xfrm>
                <a:custGeom>
                  <a:avLst/>
                  <a:gdLst>
                    <a:gd name="connsiteX0" fmla="*/ -1983 w 49100"/>
                    <a:gd name="connsiteY0" fmla="*/ -2080 h 72381"/>
                    <a:gd name="connsiteX1" fmla="*/ -1983 w 49100"/>
                    <a:gd name="connsiteY1" fmla="*/ 70302 h 72381"/>
                    <a:gd name="connsiteX2" fmla="*/ 21608 w 49100"/>
                    <a:gd name="connsiteY2" fmla="*/ 70302 h 72381"/>
                    <a:gd name="connsiteX3" fmla="*/ 39254 w 49100"/>
                    <a:gd name="connsiteY3" fmla="*/ 65434 h 72381"/>
                    <a:gd name="connsiteX4" fmla="*/ 45184 w 49100"/>
                    <a:gd name="connsiteY4" fmla="*/ 51021 h 72381"/>
                    <a:gd name="connsiteX5" fmla="*/ 42314 w 49100"/>
                    <a:gd name="connsiteY5" fmla="*/ 42033 h 72381"/>
                    <a:gd name="connsiteX6" fmla="*/ 34482 w 49100"/>
                    <a:gd name="connsiteY6" fmla="*/ 36004 h 72381"/>
                    <a:gd name="connsiteX7" fmla="*/ 43725 w 49100"/>
                    <a:gd name="connsiteY7" fmla="*/ 29768 h 72381"/>
                    <a:gd name="connsiteX8" fmla="*/ 47118 w 49100"/>
                    <a:gd name="connsiteY8" fmla="*/ 18808 h 72381"/>
                    <a:gd name="connsiteX9" fmla="*/ 40824 w 49100"/>
                    <a:gd name="connsiteY9" fmla="*/ 3488 h 72381"/>
                    <a:gd name="connsiteX10" fmla="*/ 23035 w 49100"/>
                    <a:gd name="connsiteY10" fmla="*/ -2080 h 72381"/>
                    <a:gd name="connsiteX11" fmla="*/ -1983 w 49100"/>
                    <a:gd name="connsiteY11" fmla="*/ -2080 h 72381"/>
                    <a:gd name="connsiteX12" fmla="*/ 7530 w 49100"/>
                    <a:gd name="connsiteY12" fmla="*/ 31773 h 72381"/>
                    <a:gd name="connsiteX13" fmla="*/ 7530 w 49100"/>
                    <a:gd name="connsiteY13" fmla="*/ 5731 h 72381"/>
                    <a:gd name="connsiteX14" fmla="*/ 23241 w 49100"/>
                    <a:gd name="connsiteY14" fmla="*/ 5731 h 72381"/>
                    <a:gd name="connsiteX15" fmla="*/ 33721 w 49100"/>
                    <a:gd name="connsiteY15" fmla="*/ 9183 h 72381"/>
                    <a:gd name="connsiteX16" fmla="*/ 37558 w 49100"/>
                    <a:gd name="connsiteY16" fmla="*/ 18696 h 72381"/>
                    <a:gd name="connsiteX17" fmla="*/ 23384 w 49100"/>
                    <a:gd name="connsiteY17" fmla="*/ 31773 h 72381"/>
                    <a:gd name="connsiteX18" fmla="*/ 7530 w 49100"/>
                    <a:gd name="connsiteY18" fmla="*/ 31773 h 72381"/>
                    <a:gd name="connsiteX19" fmla="*/ 7530 w 49100"/>
                    <a:gd name="connsiteY19" fmla="*/ 39424 h 72381"/>
                    <a:gd name="connsiteX20" fmla="*/ 21894 w 49100"/>
                    <a:gd name="connsiteY20" fmla="*/ 39424 h 72381"/>
                    <a:gd name="connsiteX21" fmla="*/ 31882 w 49100"/>
                    <a:gd name="connsiteY21" fmla="*/ 42558 h 72381"/>
                    <a:gd name="connsiteX22" fmla="*/ 35624 w 49100"/>
                    <a:gd name="connsiteY22" fmla="*/ 51069 h 72381"/>
                    <a:gd name="connsiteX23" fmla="*/ 32152 w 49100"/>
                    <a:gd name="connsiteY23" fmla="*/ 59739 h 72381"/>
                    <a:gd name="connsiteX24" fmla="*/ 21608 w 49100"/>
                    <a:gd name="connsiteY24" fmla="*/ 62443 h 72381"/>
                    <a:gd name="connsiteX25" fmla="*/ 7530 w 49100"/>
                    <a:gd name="connsiteY25" fmla="*/ 62443 h 72381"/>
                    <a:gd name="connsiteX26" fmla="*/ 7530 w 49100"/>
                    <a:gd name="connsiteY26" fmla="*/ 39424 h 723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49100" h="72381">
                      <a:moveTo>
                        <a:pt x="-1983" y="-2080"/>
                      </a:moveTo>
                      <a:lnTo>
                        <a:pt x="-1983" y="70302"/>
                      </a:lnTo>
                      <a:lnTo>
                        <a:pt x="21608" y="70302"/>
                      </a:lnTo>
                      <a:cubicBezTo>
                        <a:pt x="29430" y="70302"/>
                        <a:pt x="35312" y="68679"/>
                        <a:pt x="39254" y="65434"/>
                      </a:cubicBezTo>
                      <a:cubicBezTo>
                        <a:pt x="43207" y="62189"/>
                        <a:pt x="45184" y="57384"/>
                        <a:pt x="45184" y="51021"/>
                      </a:cubicBezTo>
                      <a:cubicBezTo>
                        <a:pt x="45184" y="47638"/>
                        <a:pt x="44227" y="44642"/>
                        <a:pt x="42314" y="42033"/>
                      </a:cubicBezTo>
                      <a:cubicBezTo>
                        <a:pt x="40401" y="39435"/>
                        <a:pt x="37790" y="37425"/>
                        <a:pt x="34482" y="36004"/>
                      </a:cubicBezTo>
                      <a:cubicBezTo>
                        <a:pt x="38382" y="34912"/>
                        <a:pt x="41463" y="32833"/>
                        <a:pt x="43725" y="29768"/>
                      </a:cubicBezTo>
                      <a:cubicBezTo>
                        <a:pt x="45987" y="26703"/>
                        <a:pt x="47118" y="23050"/>
                        <a:pt x="47118" y="18808"/>
                      </a:cubicBezTo>
                      <a:cubicBezTo>
                        <a:pt x="47118" y="12307"/>
                        <a:pt x="45020" y="7200"/>
                        <a:pt x="40824" y="3488"/>
                      </a:cubicBezTo>
                      <a:cubicBezTo>
                        <a:pt x="36628" y="-224"/>
                        <a:pt x="30698" y="-2080"/>
                        <a:pt x="23035" y="-2080"/>
                      </a:cubicBezTo>
                      <a:lnTo>
                        <a:pt x="-1983" y="-2080"/>
                      </a:lnTo>
                      <a:close/>
                      <a:moveTo>
                        <a:pt x="7530" y="31773"/>
                      </a:moveTo>
                      <a:lnTo>
                        <a:pt x="7530" y="5731"/>
                      </a:lnTo>
                      <a:lnTo>
                        <a:pt x="23241" y="5731"/>
                      </a:lnTo>
                      <a:cubicBezTo>
                        <a:pt x="27670" y="5731"/>
                        <a:pt x="31163" y="6882"/>
                        <a:pt x="33721" y="9183"/>
                      </a:cubicBezTo>
                      <a:cubicBezTo>
                        <a:pt x="36279" y="11485"/>
                        <a:pt x="37558" y="14656"/>
                        <a:pt x="37558" y="18696"/>
                      </a:cubicBezTo>
                      <a:cubicBezTo>
                        <a:pt x="37558" y="27414"/>
                        <a:pt x="32833" y="31773"/>
                        <a:pt x="23384" y="31773"/>
                      </a:cubicBezTo>
                      <a:lnTo>
                        <a:pt x="7530" y="31773"/>
                      </a:lnTo>
                      <a:close/>
                      <a:moveTo>
                        <a:pt x="7530" y="39424"/>
                      </a:moveTo>
                      <a:lnTo>
                        <a:pt x="21894" y="39424"/>
                      </a:lnTo>
                      <a:cubicBezTo>
                        <a:pt x="26058" y="39424"/>
                        <a:pt x="29388" y="40469"/>
                        <a:pt x="31882" y="42558"/>
                      </a:cubicBezTo>
                      <a:cubicBezTo>
                        <a:pt x="34376" y="44647"/>
                        <a:pt x="35624" y="47484"/>
                        <a:pt x="35624" y="51069"/>
                      </a:cubicBezTo>
                      <a:cubicBezTo>
                        <a:pt x="35624" y="55046"/>
                        <a:pt x="34466" y="57936"/>
                        <a:pt x="32152" y="59739"/>
                      </a:cubicBezTo>
                      <a:cubicBezTo>
                        <a:pt x="29847" y="61542"/>
                        <a:pt x="26333" y="62443"/>
                        <a:pt x="21608" y="62443"/>
                      </a:cubicBezTo>
                      <a:lnTo>
                        <a:pt x="7530" y="62443"/>
                      </a:lnTo>
                      <a:lnTo>
                        <a:pt x="7530" y="3942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6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de-CH">
                    <a:latin typeface="Roboto" panose="02000000000000000000" pitchFamily="2" charset="0"/>
                    <a:ea typeface="Roboto" panose="02000000000000000000" pitchFamily="2" charset="0"/>
                  </a:endParaRPr>
                </a:p>
              </p:txBody>
            </p:sp>
            <p:sp>
              <p:nvSpPr>
                <p:cNvPr id="3764" name="Freeform: Shape 3763">
                  <a:extLst>
                    <a:ext uri="{FF2B5EF4-FFF2-40B4-BE49-F238E27FC236}">
                      <a16:creationId xmlns:a16="http://schemas.microsoft.com/office/drawing/2014/main" id="{47426FB3-4690-A2DB-DD1C-B8893C21DED1}"/>
                    </a:ext>
                  </a:extLst>
                </p:cNvPr>
                <p:cNvSpPr/>
                <p:nvPr/>
              </p:nvSpPr>
              <p:spPr>
                <a:xfrm flipV="1">
                  <a:off x="7486055" y="10519463"/>
                  <a:ext cx="51875" cy="72381"/>
                </a:xfrm>
                <a:custGeom>
                  <a:avLst/>
                  <a:gdLst>
                    <a:gd name="connsiteX0" fmla="*/ 7447 w 51875"/>
                    <a:gd name="connsiteY0" fmla="*/ 26253 h 72381"/>
                    <a:gd name="connsiteX1" fmla="*/ 7447 w 51875"/>
                    <a:gd name="connsiteY1" fmla="*/ -2080 h 72381"/>
                    <a:gd name="connsiteX2" fmla="*/ -2065 w 51875"/>
                    <a:gd name="connsiteY2" fmla="*/ -2080 h 72381"/>
                    <a:gd name="connsiteX3" fmla="*/ -2065 w 51875"/>
                    <a:gd name="connsiteY3" fmla="*/ 70302 h 72381"/>
                    <a:gd name="connsiteX4" fmla="*/ 24538 w 51875"/>
                    <a:gd name="connsiteY4" fmla="*/ 70302 h 72381"/>
                    <a:gd name="connsiteX5" fmla="*/ 43088 w 51875"/>
                    <a:gd name="connsiteY5" fmla="*/ 64241 h 72381"/>
                    <a:gd name="connsiteX6" fmla="*/ 49810 w 51875"/>
                    <a:gd name="connsiteY6" fmla="*/ 48174 h 72381"/>
                    <a:gd name="connsiteX7" fmla="*/ 43246 w 51875"/>
                    <a:gd name="connsiteY7" fmla="*/ 31948 h 72381"/>
                    <a:gd name="connsiteX8" fmla="*/ 24443 w 51875"/>
                    <a:gd name="connsiteY8" fmla="*/ 26253 h 72381"/>
                    <a:gd name="connsiteX9" fmla="*/ 7447 w 51875"/>
                    <a:gd name="connsiteY9" fmla="*/ 26253 h 72381"/>
                    <a:gd name="connsiteX10" fmla="*/ 7447 w 51875"/>
                    <a:gd name="connsiteY10" fmla="*/ 34063 h 72381"/>
                    <a:gd name="connsiteX11" fmla="*/ 24538 w 51875"/>
                    <a:gd name="connsiteY11" fmla="*/ 34063 h 72381"/>
                    <a:gd name="connsiteX12" fmla="*/ 36239 w 51875"/>
                    <a:gd name="connsiteY12" fmla="*/ 37659 h 72381"/>
                    <a:gd name="connsiteX13" fmla="*/ 40298 w 51875"/>
                    <a:gd name="connsiteY13" fmla="*/ 48078 h 72381"/>
                    <a:gd name="connsiteX14" fmla="*/ 36239 w 51875"/>
                    <a:gd name="connsiteY14" fmla="*/ 58418 h 72381"/>
                    <a:gd name="connsiteX15" fmla="*/ 25093 w 51875"/>
                    <a:gd name="connsiteY15" fmla="*/ 62443 h 72381"/>
                    <a:gd name="connsiteX16" fmla="*/ 7447 w 51875"/>
                    <a:gd name="connsiteY16" fmla="*/ 62443 h 72381"/>
                    <a:gd name="connsiteX17" fmla="*/ 7447 w 51875"/>
                    <a:gd name="connsiteY17" fmla="*/ 34063 h 723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51875" h="72381">
                      <a:moveTo>
                        <a:pt x="7447" y="26253"/>
                      </a:moveTo>
                      <a:lnTo>
                        <a:pt x="7447" y="-2080"/>
                      </a:lnTo>
                      <a:lnTo>
                        <a:pt x="-2065" y="-2080"/>
                      </a:lnTo>
                      <a:lnTo>
                        <a:pt x="-2065" y="70302"/>
                      </a:lnTo>
                      <a:lnTo>
                        <a:pt x="24538" y="70302"/>
                      </a:lnTo>
                      <a:cubicBezTo>
                        <a:pt x="32434" y="70302"/>
                        <a:pt x="38617" y="68281"/>
                        <a:pt x="43088" y="64241"/>
                      </a:cubicBezTo>
                      <a:cubicBezTo>
                        <a:pt x="47569" y="60200"/>
                        <a:pt x="49810" y="54844"/>
                        <a:pt x="49810" y="48174"/>
                      </a:cubicBezTo>
                      <a:cubicBezTo>
                        <a:pt x="49810" y="41153"/>
                        <a:pt x="47622" y="35744"/>
                        <a:pt x="43246" y="31948"/>
                      </a:cubicBezTo>
                      <a:cubicBezTo>
                        <a:pt x="38871" y="28151"/>
                        <a:pt x="32603" y="26253"/>
                        <a:pt x="24443" y="26253"/>
                      </a:cubicBezTo>
                      <a:lnTo>
                        <a:pt x="7447" y="26253"/>
                      </a:lnTo>
                      <a:close/>
                      <a:moveTo>
                        <a:pt x="7447" y="34063"/>
                      </a:moveTo>
                      <a:lnTo>
                        <a:pt x="24538" y="34063"/>
                      </a:lnTo>
                      <a:cubicBezTo>
                        <a:pt x="29633" y="34063"/>
                        <a:pt x="33533" y="35262"/>
                        <a:pt x="36239" y="37659"/>
                      </a:cubicBezTo>
                      <a:cubicBezTo>
                        <a:pt x="38945" y="40066"/>
                        <a:pt x="40298" y="43539"/>
                        <a:pt x="40298" y="48078"/>
                      </a:cubicBezTo>
                      <a:cubicBezTo>
                        <a:pt x="40298" y="52384"/>
                        <a:pt x="38945" y="55831"/>
                        <a:pt x="36239" y="58418"/>
                      </a:cubicBezTo>
                      <a:cubicBezTo>
                        <a:pt x="33533" y="61006"/>
                        <a:pt x="29818" y="62348"/>
                        <a:pt x="25093" y="62443"/>
                      </a:cubicBezTo>
                      <a:lnTo>
                        <a:pt x="7447" y="62443"/>
                      </a:lnTo>
                      <a:lnTo>
                        <a:pt x="7447" y="3406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6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de-CH">
                    <a:latin typeface="Roboto" panose="02000000000000000000" pitchFamily="2" charset="0"/>
                    <a:ea typeface="Roboto" panose="02000000000000000000" pitchFamily="2" charset="0"/>
                  </a:endParaRPr>
                </a:p>
              </p:txBody>
            </p:sp>
          </p:grpSp>
        </p:grpSp>
        <p:grpSp>
          <p:nvGrpSpPr>
            <p:cNvPr id="3748" name="Graphic 3238">
              <a:extLst>
                <a:ext uri="{FF2B5EF4-FFF2-40B4-BE49-F238E27FC236}">
                  <a16:creationId xmlns:a16="http://schemas.microsoft.com/office/drawing/2014/main" id="{0B7400E6-128D-B41B-97B7-350BAD04DC44}"/>
                </a:ext>
              </a:extLst>
            </p:cNvPr>
            <p:cNvGrpSpPr/>
            <p:nvPr/>
          </p:nvGrpSpPr>
          <p:grpSpPr>
            <a:xfrm>
              <a:off x="7827181" y="10426401"/>
              <a:ext cx="188614" cy="165442"/>
              <a:chOff x="7827181" y="10426401"/>
              <a:chExt cx="188614" cy="165442"/>
            </a:xfrm>
            <a:solidFill>
              <a:srgbClr val="000000"/>
            </a:solidFill>
          </p:grpSpPr>
          <p:sp>
            <p:nvSpPr>
              <p:cNvPr id="3755" name="Freeform: Shape 3754">
                <a:extLst>
                  <a:ext uri="{FF2B5EF4-FFF2-40B4-BE49-F238E27FC236}">
                    <a16:creationId xmlns:a16="http://schemas.microsoft.com/office/drawing/2014/main" id="{ABE2A317-6BB1-FCB2-5A0D-1F4E14FC886D}"/>
                  </a:ext>
                </a:extLst>
              </p:cNvPr>
              <p:cNvSpPr/>
              <p:nvPr/>
            </p:nvSpPr>
            <p:spPr>
              <a:xfrm>
                <a:off x="7921431" y="10426401"/>
                <a:ext cx="12683" cy="44542"/>
              </a:xfrm>
              <a:custGeom>
                <a:avLst/>
                <a:gdLst>
                  <a:gd name="connsiteX0" fmla="*/ 131 w 12683"/>
                  <a:gd name="connsiteY0" fmla="*/ 185 h 44542"/>
                  <a:gd name="connsiteX1" fmla="*/ 131 w 12683"/>
                  <a:gd name="connsiteY1" fmla="*/ 44728 h 445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2683" h="44542">
                    <a:moveTo>
                      <a:pt x="131" y="185"/>
                    </a:moveTo>
                    <a:lnTo>
                      <a:pt x="131" y="44728"/>
                    </a:lnTo>
                  </a:path>
                </a:pathLst>
              </a:custGeom>
              <a:solidFill>
                <a:srgbClr val="000000"/>
              </a:solidFill>
              <a:ln w="10147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de-CH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grpSp>
            <p:nvGrpSpPr>
              <p:cNvPr id="3756" name="Graphic 3238">
                <a:extLst>
                  <a:ext uri="{FF2B5EF4-FFF2-40B4-BE49-F238E27FC236}">
                    <a16:creationId xmlns:a16="http://schemas.microsoft.com/office/drawing/2014/main" id="{05C8D832-025C-46A0-17C0-BE2C7351917D}"/>
                  </a:ext>
                </a:extLst>
              </p:cNvPr>
              <p:cNvGrpSpPr/>
              <p:nvPr/>
            </p:nvGrpSpPr>
            <p:grpSpPr>
              <a:xfrm>
                <a:off x="7827181" y="10519463"/>
                <a:ext cx="188614" cy="72381"/>
                <a:chOff x="7827181" y="10519463"/>
                <a:chExt cx="188614" cy="72381"/>
              </a:xfrm>
              <a:solidFill>
                <a:srgbClr val="000000"/>
              </a:solidFill>
            </p:grpSpPr>
            <p:sp>
              <p:nvSpPr>
                <p:cNvPr id="3757" name="Freeform: Shape 3756">
                  <a:extLst>
                    <a:ext uri="{FF2B5EF4-FFF2-40B4-BE49-F238E27FC236}">
                      <a16:creationId xmlns:a16="http://schemas.microsoft.com/office/drawing/2014/main" id="{7F8CACD9-A926-7DCD-F2CD-B3DD73653CDE}"/>
                    </a:ext>
                  </a:extLst>
                </p:cNvPr>
                <p:cNvSpPr/>
                <p:nvPr/>
              </p:nvSpPr>
              <p:spPr>
                <a:xfrm flipV="1">
                  <a:off x="7827181" y="10519463"/>
                  <a:ext cx="63464" cy="72381"/>
                </a:xfrm>
                <a:custGeom>
                  <a:avLst/>
                  <a:gdLst>
                    <a:gd name="connsiteX0" fmla="*/ 44854 w 63464"/>
                    <a:gd name="connsiteY0" fmla="*/ 16819 h 72381"/>
                    <a:gd name="connsiteX1" fmla="*/ 14620 w 63464"/>
                    <a:gd name="connsiteY1" fmla="*/ 16819 h 72381"/>
                    <a:gd name="connsiteX2" fmla="*/ 7835 w 63464"/>
                    <a:gd name="connsiteY2" fmla="*/ -2080 h 72381"/>
                    <a:gd name="connsiteX3" fmla="*/ -1963 w 63464"/>
                    <a:gd name="connsiteY3" fmla="*/ -2080 h 72381"/>
                    <a:gd name="connsiteX4" fmla="*/ 25576 w 63464"/>
                    <a:gd name="connsiteY4" fmla="*/ 70302 h 72381"/>
                    <a:gd name="connsiteX5" fmla="*/ 33899 w 63464"/>
                    <a:gd name="connsiteY5" fmla="*/ 70302 h 72381"/>
                    <a:gd name="connsiteX6" fmla="*/ 61501 w 63464"/>
                    <a:gd name="connsiteY6" fmla="*/ -2080 h 72381"/>
                    <a:gd name="connsiteX7" fmla="*/ 51735 w 63464"/>
                    <a:gd name="connsiteY7" fmla="*/ -2080 h 72381"/>
                    <a:gd name="connsiteX8" fmla="*/ 44854 w 63464"/>
                    <a:gd name="connsiteY8" fmla="*/ 16819 h 72381"/>
                    <a:gd name="connsiteX9" fmla="*/ 17506 w 63464"/>
                    <a:gd name="connsiteY9" fmla="*/ 24662 h 72381"/>
                    <a:gd name="connsiteX10" fmla="*/ 42032 w 63464"/>
                    <a:gd name="connsiteY10" fmla="*/ 24662 h 72381"/>
                    <a:gd name="connsiteX11" fmla="*/ 29745 w 63464"/>
                    <a:gd name="connsiteY11" fmla="*/ 58514 h 72381"/>
                    <a:gd name="connsiteX12" fmla="*/ 17506 w 63464"/>
                    <a:gd name="connsiteY12" fmla="*/ 24662 h 723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63464" h="72381">
                      <a:moveTo>
                        <a:pt x="44854" y="16819"/>
                      </a:moveTo>
                      <a:lnTo>
                        <a:pt x="14620" y="16819"/>
                      </a:lnTo>
                      <a:lnTo>
                        <a:pt x="7835" y="-2080"/>
                      </a:lnTo>
                      <a:lnTo>
                        <a:pt x="-1963" y="-2080"/>
                      </a:lnTo>
                      <a:lnTo>
                        <a:pt x="25576" y="70302"/>
                      </a:lnTo>
                      <a:lnTo>
                        <a:pt x="33899" y="70302"/>
                      </a:lnTo>
                      <a:lnTo>
                        <a:pt x="61501" y="-2080"/>
                      </a:lnTo>
                      <a:lnTo>
                        <a:pt x="51735" y="-2080"/>
                      </a:lnTo>
                      <a:lnTo>
                        <a:pt x="44854" y="16819"/>
                      </a:lnTo>
                      <a:close/>
                      <a:moveTo>
                        <a:pt x="17506" y="24662"/>
                      </a:moveTo>
                      <a:lnTo>
                        <a:pt x="42032" y="24662"/>
                      </a:lnTo>
                      <a:lnTo>
                        <a:pt x="29745" y="58514"/>
                      </a:lnTo>
                      <a:lnTo>
                        <a:pt x="17506" y="2466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6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de-CH">
                    <a:latin typeface="Roboto" panose="02000000000000000000" pitchFamily="2" charset="0"/>
                    <a:ea typeface="Roboto" panose="02000000000000000000" pitchFamily="2" charset="0"/>
                  </a:endParaRPr>
                </a:p>
              </p:txBody>
            </p:sp>
            <p:sp>
              <p:nvSpPr>
                <p:cNvPr id="3758" name="Freeform: Shape 3757">
                  <a:extLst>
                    <a:ext uri="{FF2B5EF4-FFF2-40B4-BE49-F238E27FC236}">
                      <a16:creationId xmlns:a16="http://schemas.microsoft.com/office/drawing/2014/main" id="{DEADE194-4B15-20A5-E306-89F276644D98}"/>
                    </a:ext>
                  </a:extLst>
                </p:cNvPr>
                <p:cNvSpPr/>
                <p:nvPr/>
              </p:nvSpPr>
              <p:spPr>
                <a:xfrm flipV="1">
                  <a:off x="7894403" y="10519463"/>
                  <a:ext cx="55791" cy="72381"/>
                </a:xfrm>
                <a:custGeom>
                  <a:avLst/>
                  <a:gdLst>
                    <a:gd name="connsiteX0" fmla="*/ 54010 w 55791"/>
                    <a:gd name="connsiteY0" fmla="*/ 62443 h 72381"/>
                    <a:gd name="connsiteX1" fmla="*/ 30815 w 55791"/>
                    <a:gd name="connsiteY1" fmla="*/ 62443 h 72381"/>
                    <a:gd name="connsiteX2" fmla="*/ 30815 w 55791"/>
                    <a:gd name="connsiteY2" fmla="*/ -2080 h 72381"/>
                    <a:gd name="connsiteX3" fmla="*/ 21366 w 55791"/>
                    <a:gd name="connsiteY3" fmla="*/ -2080 h 72381"/>
                    <a:gd name="connsiteX4" fmla="*/ 21366 w 55791"/>
                    <a:gd name="connsiteY4" fmla="*/ 62443 h 72381"/>
                    <a:gd name="connsiteX5" fmla="*/ -1781 w 55791"/>
                    <a:gd name="connsiteY5" fmla="*/ 62443 h 72381"/>
                    <a:gd name="connsiteX6" fmla="*/ -1781 w 55791"/>
                    <a:gd name="connsiteY6" fmla="*/ 70302 h 72381"/>
                    <a:gd name="connsiteX7" fmla="*/ 54010 w 55791"/>
                    <a:gd name="connsiteY7" fmla="*/ 70302 h 72381"/>
                    <a:gd name="connsiteX8" fmla="*/ 54010 w 55791"/>
                    <a:gd name="connsiteY8" fmla="*/ 62443 h 723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55791" h="72381">
                      <a:moveTo>
                        <a:pt x="54010" y="62443"/>
                      </a:moveTo>
                      <a:lnTo>
                        <a:pt x="30815" y="62443"/>
                      </a:lnTo>
                      <a:lnTo>
                        <a:pt x="30815" y="-2080"/>
                      </a:lnTo>
                      <a:lnTo>
                        <a:pt x="21366" y="-2080"/>
                      </a:lnTo>
                      <a:lnTo>
                        <a:pt x="21366" y="62443"/>
                      </a:lnTo>
                      <a:lnTo>
                        <a:pt x="-1781" y="62443"/>
                      </a:lnTo>
                      <a:lnTo>
                        <a:pt x="-1781" y="70302"/>
                      </a:lnTo>
                      <a:lnTo>
                        <a:pt x="54010" y="70302"/>
                      </a:lnTo>
                      <a:lnTo>
                        <a:pt x="54010" y="6244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6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de-CH">
                    <a:latin typeface="Roboto" panose="02000000000000000000" pitchFamily="2" charset="0"/>
                    <a:ea typeface="Roboto" panose="02000000000000000000" pitchFamily="2" charset="0"/>
                  </a:endParaRPr>
                </a:p>
              </p:txBody>
            </p:sp>
            <p:sp>
              <p:nvSpPr>
                <p:cNvPr id="3759" name="Freeform: Shape 3758">
                  <a:extLst>
                    <a:ext uri="{FF2B5EF4-FFF2-40B4-BE49-F238E27FC236}">
                      <a16:creationId xmlns:a16="http://schemas.microsoft.com/office/drawing/2014/main" id="{F67A728E-ABC4-379B-FADE-7BD354A0AC46}"/>
                    </a:ext>
                  </a:extLst>
                </p:cNvPr>
                <p:cNvSpPr/>
                <p:nvPr/>
              </p:nvSpPr>
              <p:spPr>
                <a:xfrm flipV="1">
                  <a:off x="7953915" y="10519463"/>
                  <a:ext cx="61879" cy="72381"/>
                </a:xfrm>
                <a:custGeom>
                  <a:avLst/>
                  <a:gdLst>
                    <a:gd name="connsiteX0" fmla="*/ 28949 w 61879"/>
                    <a:gd name="connsiteY0" fmla="*/ 10599 h 72381"/>
                    <a:gd name="connsiteX1" fmla="*/ 49560 w 61879"/>
                    <a:gd name="connsiteY1" fmla="*/ 70302 h 72381"/>
                    <a:gd name="connsiteX2" fmla="*/ 59976 w 61879"/>
                    <a:gd name="connsiteY2" fmla="*/ 70302 h 72381"/>
                    <a:gd name="connsiteX3" fmla="*/ 33214 w 61879"/>
                    <a:gd name="connsiteY3" fmla="*/ -2080 h 72381"/>
                    <a:gd name="connsiteX4" fmla="*/ 24795 w 61879"/>
                    <a:gd name="connsiteY4" fmla="*/ -2080 h 72381"/>
                    <a:gd name="connsiteX5" fmla="*/ -1903 w 61879"/>
                    <a:gd name="connsiteY5" fmla="*/ 70302 h 72381"/>
                    <a:gd name="connsiteX6" fmla="*/ 8449 w 61879"/>
                    <a:gd name="connsiteY6" fmla="*/ 70302 h 72381"/>
                    <a:gd name="connsiteX7" fmla="*/ 28949 w 61879"/>
                    <a:gd name="connsiteY7" fmla="*/ 10599 h 723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61879" h="72381">
                      <a:moveTo>
                        <a:pt x="28949" y="10599"/>
                      </a:moveTo>
                      <a:lnTo>
                        <a:pt x="49560" y="70302"/>
                      </a:lnTo>
                      <a:lnTo>
                        <a:pt x="59976" y="70302"/>
                      </a:lnTo>
                      <a:lnTo>
                        <a:pt x="33214" y="-2080"/>
                      </a:lnTo>
                      <a:lnTo>
                        <a:pt x="24795" y="-2080"/>
                      </a:lnTo>
                      <a:lnTo>
                        <a:pt x="-1903" y="70302"/>
                      </a:lnTo>
                      <a:lnTo>
                        <a:pt x="8449" y="70302"/>
                      </a:lnTo>
                      <a:lnTo>
                        <a:pt x="28949" y="1059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6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de-CH">
                    <a:latin typeface="Roboto" panose="02000000000000000000" pitchFamily="2" charset="0"/>
                    <a:ea typeface="Roboto" panose="02000000000000000000" pitchFamily="2" charset="0"/>
                  </a:endParaRPr>
                </a:p>
              </p:txBody>
            </p:sp>
          </p:grpSp>
        </p:grpSp>
        <p:grpSp>
          <p:nvGrpSpPr>
            <p:cNvPr id="3749" name="Graphic 3238">
              <a:extLst>
                <a:ext uri="{FF2B5EF4-FFF2-40B4-BE49-F238E27FC236}">
                  <a16:creationId xmlns:a16="http://schemas.microsoft.com/office/drawing/2014/main" id="{F25A9EE7-DA57-3DD6-8324-9CDCF9389309}"/>
                </a:ext>
              </a:extLst>
            </p:cNvPr>
            <p:cNvGrpSpPr/>
            <p:nvPr/>
          </p:nvGrpSpPr>
          <p:grpSpPr>
            <a:xfrm>
              <a:off x="8309531" y="10426401"/>
              <a:ext cx="172714" cy="165442"/>
              <a:chOff x="8309531" y="10426401"/>
              <a:chExt cx="172714" cy="165442"/>
            </a:xfrm>
            <a:solidFill>
              <a:srgbClr val="000000"/>
            </a:solidFill>
          </p:grpSpPr>
          <p:sp>
            <p:nvSpPr>
              <p:cNvPr id="3750" name="Freeform: Shape 3749">
                <a:extLst>
                  <a:ext uri="{FF2B5EF4-FFF2-40B4-BE49-F238E27FC236}">
                    <a16:creationId xmlns:a16="http://schemas.microsoft.com/office/drawing/2014/main" id="{514722F6-1E7E-CA15-298F-2780B5FBDD55}"/>
                  </a:ext>
                </a:extLst>
              </p:cNvPr>
              <p:cNvSpPr/>
              <p:nvPr/>
            </p:nvSpPr>
            <p:spPr>
              <a:xfrm>
                <a:off x="8393597" y="10426401"/>
                <a:ext cx="12683" cy="44542"/>
              </a:xfrm>
              <a:custGeom>
                <a:avLst/>
                <a:gdLst>
                  <a:gd name="connsiteX0" fmla="*/ 168 w 12683"/>
                  <a:gd name="connsiteY0" fmla="*/ 185 h 44542"/>
                  <a:gd name="connsiteX1" fmla="*/ 168 w 12683"/>
                  <a:gd name="connsiteY1" fmla="*/ 44728 h 445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2683" h="44542">
                    <a:moveTo>
                      <a:pt x="168" y="185"/>
                    </a:moveTo>
                    <a:lnTo>
                      <a:pt x="168" y="44728"/>
                    </a:lnTo>
                  </a:path>
                </a:pathLst>
              </a:custGeom>
              <a:solidFill>
                <a:srgbClr val="000000"/>
              </a:solidFill>
              <a:ln w="10147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de-CH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grpSp>
            <p:nvGrpSpPr>
              <p:cNvPr id="3751" name="Graphic 3238">
                <a:extLst>
                  <a:ext uri="{FF2B5EF4-FFF2-40B4-BE49-F238E27FC236}">
                    <a16:creationId xmlns:a16="http://schemas.microsoft.com/office/drawing/2014/main" id="{755790B2-6FB9-7962-479E-C7513A989680}"/>
                  </a:ext>
                </a:extLst>
              </p:cNvPr>
              <p:cNvGrpSpPr/>
              <p:nvPr/>
            </p:nvGrpSpPr>
            <p:grpSpPr>
              <a:xfrm>
                <a:off x="8309531" y="10519463"/>
                <a:ext cx="172714" cy="72381"/>
                <a:chOff x="8309531" y="10519463"/>
                <a:chExt cx="172714" cy="72381"/>
              </a:xfrm>
              <a:solidFill>
                <a:srgbClr val="000000"/>
              </a:solidFill>
            </p:grpSpPr>
            <p:sp>
              <p:nvSpPr>
                <p:cNvPr id="3752" name="Freeform: Shape 3751">
                  <a:extLst>
                    <a:ext uri="{FF2B5EF4-FFF2-40B4-BE49-F238E27FC236}">
                      <a16:creationId xmlns:a16="http://schemas.microsoft.com/office/drawing/2014/main" id="{556F8766-947A-F3B3-8DCB-023CE6FDB4AC}"/>
                    </a:ext>
                  </a:extLst>
                </p:cNvPr>
                <p:cNvSpPr/>
                <p:nvPr/>
              </p:nvSpPr>
              <p:spPr>
                <a:xfrm flipV="1">
                  <a:off x="8309531" y="10519463"/>
                  <a:ext cx="45834" cy="72381"/>
                </a:xfrm>
                <a:custGeom>
                  <a:avLst/>
                  <a:gdLst>
                    <a:gd name="connsiteX0" fmla="*/ 38967 w 45834"/>
                    <a:gd name="connsiteY0" fmla="*/ 31375 h 72381"/>
                    <a:gd name="connsiteX1" fmla="*/ 7703 w 45834"/>
                    <a:gd name="connsiteY1" fmla="*/ 31375 h 72381"/>
                    <a:gd name="connsiteX2" fmla="*/ 7703 w 45834"/>
                    <a:gd name="connsiteY2" fmla="*/ 5731 h 72381"/>
                    <a:gd name="connsiteX3" fmla="*/ 44025 w 45834"/>
                    <a:gd name="connsiteY3" fmla="*/ 5731 h 72381"/>
                    <a:gd name="connsiteX4" fmla="*/ 44025 w 45834"/>
                    <a:gd name="connsiteY4" fmla="*/ -2080 h 72381"/>
                    <a:gd name="connsiteX5" fmla="*/ -1810 w 45834"/>
                    <a:gd name="connsiteY5" fmla="*/ -2080 h 72381"/>
                    <a:gd name="connsiteX6" fmla="*/ -1810 w 45834"/>
                    <a:gd name="connsiteY6" fmla="*/ 70302 h 72381"/>
                    <a:gd name="connsiteX7" fmla="*/ 43533 w 45834"/>
                    <a:gd name="connsiteY7" fmla="*/ 70302 h 72381"/>
                    <a:gd name="connsiteX8" fmla="*/ 43533 w 45834"/>
                    <a:gd name="connsiteY8" fmla="*/ 62443 h 72381"/>
                    <a:gd name="connsiteX9" fmla="*/ 7703 w 45834"/>
                    <a:gd name="connsiteY9" fmla="*/ 62443 h 72381"/>
                    <a:gd name="connsiteX10" fmla="*/ 7703 w 45834"/>
                    <a:gd name="connsiteY10" fmla="*/ 39186 h 72381"/>
                    <a:gd name="connsiteX11" fmla="*/ 38967 w 45834"/>
                    <a:gd name="connsiteY11" fmla="*/ 39186 h 72381"/>
                    <a:gd name="connsiteX12" fmla="*/ 38967 w 45834"/>
                    <a:gd name="connsiteY12" fmla="*/ 31375 h 723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45834" h="72381">
                      <a:moveTo>
                        <a:pt x="38967" y="31375"/>
                      </a:moveTo>
                      <a:lnTo>
                        <a:pt x="7703" y="31375"/>
                      </a:lnTo>
                      <a:lnTo>
                        <a:pt x="7703" y="5731"/>
                      </a:lnTo>
                      <a:lnTo>
                        <a:pt x="44025" y="5731"/>
                      </a:lnTo>
                      <a:lnTo>
                        <a:pt x="44025" y="-2080"/>
                      </a:lnTo>
                      <a:lnTo>
                        <a:pt x="-1810" y="-2080"/>
                      </a:lnTo>
                      <a:lnTo>
                        <a:pt x="-1810" y="70302"/>
                      </a:lnTo>
                      <a:lnTo>
                        <a:pt x="43533" y="70302"/>
                      </a:lnTo>
                      <a:lnTo>
                        <a:pt x="43533" y="62443"/>
                      </a:lnTo>
                      <a:lnTo>
                        <a:pt x="7703" y="62443"/>
                      </a:lnTo>
                      <a:lnTo>
                        <a:pt x="7703" y="39186"/>
                      </a:lnTo>
                      <a:lnTo>
                        <a:pt x="38967" y="39186"/>
                      </a:lnTo>
                      <a:lnTo>
                        <a:pt x="38967" y="3137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6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de-CH">
                    <a:latin typeface="Roboto" panose="02000000000000000000" pitchFamily="2" charset="0"/>
                    <a:ea typeface="Roboto" panose="02000000000000000000" pitchFamily="2" charset="0"/>
                  </a:endParaRPr>
                </a:p>
              </p:txBody>
            </p:sp>
            <p:sp>
              <p:nvSpPr>
                <p:cNvPr id="3753" name="Freeform: Shape 3752">
                  <a:extLst>
                    <a:ext uri="{FF2B5EF4-FFF2-40B4-BE49-F238E27FC236}">
                      <a16:creationId xmlns:a16="http://schemas.microsoft.com/office/drawing/2014/main" id="{2FCD305B-8B6D-B1C6-D199-0651AB041289}"/>
                    </a:ext>
                  </a:extLst>
                </p:cNvPr>
                <p:cNvSpPr/>
                <p:nvPr/>
              </p:nvSpPr>
              <p:spPr>
                <a:xfrm flipV="1">
                  <a:off x="8367201" y="10519463"/>
                  <a:ext cx="49100" cy="72381"/>
                </a:xfrm>
                <a:custGeom>
                  <a:avLst/>
                  <a:gdLst>
                    <a:gd name="connsiteX0" fmla="*/ -1908 w 49100"/>
                    <a:gd name="connsiteY0" fmla="*/ -2080 h 72381"/>
                    <a:gd name="connsiteX1" fmla="*/ -1908 w 49100"/>
                    <a:gd name="connsiteY1" fmla="*/ 70302 h 72381"/>
                    <a:gd name="connsiteX2" fmla="*/ 21683 w 49100"/>
                    <a:gd name="connsiteY2" fmla="*/ 70302 h 72381"/>
                    <a:gd name="connsiteX3" fmla="*/ 39329 w 49100"/>
                    <a:gd name="connsiteY3" fmla="*/ 65434 h 72381"/>
                    <a:gd name="connsiteX4" fmla="*/ 45258 w 49100"/>
                    <a:gd name="connsiteY4" fmla="*/ 51021 h 72381"/>
                    <a:gd name="connsiteX5" fmla="*/ 42389 w 49100"/>
                    <a:gd name="connsiteY5" fmla="*/ 42033 h 72381"/>
                    <a:gd name="connsiteX6" fmla="*/ 34557 w 49100"/>
                    <a:gd name="connsiteY6" fmla="*/ 36004 h 72381"/>
                    <a:gd name="connsiteX7" fmla="*/ 43800 w 49100"/>
                    <a:gd name="connsiteY7" fmla="*/ 29768 h 72381"/>
                    <a:gd name="connsiteX8" fmla="*/ 47192 w 49100"/>
                    <a:gd name="connsiteY8" fmla="*/ 18808 h 72381"/>
                    <a:gd name="connsiteX9" fmla="*/ 40898 w 49100"/>
                    <a:gd name="connsiteY9" fmla="*/ 3488 h 72381"/>
                    <a:gd name="connsiteX10" fmla="*/ 23110 w 49100"/>
                    <a:gd name="connsiteY10" fmla="*/ -2080 h 72381"/>
                    <a:gd name="connsiteX11" fmla="*/ -1908 w 49100"/>
                    <a:gd name="connsiteY11" fmla="*/ -2080 h 72381"/>
                    <a:gd name="connsiteX12" fmla="*/ 7604 w 49100"/>
                    <a:gd name="connsiteY12" fmla="*/ 31773 h 72381"/>
                    <a:gd name="connsiteX13" fmla="*/ 7604 w 49100"/>
                    <a:gd name="connsiteY13" fmla="*/ 5731 h 72381"/>
                    <a:gd name="connsiteX14" fmla="*/ 23316 w 49100"/>
                    <a:gd name="connsiteY14" fmla="*/ 5731 h 72381"/>
                    <a:gd name="connsiteX15" fmla="*/ 33796 w 49100"/>
                    <a:gd name="connsiteY15" fmla="*/ 9183 h 72381"/>
                    <a:gd name="connsiteX16" fmla="*/ 37632 w 49100"/>
                    <a:gd name="connsiteY16" fmla="*/ 18696 h 72381"/>
                    <a:gd name="connsiteX17" fmla="*/ 23459 w 49100"/>
                    <a:gd name="connsiteY17" fmla="*/ 31773 h 72381"/>
                    <a:gd name="connsiteX18" fmla="*/ 7604 w 49100"/>
                    <a:gd name="connsiteY18" fmla="*/ 31773 h 72381"/>
                    <a:gd name="connsiteX19" fmla="*/ 7604 w 49100"/>
                    <a:gd name="connsiteY19" fmla="*/ 39424 h 72381"/>
                    <a:gd name="connsiteX20" fmla="*/ 21968 w 49100"/>
                    <a:gd name="connsiteY20" fmla="*/ 39424 h 72381"/>
                    <a:gd name="connsiteX21" fmla="*/ 31956 w 49100"/>
                    <a:gd name="connsiteY21" fmla="*/ 42558 h 72381"/>
                    <a:gd name="connsiteX22" fmla="*/ 35698 w 49100"/>
                    <a:gd name="connsiteY22" fmla="*/ 51069 h 72381"/>
                    <a:gd name="connsiteX23" fmla="*/ 32226 w 49100"/>
                    <a:gd name="connsiteY23" fmla="*/ 59739 h 72381"/>
                    <a:gd name="connsiteX24" fmla="*/ 21683 w 49100"/>
                    <a:gd name="connsiteY24" fmla="*/ 62443 h 72381"/>
                    <a:gd name="connsiteX25" fmla="*/ 7604 w 49100"/>
                    <a:gd name="connsiteY25" fmla="*/ 62443 h 72381"/>
                    <a:gd name="connsiteX26" fmla="*/ 7604 w 49100"/>
                    <a:gd name="connsiteY26" fmla="*/ 39424 h 723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49100" h="72381">
                      <a:moveTo>
                        <a:pt x="-1908" y="-2080"/>
                      </a:moveTo>
                      <a:lnTo>
                        <a:pt x="-1908" y="70302"/>
                      </a:lnTo>
                      <a:lnTo>
                        <a:pt x="21683" y="70302"/>
                      </a:lnTo>
                      <a:cubicBezTo>
                        <a:pt x="29504" y="70302"/>
                        <a:pt x="35386" y="68679"/>
                        <a:pt x="39329" y="65434"/>
                      </a:cubicBezTo>
                      <a:cubicBezTo>
                        <a:pt x="43282" y="62189"/>
                        <a:pt x="45258" y="57384"/>
                        <a:pt x="45258" y="51021"/>
                      </a:cubicBezTo>
                      <a:cubicBezTo>
                        <a:pt x="45258" y="47638"/>
                        <a:pt x="44302" y="44642"/>
                        <a:pt x="42389" y="42033"/>
                      </a:cubicBezTo>
                      <a:cubicBezTo>
                        <a:pt x="40475" y="39435"/>
                        <a:pt x="37865" y="37425"/>
                        <a:pt x="34557" y="36004"/>
                      </a:cubicBezTo>
                      <a:cubicBezTo>
                        <a:pt x="38457" y="34912"/>
                        <a:pt x="41538" y="32833"/>
                        <a:pt x="43800" y="29768"/>
                      </a:cubicBezTo>
                      <a:cubicBezTo>
                        <a:pt x="46062" y="26703"/>
                        <a:pt x="47192" y="23050"/>
                        <a:pt x="47192" y="18808"/>
                      </a:cubicBezTo>
                      <a:cubicBezTo>
                        <a:pt x="47192" y="12307"/>
                        <a:pt x="45094" y="7200"/>
                        <a:pt x="40898" y="3488"/>
                      </a:cubicBezTo>
                      <a:cubicBezTo>
                        <a:pt x="36702" y="-224"/>
                        <a:pt x="30773" y="-2080"/>
                        <a:pt x="23110" y="-2080"/>
                      </a:cubicBezTo>
                      <a:lnTo>
                        <a:pt x="-1908" y="-2080"/>
                      </a:lnTo>
                      <a:close/>
                      <a:moveTo>
                        <a:pt x="7604" y="31773"/>
                      </a:moveTo>
                      <a:lnTo>
                        <a:pt x="7604" y="5731"/>
                      </a:lnTo>
                      <a:lnTo>
                        <a:pt x="23316" y="5731"/>
                      </a:lnTo>
                      <a:cubicBezTo>
                        <a:pt x="27744" y="5731"/>
                        <a:pt x="31238" y="6882"/>
                        <a:pt x="33796" y="9183"/>
                      </a:cubicBezTo>
                      <a:cubicBezTo>
                        <a:pt x="36353" y="11485"/>
                        <a:pt x="37632" y="14656"/>
                        <a:pt x="37632" y="18696"/>
                      </a:cubicBezTo>
                      <a:cubicBezTo>
                        <a:pt x="37632" y="27414"/>
                        <a:pt x="32908" y="31773"/>
                        <a:pt x="23459" y="31773"/>
                      </a:cubicBezTo>
                      <a:lnTo>
                        <a:pt x="7604" y="31773"/>
                      </a:lnTo>
                      <a:close/>
                      <a:moveTo>
                        <a:pt x="7604" y="39424"/>
                      </a:moveTo>
                      <a:lnTo>
                        <a:pt x="21968" y="39424"/>
                      </a:lnTo>
                      <a:cubicBezTo>
                        <a:pt x="26133" y="39424"/>
                        <a:pt x="29462" y="40469"/>
                        <a:pt x="31956" y="42558"/>
                      </a:cubicBezTo>
                      <a:cubicBezTo>
                        <a:pt x="34451" y="44647"/>
                        <a:pt x="35698" y="47484"/>
                        <a:pt x="35698" y="51069"/>
                      </a:cubicBezTo>
                      <a:cubicBezTo>
                        <a:pt x="35698" y="55046"/>
                        <a:pt x="34541" y="57936"/>
                        <a:pt x="32226" y="59739"/>
                      </a:cubicBezTo>
                      <a:cubicBezTo>
                        <a:pt x="29922" y="61542"/>
                        <a:pt x="26407" y="62443"/>
                        <a:pt x="21683" y="62443"/>
                      </a:cubicBezTo>
                      <a:lnTo>
                        <a:pt x="7604" y="62443"/>
                      </a:lnTo>
                      <a:lnTo>
                        <a:pt x="7604" y="3942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6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de-CH">
                    <a:latin typeface="Roboto" panose="02000000000000000000" pitchFamily="2" charset="0"/>
                    <a:ea typeface="Roboto" panose="02000000000000000000" pitchFamily="2" charset="0"/>
                  </a:endParaRPr>
                </a:p>
              </p:txBody>
            </p:sp>
            <p:sp>
              <p:nvSpPr>
                <p:cNvPr id="3754" name="Freeform: Shape 3753">
                  <a:extLst>
                    <a:ext uri="{FF2B5EF4-FFF2-40B4-BE49-F238E27FC236}">
                      <a16:creationId xmlns:a16="http://schemas.microsoft.com/office/drawing/2014/main" id="{B880F569-F23E-0E7E-2536-D98193F18E34}"/>
                    </a:ext>
                  </a:extLst>
                </p:cNvPr>
                <p:cNvSpPr/>
                <p:nvPr/>
              </p:nvSpPr>
              <p:spPr>
                <a:xfrm flipV="1">
                  <a:off x="8430371" y="10519463"/>
                  <a:ext cx="51875" cy="72381"/>
                </a:xfrm>
                <a:custGeom>
                  <a:avLst/>
                  <a:gdLst>
                    <a:gd name="connsiteX0" fmla="*/ 7522 w 51875"/>
                    <a:gd name="connsiteY0" fmla="*/ 26253 h 72381"/>
                    <a:gd name="connsiteX1" fmla="*/ 7522 w 51875"/>
                    <a:gd name="connsiteY1" fmla="*/ -2080 h 72381"/>
                    <a:gd name="connsiteX2" fmla="*/ -1991 w 51875"/>
                    <a:gd name="connsiteY2" fmla="*/ -2080 h 72381"/>
                    <a:gd name="connsiteX3" fmla="*/ -1991 w 51875"/>
                    <a:gd name="connsiteY3" fmla="*/ 70302 h 72381"/>
                    <a:gd name="connsiteX4" fmla="*/ 24613 w 51875"/>
                    <a:gd name="connsiteY4" fmla="*/ 70302 h 72381"/>
                    <a:gd name="connsiteX5" fmla="*/ 43162 w 51875"/>
                    <a:gd name="connsiteY5" fmla="*/ 64241 h 72381"/>
                    <a:gd name="connsiteX6" fmla="*/ 49885 w 51875"/>
                    <a:gd name="connsiteY6" fmla="*/ 48174 h 72381"/>
                    <a:gd name="connsiteX7" fmla="*/ 43321 w 51875"/>
                    <a:gd name="connsiteY7" fmla="*/ 31948 h 72381"/>
                    <a:gd name="connsiteX8" fmla="*/ 24518 w 51875"/>
                    <a:gd name="connsiteY8" fmla="*/ 26253 h 72381"/>
                    <a:gd name="connsiteX9" fmla="*/ 7522 w 51875"/>
                    <a:gd name="connsiteY9" fmla="*/ 26253 h 72381"/>
                    <a:gd name="connsiteX10" fmla="*/ 7522 w 51875"/>
                    <a:gd name="connsiteY10" fmla="*/ 34063 h 72381"/>
                    <a:gd name="connsiteX11" fmla="*/ 24613 w 51875"/>
                    <a:gd name="connsiteY11" fmla="*/ 34063 h 72381"/>
                    <a:gd name="connsiteX12" fmla="*/ 36313 w 51875"/>
                    <a:gd name="connsiteY12" fmla="*/ 37659 h 72381"/>
                    <a:gd name="connsiteX13" fmla="*/ 40372 w 51875"/>
                    <a:gd name="connsiteY13" fmla="*/ 48078 h 72381"/>
                    <a:gd name="connsiteX14" fmla="*/ 36313 w 51875"/>
                    <a:gd name="connsiteY14" fmla="*/ 58418 h 72381"/>
                    <a:gd name="connsiteX15" fmla="*/ 25168 w 51875"/>
                    <a:gd name="connsiteY15" fmla="*/ 62443 h 72381"/>
                    <a:gd name="connsiteX16" fmla="*/ 7522 w 51875"/>
                    <a:gd name="connsiteY16" fmla="*/ 62443 h 72381"/>
                    <a:gd name="connsiteX17" fmla="*/ 7522 w 51875"/>
                    <a:gd name="connsiteY17" fmla="*/ 34063 h 723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51875" h="72381">
                      <a:moveTo>
                        <a:pt x="7522" y="26253"/>
                      </a:moveTo>
                      <a:lnTo>
                        <a:pt x="7522" y="-2080"/>
                      </a:lnTo>
                      <a:lnTo>
                        <a:pt x="-1991" y="-2080"/>
                      </a:lnTo>
                      <a:lnTo>
                        <a:pt x="-1991" y="70302"/>
                      </a:lnTo>
                      <a:lnTo>
                        <a:pt x="24613" y="70302"/>
                      </a:lnTo>
                      <a:cubicBezTo>
                        <a:pt x="32508" y="70302"/>
                        <a:pt x="38691" y="68281"/>
                        <a:pt x="43162" y="64241"/>
                      </a:cubicBezTo>
                      <a:cubicBezTo>
                        <a:pt x="47644" y="60200"/>
                        <a:pt x="49885" y="54844"/>
                        <a:pt x="49885" y="48174"/>
                      </a:cubicBezTo>
                      <a:cubicBezTo>
                        <a:pt x="49885" y="41153"/>
                        <a:pt x="47697" y="35744"/>
                        <a:pt x="43321" y="31948"/>
                      </a:cubicBezTo>
                      <a:cubicBezTo>
                        <a:pt x="38945" y="28151"/>
                        <a:pt x="32677" y="26253"/>
                        <a:pt x="24518" y="26253"/>
                      </a:cubicBezTo>
                      <a:lnTo>
                        <a:pt x="7522" y="26253"/>
                      </a:lnTo>
                      <a:close/>
                      <a:moveTo>
                        <a:pt x="7522" y="34063"/>
                      </a:moveTo>
                      <a:lnTo>
                        <a:pt x="24613" y="34063"/>
                      </a:lnTo>
                      <a:cubicBezTo>
                        <a:pt x="29707" y="34063"/>
                        <a:pt x="33607" y="35262"/>
                        <a:pt x="36313" y="37659"/>
                      </a:cubicBezTo>
                      <a:cubicBezTo>
                        <a:pt x="39019" y="40066"/>
                        <a:pt x="40372" y="43539"/>
                        <a:pt x="40372" y="48078"/>
                      </a:cubicBezTo>
                      <a:cubicBezTo>
                        <a:pt x="40372" y="52384"/>
                        <a:pt x="39019" y="55831"/>
                        <a:pt x="36313" y="58418"/>
                      </a:cubicBezTo>
                      <a:cubicBezTo>
                        <a:pt x="33607" y="61006"/>
                        <a:pt x="29892" y="62348"/>
                        <a:pt x="25168" y="62443"/>
                      </a:cubicBezTo>
                      <a:lnTo>
                        <a:pt x="7522" y="62443"/>
                      </a:lnTo>
                      <a:lnTo>
                        <a:pt x="7522" y="3406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6" cap="flat">
                  <a:noFill/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de-CH">
                    <a:latin typeface="Roboto" panose="02000000000000000000" pitchFamily="2" charset="0"/>
                    <a:ea typeface="Roboto" panose="02000000000000000000" pitchFamily="2" charset="0"/>
                  </a:endParaRPr>
                </a:p>
              </p:txBody>
            </p:sp>
          </p:grpSp>
        </p:grpSp>
      </p:grpSp>
      <p:grpSp>
        <p:nvGrpSpPr>
          <p:cNvPr id="3712" name="Graphic 3238">
            <a:extLst>
              <a:ext uri="{FF2B5EF4-FFF2-40B4-BE49-F238E27FC236}">
                <a16:creationId xmlns:a16="http://schemas.microsoft.com/office/drawing/2014/main" id="{9373D0B5-3FF1-0CE7-721C-C077240D2EF5}"/>
              </a:ext>
            </a:extLst>
          </p:cNvPr>
          <p:cNvGrpSpPr/>
          <p:nvPr/>
        </p:nvGrpSpPr>
        <p:grpSpPr>
          <a:xfrm>
            <a:off x="3112570" y="5605448"/>
            <a:ext cx="537062" cy="178544"/>
            <a:chOff x="6517285" y="10003183"/>
            <a:chExt cx="223751" cy="74385"/>
          </a:xfrm>
          <a:solidFill>
            <a:srgbClr val="000000"/>
          </a:solidFill>
        </p:grpSpPr>
        <p:sp>
          <p:nvSpPr>
            <p:cNvPr id="3741" name="Freeform: Shape 3740">
              <a:extLst>
                <a:ext uri="{FF2B5EF4-FFF2-40B4-BE49-F238E27FC236}">
                  <a16:creationId xmlns:a16="http://schemas.microsoft.com/office/drawing/2014/main" id="{9A6882C5-7800-AE92-5181-CE2A967FDE34}"/>
                </a:ext>
              </a:extLst>
            </p:cNvPr>
            <p:cNvSpPr/>
            <p:nvPr/>
          </p:nvSpPr>
          <p:spPr>
            <a:xfrm>
              <a:off x="6696644" y="10038388"/>
              <a:ext cx="44391" cy="12726"/>
            </a:xfrm>
            <a:custGeom>
              <a:avLst/>
              <a:gdLst>
                <a:gd name="connsiteX0" fmla="*/ 44430 w 44391"/>
                <a:gd name="connsiteY0" fmla="*/ 155 h 12726"/>
                <a:gd name="connsiteX1" fmla="*/ 38 w 44391"/>
                <a:gd name="connsiteY1" fmla="*/ 155 h 12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4391" h="12726">
                  <a:moveTo>
                    <a:pt x="44430" y="155"/>
                  </a:moveTo>
                  <a:lnTo>
                    <a:pt x="38" y="155"/>
                  </a:lnTo>
                </a:path>
              </a:pathLst>
            </a:custGeom>
            <a:solidFill>
              <a:srgbClr val="000000"/>
            </a:solidFill>
            <a:ln w="10147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grpSp>
          <p:nvGrpSpPr>
            <p:cNvPr id="3742" name="Graphic 3238">
              <a:extLst>
                <a:ext uri="{FF2B5EF4-FFF2-40B4-BE49-F238E27FC236}">
                  <a16:creationId xmlns:a16="http://schemas.microsoft.com/office/drawing/2014/main" id="{3B38277F-C957-48B3-3C00-DE1897C40FDF}"/>
                </a:ext>
              </a:extLst>
            </p:cNvPr>
            <p:cNvGrpSpPr/>
            <p:nvPr/>
          </p:nvGrpSpPr>
          <p:grpSpPr>
            <a:xfrm>
              <a:off x="6517285" y="10003183"/>
              <a:ext cx="130118" cy="74385"/>
              <a:chOff x="6517285" y="10003183"/>
              <a:chExt cx="130118" cy="74385"/>
            </a:xfrm>
            <a:solidFill>
              <a:srgbClr val="000000"/>
            </a:solidFill>
          </p:grpSpPr>
          <p:sp>
            <p:nvSpPr>
              <p:cNvPr id="3743" name="Freeform: Shape 3742">
                <a:extLst>
                  <a:ext uri="{FF2B5EF4-FFF2-40B4-BE49-F238E27FC236}">
                    <a16:creationId xmlns:a16="http://schemas.microsoft.com/office/drawing/2014/main" id="{17B379F1-DCEF-F7E4-2562-4E45B700F8DF}"/>
                  </a:ext>
                </a:extLst>
              </p:cNvPr>
              <p:cNvSpPr/>
              <p:nvPr/>
            </p:nvSpPr>
            <p:spPr>
              <a:xfrm flipV="1">
                <a:off x="6517285" y="10003183"/>
                <a:ext cx="45533" cy="74385"/>
              </a:xfrm>
              <a:custGeom>
                <a:avLst/>
                <a:gdLst>
                  <a:gd name="connsiteX0" fmla="*/ 43761 w 45533"/>
                  <a:gd name="connsiteY0" fmla="*/ 29760 h 74385"/>
                  <a:gd name="connsiteX1" fmla="*/ 38259 w 45533"/>
                  <a:gd name="connsiteY1" fmla="*/ 5739 h 74385"/>
                  <a:gd name="connsiteX2" fmla="*/ 21073 w 45533"/>
                  <a:gd name="connsiteY2" fmla="*/ -2120 h 74385"/>
                  <a:gd name="connsiteX3" fmla="*/ 3982 w 45533"/>
                  <a:gd name="connsiteY3" fmla="*/ 5564 h 74385"/>
                  <a:gd name="connsiteX4" fmla="*/ -1773 w 45533"/>
                  <a:gd name="connsiteY4" fmla="*/ 28519 h 74385"/>
                  <a:gd name="connsiteX5" fmla="*/ -1773 w 45533"/>
                  <a:gd name="connsiteY5" fmla="*/ 40784 h 74385"/>
                  <a:gd name="connsiteX6" fmla="*/ 3729 w 45533"/>
                  <a:gd name="connsiteY6" fmla="*/ 64502 h 74385"/>
                  <a:gd name="connsiteX7" fmla="*/ 20978 w 45533"/>
                  <a:gd name="connsiteY7" fmla="*/ 72266 h 74385"/>
                  <a:gd name="connsiteX8" fmla="*/ 38117 w 45533"/>
                  <a:gd name="connsiteY8" fmla="*/ 64773 h 74385"/>
                  <a:gd name="connsiteX9" fmla="*/ 43761 w 45533"/>
                  <a:gd name="connsiteY9" fmla="*/ 41690 h 74385"/>
                  <a:gd name="connsiteX10" fmla="*/ 43761 w 45533"/>
                  <a:gd name="connsiteY10" fmla="*/ 29760 h 74385"/>
                  <a:gd name="connsiteX11" fmla="*/ 34597 w 45533"/>
                  <a:gd name="connsiteY11" fmla="*/ 42327 h 74385"/>
                  <a:gd name="connsiteX12" fmla="*/ 31331 w 45533"/>
                  <a:gd name="connsiteY12" fmla="*/ 59364 h 74385"/>
                  <a:gd name="connsiteX13" fmla="*/ 20978 w 45533"/>
                  <a:gd name="connsiteY13" fmla="*/ 64709 h 74385"/>
                  <a:gd name="connsiteX14" fmla="*/ 10720 w 45533"/>
                  <a:gd name="connsiteY14" fmla="*/ 59380 h 74385"/>
                  <a:gd name="connsiteX15" fmla="*/ 7407 w 45533"/>
                  <a:gd name="connsiteY15" fmla="*/ 43027 h 74385"/>
                  <a:gd name="connsiteX16" fmla="*/ 7407 w 45533"/>
                  <a:gd name="connsiteY16" fmla="*/ 28312 h 74385"/>
                  <a:gd name="connsiteX17" fmla="*/ 10800 w 45533"/>
                  <a:gd name="connsiteY17" fmla="*/ 10988 h 74385"/>
                  <a:gd name="connsiteX18" fmla="*/ 21073 w 45533"/>
                  <a:gd name="connsiteY18" fmla="*/ 5389 h 74385"/>
                  <a:gd name="connsiteX19" fmla="*/ 31157 w 45533"/>
                  <a:gd name="connsiteY19" fmla="*/ 10654 h 74385"/>
                  <a:gd name="connsiteX20" fmla="*/ 34597 w 45533"/>
                  <a:gd name="connsiteY20" fmla="*/ 27262 h 74385"/>
                  <a:gd name="connsiteX21" fmla="*/ 34597 w 45533"/>
                  <a:gd name="connsiteY21" fmla="*/ 42327 h 74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45533" h="74385">
                    <a:moveTo>
                      <a:pt x="43761" y="29760"/>
                    </a:moveTo>
                    <a:cubicBezTo>
                      <a:pt x="43761" y="18985"/>
                      <a:pt x="41927" y="10978"/>
                      <a:pt x="38259" y="5739"/>
                    </a:cubicBezTo>
                    <a:cubicBezTo>
                      <a:pt x="34602" y="500"/>
                      <a:pt x="28874" y="-2120"/>
                      <a:pt x="21073" y="-2120"/>
                    </a:cubicBezTo>
                    <a:cubicBezTo>
                      <a:pt x="13379" y="-2120"/>
                      <a:pt x="7682" y="441"/>
                      <a:pt x="3982" y="5564"/>
                    </a:cubicBezTo>
                    <a:cubicBezTo>
                      <a:pt x="283" y="10686"/>
                      <a:pt x="-1635" y="18338"/>
                      <a:pt x="-1773" y="28519"/>
                    </a:cubicBezTo>
                    <a:lnTo>
                      <a:pt x="-1773" y="40784"/>
                    </a:lnTo>
                    <a:cubicBezTo>
                      <a:pt x="-1773" y="51431"/>
                      <a:pt x="61" y="59338"/>
                      <a:pt x="3729" y="64502"/>
                    </a:cubicBezTo>
                    <a:cubicBezTo>
                      <a:pt x="7396" y="69678"/>
                      <a:pt x="13146" y="72266"/>
                      <a:pt x="20978" y="72266"/>
                    </a:cubicBezTo>
                    <a:cubicBezTo>
                      <a:pt x="28736" y="72266"/>
                      <a:pt x="34449" y="69768"/>
                      <a:pt x="38117" y="64773"/>
                    </a:cubicBezTo>
                    <a:cubicBezTo>
                      <a:pt x="41784" y="59788"/>
                      <a:pt x="43666" y="52094"/>
                      <a:pt x="43761" y="41690"/>
                    </a:cubicBezTo>
                    <a:lnTo>
                      <a:pt x="43761" y="29760"/>
                    </a:lnTo>
                    <a:close/>
                    <a:moveTo>
                      <a:pt x="34597" y="42327"/>
                    </a:moveTo>
                    <a:cubicBezTo>
                      <a:pt x="34597" y="50122"/>
                      <a:pt x="33508" y="55801"/>
                      <a:pt x="31331" y="59364"/>
                    </a:cubicBezTo>
                    <a:cubicBezTo>
                      <a:pt x="29154" y="62928"/>
                      <a:pt x="25703" y="64709"/>
                      <a:pt x="20978" y="64709"/>
                    </a:cubicBezTo>
                    <a:cubicBezTo>
                      <a:pt x="16285" y="64709"/>
                      <a:pt x="12866" y="62933"/>
                      <a:pt x="10720" y="59380"/>
                    </a:cubicBezTo>
                    <a:cubicBezTo>
                      <a:pt x="8575" y="55838"/>
                      <a:pt x="7470" y="50387"/>
                      <a:pt x="7407" y="43027"/>
                    </a:cubicBezTo>
                    <a:lnTo>
                      <a:pt x="7407" y="28312"/>
                    </a:lnTo>
                    <a:cubicBezTo>
                      <a:pt x="7407" y="20496"/>
                      <a:pt x="8538" y="14721"/>
                      <a:pt x="10800" y="10988"/>
                    </a:cubicBezTo>
                    <a:cubicBezTo>
                      <a:pt x="13062" y="7255"/>
                      <a:pt x="16486" y="5389"/>
                      <a:pt x="21073" y="5389"/>
                    </a:cubicBezTo>
                    <a:cubicBezTo>
                      <a:pt x="25597" y="5389"/>
                      <a:pt x="28958" y="7144"/>
                      <a:pt x="31157" y="10654"/>
                    </a:cubicBezTo>
                    <a:cubicBezTo>
                      <a:pt x="33355" y="14175"/>
                      <a:pt x="34502" y="19711"/>
                      <a:pt x="34597" y="27262"/>
                    </a:cubicBezTo>
                    <a:lnTo>
                      <a:pt x="34597" y="42327"/>
                    </a:lnTo>
                    <a:close/>
                  </a:path>
                </a:pathLst>
              </a:custGeom>
              <a:solidFill>
                <a:srgbClr val="000000"/>
              </a:solidFill>
              <a:ln w="16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de-CH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3744" name="Freeform: Shape 3743">
                <a:extLst>
                  <a:ext uri="{FF2B5EF4-FFF2-40B4-BE49-F238E27FC236}">
                    <a16:creationId xmlns:a16="http://schemas.microsoft.com/office/drawing/2014/main" id="{31DDACB0-47B0-05DE-21A9-8889CB7A4C79}"/>
                  </a:ext>
                </a:extLst>
              </p:cNvPr>
              <p:cNvSpPr/>
              <p:nvPr/>
            </p:nvSpPr>
            <p:spPr>
              <a:xfrm flipV="1">
                <a:off x="6575704" y="10066179"/>
                <a:ext cx="11399" cy="10928"/>
              </a:xfrm>
              <a:custGeom>
                <a:avLst/>
                <a:gdLst>
                  <a:gd name="connsiteX0" fmla="*/ -784 w 11399"/>
                  <a:gd name="connsiteY0" fmla="*/ 5209 h 10928"/>
                  <a:gd name="connsiteX1" fmla="*/ 627 w 11399"/>
                  <a:gd name="connsiteY1" fmla="*/ 9186 h 10928"/>
                  <a:gd name="connsiteX2" fmla="*/ 4860 w 11399"/>
                  <a:gd name="connsiteY2" fmla="*/ 10777 h 10928"/>
                  <a:gd name="connsiteX3" fmla="*/ 9141 w 11399"/>
                  <a:gd name="connsiteY3" fmla="*/ 9186 h 10928"/>
                  <a:gd name="connsiteX4" fmla="*/ 10615 w 11399"/>
                  <a:gd name="connsiteY4" fmla="*/ 5209 h 10928"/>
                  <a:gd name="connsiteX5" fmla="*/ 9141 w 11399"/>
                  <a:gd name="connsiteY5" fmla="*/ 1375 h 10928"/>
                  <a:gd name="connsiteX6" fmla="*/ 4860 w 11399"/>
                  <a:gd name="connsiteY6" fmla="*/ -152 h 10928"/>
                  <a:gd name="connsiteX7" fmla="*/ 627 w 11399"/>
                  <a:gd name="connsiteY7" fmla="*/ 1375 h 10928"/>
                  <a:gd name="connsiteX8" fmla="*/ -784 w 11399"/>
                  <a:gd name="connsiteY8" fmla="*/ 5209 h 109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1399" h="10928">
                    <a:moveTo>
                      <a:pt x="-784" y="5209"/>
                    </a:moveTo>
                    <a:cubicBezTo>
                      <a:pt x="-784" y="6800"/>
                      <a:pt x="-314" y="8125"/>
                      <a:pt x="627" y="9186"/>
                    </a:cubicBezTo>
                    <a:cubicBezTo>
                      <a:pt x="1568" y="10246"/>
                      <a:pt x="2979" y="10777"/>
                      <a:pt x="4860" y="10777"/>
                    </a:cubicBezTo>
                    <a:cubicBezTo>
                      <a:pt x="6742" y="10777"/>
                      <a:pt x="8168" y="10246"/>
                      <a:pt x="9141" y="9186"/>
                    </a:cubicBezTo>
                    <a:cubicBezTo>
                      <a:pt x="10124" y="8125"/>
                      <a:pt x="10615" y="6800"/>
                      <a:pt x="10615" y="5209"/>
                    </a:cubicBezTo>
                    <a:cubicBezTo>
                      <a:pt x="10615" y="3682"/>
                      <a:pt x="10124" y="2404"/>
                      <a:pt x="9141" y="1375"/>
                    </a:cubicBezTo>
                    <a:cubicBezTo>
                      <a:pt x="8168" y="357"/>
                      <a:pt x="6742" y="-152"/>
                      <a:pt x="4860" y="-152"/>
                    </a:cubicBezTo>
                    <a:cubicBezTo>
                      <a:pt x="2979" y="-152"/>
                      <a:pt x="1568" y="357"/>
                      <a:pt x="627" y="1375"/>
                    </a:cubicBezTo>
                    <a:cubicBezTo>
                      <a:pt x="-314" y="2404"/>
                      <a:pt x="-784" y="3682"/>
                      <a:pt x="-784" y="5209"/>
                    </a:cubicBezTo>
                    <a:close/>
                  </a:path>
                </a:pathLst>
              </a:custGeom>
              <a:solidFill>
                <a:srgbClr val="000000"/>
              </a:solidFill>
              <a:ln w="16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de-CH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3745" name="Freeform: Shape 3744">
                <a:extLst>
                  <a:ext uri="{FF2B5EF4-FFF2-40B4-BE49-F238E27FC236}">
                    <a16:creationId xmlns:a16="http://schemas.microsoft.com/office/drawing/2014/main" id="{99FC1360-00B9-C319-97F7-1E22241AA1A8}"/>
                  </a:ext>
                </a:extLst>
              </p:cNvPr>
              <p:cNvSpPr/>
              <p:nvPr/>
            </p:nvSpPr>
            <p:spPr>
              <a:xfrm flipV="1">
                <a:off x="6601822" y="10004138"/>
                <a:ext cx="45581" cy="73431"/>
              </a:xfrm>
              <a:custGeom>
                <a:avLst/>
                <a:gdLst>
                  <a:gd name="connsiteX0" fmla="*/ 33597 w 45581"/>
                  <a:gd name="connsiteY0" fmla="*/ 71341 h 73431"/>
                  <a:gd name="connsiteX1" fmla="*/ 33597 w 45581"/>
                  <a:gd name="connsiteY1" fmla="*/ 63546 h 73431"/>
                  <a:gd name="connsiteX2" fmla="*/ 31916 w 45581"/>
                  <a:gd name="connsiteY2" fmla="*/ 63546 h 73431"/>
                  <a:gd name="connsiteX3" fmla="*/ 14873 w 45581"/>
                  <a:gd name="connsiteY3" fmla="*/ 57167 h 73431"/>
                  <a:gd name="connsiteX4" fmla="*/ 7532 w 45581"/>
                  <a:gd name="connsiteY4" fmla="*/ 39827 h 73431"/>
                  <a:gd name="connsiteX5" fmla="*/ 23085 w 45581"/>
                  <a:gd name="connsiteY5" fmla="*/ 46382 h 73431"/>
                  <a:gd name="connsiteX6" fmla="*/ 38131 w 45581"/>
                  <a:gd name="connsiteY6" fmla="*/ 39716 h 73431"/>
                  <a:gd name="connsiteX7" fmla="*/ 43759 w 45581"/>
                  <a:gd name="connsiteY7" fmla="*/ 22520 h 73431"/>
                  <a:gd name="connsiteX8" fmla="*/ 37687 w 45581"/>
                  <a:gd name="connsiteY8" fmla="*/ 4623 h 73431"/>
                  <a:gd name="connsiteX9" fmla="*/ 21405 w 45581"/>
                  <a:gd name="connsiteY9" fmla="*/ -2090 h 73431"/>
                  <a:gd name="connsiteX10" fmla="*/ 4615 w 45581"/>
                  <a:gd name="connsiteY10" fmla="*/ 5896 h 73431"/>
                  <a:gd name="connsiteX11" fmla="*/ -1822 w 45581"/>
                  <a:gd name="connsiteY11" fmla="*/ 26449 h 73431"/>
                  <a:gd name="connsiteX12" fmla="*/ -1822 w 45581"/>
                  <a:gd name="connsiteY12" fmla="*/ 29980 h 73431"/>
                  <a:gd name="connsiteX13" fmla="*/ 6660 w 45581"/>
                  <a:gd name="connsiteY13" fmla="*/ 60524 h 73431"/>
                  <a:gd name="connsiteX14" fmla="*/ 31964 w 45581"/>
                  <a:gd name="connsiteY14" fmla="*/ 71341 h 73431"/>
                  <a:gd name="connsiteX15" fmla="*/ 33597 w 45581"/>
                  <a:gd name="connsiteY15" fmla="*/ 71341 h 73431"/>
                  <a:gd name="connsiteX16" fmla="*/ 21563 w 45581"/>
                  <a:gd name="connsiteY16" fmla="*/ 38730 h 73431"/>
                  <a:gd name="connsiteX17" fmla="*/ 12891 w 45581"/>
                  <a:gd name="connsiteY17" fmla="*/ 35898 h 73431"/>
                  <a:gd name="connsiteX18" fmla="*/ 7390 w 45581"/>
                  <a:gd name="connsiteY18" fmla="*/ 28787 h 73431"/>
                  <a:gd name="connsiteX19" fmla="*/ 7390 w 45581"/>
                  <a:gd name="connsiteY19" fmla="*/ 25415 h 73431"/>
                  <a:gd name="connsiteX20" fmla="*/ 11401 w 45581"/>
                  <a:gd name="connsiteY20" fmla="*/ 10986 h 73431"/>
                  <a:gd name="connsiteX21" fmla="*/ 21405 w 45581"/>
                  <a:gd name="connsiteY21" fmla="*/ 5530 h 73431"/>
                  <a:gd name="connsiteX22" fmla="*/ 31139 w 45581"/>
                  <a:gd name="connsiteY22" fmla="*/ 10096 h 73431"/>
                  <a:gd name="connsiteX23" fmla="*/ 34691 w 45581"/>
                  <a:gd name="connsiteY23" fmla="*/ 22074 h 73431"/>
                  <a:gd name="connsiteX24" fmla="*/ 31092 w 45581"/>
                  <a:gd name="connsiteY24" fmla="*/ 34132 h 73431"/>
                  <a:gd name="connsiteX25" fmla="*/ 21563 w 45581"/>
                  <a:gd name="connsiteY25" fmla="*/ 38730 h 73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45581" h="73431">
                    <a:moveTo>
                      <a:pt x="33597" y="71341"/>
                    </a:moveTo>
                    <a:lnTo>
                      <a:pt x="33597" y="63546"/>
                    </a:lnTo>
                    <a:lnTo>
                      <a:pt x="31916" y="63546"/>
                    </a:lnTo>
                    <a:cubicBezTo>
                      <a:pt x="24782" y="63408"/>
                      <a:pt x="19101" y="61282"/>
                      <a:pt x="14873" y="57167"/>
                    </a:cubicBezTo>
                    <a:cubicBezTo>
                      <a:pt x="10645" y="53063"/>
                      <a:pt x="8198" y="47283"/>
                      <a:pt x="7532" y="39827"/>
                    </a:cubicBezTo>
                    <a:cubicBezTo>
                      <a:pt x="11337" y="44197"/>
                      <a:pt x="16522" y="46382"/>
                      <a:pt x="23085" y="46382"/>
                    </a:cubicBezTo>
                    <a:cubicBezTo>
                      <a:pt x="29364" y="46382"/>
                      <a:pt x="34379" y="44160"/>
                      <a:pt x="38131" y="39716"/>
                    </a:cubicBezTo>
                    <a:cubicBezTo>
                      <a:pt x="41883" y="35283"/>
                      <a:pt x="43759" y="29551"/>
                      <a:pt x="43759" y="22520"/>
                    </a:cubicBezTo>
                    <a:cubicBezTo>
                      <a:pt x="43759" y="15064"/>
                      <a:pt x="41735" y="9099"/>
                      <a:pt x="37687" y="4623"/>
                    </a:cubicBezTo>
                    <a:cubicBezTo>
                      <a:pt x="33639" y="148"/>
                      <a:pt x="28212" y="-2090"/>
                      <a:pt x="21405" y="-2090"/>
                    </a:cubicBezTo>
                    <a:cubicBezTo>
                      <a:pt x="14503" y="-2090"/>
                      <a:pt x="8907" y="572"/>
                      <a:pt x="4615" y="5896"/>
                    </a:cubicBezTo>
                    <a:cubicBezTo>
                      <a:pt x="324" y="11220"/>
                      <a:pt x="-1822" y="18071"/>
                      <a:pt x="-1822" y="26449"/>
                    </a:cubicBezTo>
                    <a:lnTo>
                      <a:pt x="-1822" y="29980"/>
                    </a:lnTo>
                    <a:cubicBezTo>
                      <a:pt x="-1822" y="43301"/>
                      <a:pt x="1006" y="53482"/>
                      <a:pt x="6660" y="60524"/>
                    </a:cubicBezTo>
                    <a:cubicBezTo>
                      <a:pt x="12326" y="67576"/>
                      <a:pt x="20760" y="71182"/>
                      <a:pt x="31964" y="71341"/>
                    </a:cubicBezTo>
                    <a:lnTo>
                      <a:pt x="33597" y="71341"/>
                    </a:lnTo>
                    <a:close/>
                    <a:moveTo>
                      <a:pt x="21563" y="38730"/>
                    </a:moveTo>
                    <a:cubicBezTo>
                      <a:pt x="18424" y="38730"/>
                      <a:pt x="15534" y="37786"/>
                      <a:pt x="12891" y="35898"/>
                    </a:cubicBezTo>
                    <a:cubicBezTo>
                      <a:pt x="10249" y="34010"/>
                      <a:pt x="8415" y="31640"/>
                      <a:pt x="7390" y="28787"/>
                    </a:cubicBezTo>
                    <a:lnTo>
                      <a:pt x="7390" y="25415"/>
                    </a:lnTo>
                    <a:cubicBezTo>
                      <a:pt x="7390" y="19444"/>
                      <a:pt x="8727" y="14635"/>
                      <a:pt x="11401" y="10986"/>
                    </a:cubicBezTo>
                    <a:cubicBezTo>
                      <a:pt x="14075" y="7349"/>
                      <a:pt x="17410" y="5530"/>
                      <a:pt x="21405" y="5530"/>
                    </a:cubicBezTo>
                    <a:cubicBezTo>
                      <a:pt x="25538" y="5530"/>
                      <a:pt x="28782" y="7052"/>
                      <a:pt x="31139" y="10096"/>
                    </a:cubicBezTo>
                    <a:cubicBezTo>
                      <a:pt x="33507" y="13150"/>
                      <a:pt x="34691" y="17143"/>
                      <a:pt x="34691" y="22074"/>
                    </a:cubicBezTo>
                    <a:cubicBezTo>
                      <a:pt x="34691" y="27048"/>
                      <a:pt x="33491" y="31067"/>
                      <a:pt x="31092" y="34132"/>
                    </a:cubicBezTo>
                    <a:cubicBezTo>
                      <a:pt x="28703" y="37197"/>
                      <a:pt x="25527" y="38730"/>
                      <a:pt x="21563" y="38730"/>
                    </a:cubicBezTo>
                    <a:close/>
                  </a:path>
                </a:pathLst>
              </a:custGeom>
              <a:solidFill>
                <a:srgbClr val="000000"/>
              </a:solidFill>
              <a:ln w="16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de-CH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</p:grpSp>
      </p:grpSp>
      <p:grpSp>
        <p:nvGrpSpPr>
          <p:cNvPr id="3713" name="Graphic 3238">
            <a:extLst>
              <a:ext uri="{FF2B5EF4-FFF2-40B4-BE49-F238E27FC236}">
                <a16:creationId xmlns:a16="http://schemas.microsoft.com/office/drawing/2014/main" id="{5BD79FA0-907D-4953-DFA5-88558EA04488}"/>
              </a:ext>
            </a:extLst>
          </p:cNvPr>
          <p:cNvGrpSpPr/>
          <p:nvPr/>
        </p:nvGrpSpPr>
        <p:grpSpPr>
          <a:xfrm>
            <a:off x="3119115" y="4487840"/>
            <a:ext cx="530516" cy="177438"/>
            <a:chOff x="6520012" y="9537565"/>
            <a:chExt cx="221024" cy="73924"/>
          </a:xfrm>
          <a:solidFill>
            <a:srgbClr val="000000"/>
          </a:solidFill>
        </p:grpSpPr>
        <p:sp>
          <p:nvSpPr>
            <p:cNvPr id="3736" name="Freeform: Shape 3735">
              <a:extLst>
                <a:ext uri="{FF2B5EF4-FFF2-40B4-BE49-F238E27FC236}">
                  <a16:creationId xmlns:a16="http://schemas.microsoft.com/office/drawing/2014/main" id="{B72098BB-DB40-92AE-0FF7-6DE3A9F488A5}"/>
                </a:ext>
              </a:extLst>
            </p:cNvPr>
            <p:cNvSpPr/>
            <p:nvPr/>
          </p:nvSpPr>
          <p:spPr>
            <a:xfrm>
              <a:off x="6696644" y="9572769"/>
              <a:ext cx="44391" cy="12726"/>
            </a:xfrm>
            <a:custGeom>
              <a:avLst/>
              <a:gdLst>
                <a:gd name="connsiteX0" fmla="*/ 44430 w 44391"/>
                <a:gd name="connsiteY0" fmla="*/ 118 h 12726"/>
                <a:gd name="connsiteX1" fmla="*/ 38 w 44391"/>
                <a:gd name="connsiteY1" fmla="*/ 118 h 12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4391" h="12726">
                  <a:moveTo>
                    <a:pt x="44430" y="118"/>
                  </a:moveTo>
                  <a:lnTo>
                    <a:pt x="38" y="118"/>
                  </a:lnTo>
                </a:path>
              </a:pathLst>
            </a:custGeom>
            <a:solidFill>
              <a:srgbClr val="000000"/>
            </a:solidFill>
            <a:ln w="10147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grpSp>
          <p:nvGrpSpPr>
            <p:cNvPr id="3737" name="Graphic 3238">
              <a:extLst>
                <a:ext uri="{FF2B5EF4-FFF2-40B4-BE49-F238E27FC236}">
                  <a16:creationId xmlns:a16="http://schemas.microsoft.com/office/drawing/2014/main" id="{DA856FB4-D223-2524-51BB-38D14560B2AB}"/>
                </a:ext>
              </a:extLst>
            </p:cNvPr>
            <p:cNvGrpSpPr/>
            <p:nvPr/>
          </p:nvGrpSpPr>
          <p:grpSpPr>
            <a:xfrm>
              <a:off x="6520012" y="9537565"/>
              <a:ext cx="128516" cy="73924"/>
              <a:chOff x="6520012" y="9537565"/>
              <a:chExt cx="128516" cy="73924"/>
            </a:xfrm>
            <a:solidFill>
              <a:srgbClr val="000000"/>
            </a:solidFill>
          </p:grpSpPr>
          <p:sp>
            <p:nvSpPr>
              <p:cNvPr id="3738" name="Freeform: Shape 3737">
                <a:extLst>
                  <a:ext uri="{FF2B5EF4-FFF2-40B4-BE49-F238E27FC236}">
                    <a16:creationId xmlns:a16="http://schemas.microsoft.com/office/drawing/2014/main" id="{3A357C59-99EC-B589-7088-0278A62EAF6D}"/>
                  </a:ext>
                </a:extLst>
              </p:cNvPr>
              <p:cNvSpPr/>
              <p:nvPr/>
            </p:nvSpPr>
            <p:spPr>
              <a:xfrm flipV="1">
                <a:off x="6520012" y="9538217"/>
                <a:ext cx="27697" cy="72731"/>
              </a:xfrm>
              <a:custGeom>
                <a:avLst/>
                <a:gdLst>
                  <a:gd name="connsiteX0" fmla="*/ 26315 w 27697"/>
                  <a:gd name="connsiteY0" fmla="*/ -2168 h 72731"/>
                  <a:gd name="connsiteX1" fmla="*/ 17103 w 27697"/>
                  <a:gd name="connsiteY1" fmla="*/ -2168 h 72731"/>
                  <a:gd name="connsiteX2" fmla="*/ 17103 w 27697"/>
                  <a:gd name="connsiteY2" fmla="*/ 59126 h 72731"/>
                  <a:gd name="connsiteX3" fmla="*/ -1383 w 27697"/>
                  <a:gd name="connsiteY3" fmla="*/ 52317 h 72731"/>
                  <a:gd name="connsiteX4" fmla="*/ -1383 w 27697"/>
                  <a:gd name="connsiteY4" fmla="*/ 60669 h 72731"/>
                  <a:gd name="connsiteX5" fmla="*/ 24888 w 27697"/>
                  <a:gd name="connsiteY5" fmla="*/ 70563 h 72731"/>
                  <a:gd name="connsiteX6" fmla="*/ 26315 w 27697"/>
                  <a:gd name="connsiteY6" fmla="*/ 70563 h 72731"/>
                  <a:gd name="connsiteX7" fmla="*/ 26315 w 27697"/>
                  <a:gd name="connsiteY7" fmla="*/ -2168 h 727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7697" h="72731">
                    <a:moveTo>
                      <a:pt x="26315" y="-2168"/>
                    </a:moveTo>
                    <a:lnTo>
                      <a:pt x="17103" y="-2168"/>
                    </a:lnTo>
                    <a:lnTo>
                      <a:pt x="17103" y="59126"/>
                    </a:lnTo>
                    <a:lnTo>
                      <a:pt x="-1383" y="52317"/>
                    </a:lnTo>
                    <a:lnTo>
                      <a:pt x="-1383" y="60669"/>
                    </a:lnTo>
                    <a:lnTo>
                      <a:pt x="24888" y="70563"/>
                    </a:lnTo>
                    <a:lnTo>
                      <a:pt x="26315" y="70563"/>
                    </a:lnTo>
                    <a:lnTo>
                      <a:pt x="26315" y="-2168"/>
                    </a:lnTo>
                    <a:close/>
                  </a:path>
                </a:pathLst>
              </a:custGeom>
              <a:solidFill>
                <a:srgbClr val="000000"/>
              </a:solidFill>
              <a:ln w="16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de-CH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3739" name="Freeform: Shape 3738">
                <a:extLst>
                  <a:ext uri="{FF2B5EF4-FFF2-40B4-BE49-F238E27FC236}">
                    <a16:creationId xmlns:a16="http://schemas.microsoft.com/office/drawing/2014/main" id="{78287DE8-E627-81A5-D5F7-82986645BB18}"/>
                  </a:ext>
                </a:extLst>
              </p:cNvPr>
              <p:cNvSpPr/>
              <p:nvPr/>
            </p:nvSpPr>
            <p:spPr>
              <a:xfrm flipV="1">
                <a:off x="6575704" y="9600560"/>
                <a:ext cx="11399" cy="10928"/>
              </a:xfrm>
              <a:custGeom>
                <a:avLst/>
                <a:gdLst>
                  <a:gd name="connsiteX0" fmla="*/ -784 w 11399"/>
                  <a:gd name="connsiteY0" fmla="*/ 5172 h 10928"/>
                  <a:gd name="connsiteX1" fmla="*/ 627 w 11399"/>
                  <a:gd name="connsiteY1" fmla="*/ 9149 h 10928"/>
                  <a:gd name="connsiteX2" fmla="*/ 4860 w 11399"/>
                  <a:gd name="connsiteY2" fmla="*/ 10740 h 10928"/>
                  <a:gd name="connsiteX3" fmla="*/ 9141 w 11399"/>
                  <a:gd name="connsiteY3" fmla="*/ 9149 h 10928"/>
                  <a:gd name="connsiteX4" fmla="*/ 10615 w 11399"/>
                  <a:gd name="connsiteY4" fmla="*/ 5172 h 10928"/>
                  <a:gd name="connsiteX5" fmla="*/ 9141 w 11399"/>
                  <a:gd name="connsiteY5" fmla="*/ 1339 h 10928"/>
                  <a:gd name="connsiteX6" fmla="*/ 4860 w 11399"/>
                  <a:gd name="connsiteY6" fmla="*/ -189 h 10928"/>
                  <a:gd name="connsiteX7" fmla="*/ 627 w 11399"/>
                  <a:gd name="connsiteY7" fmla="*/ 1339 h 10928"/>
                  <a:gd name="connsiteX8" fmla="*/ -784 w 11399"/>
                  <a:gd name="connsiteY8" fmla="*/ 5172 h 109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1399" h="10928">
                    <a:moveTo>
                      <a:pt x="-784" y="5172"/>
                    </a:moveTo>
                    <a:cubicBezTo>
                      <a:pt x="-784" y="6763"/>
                      <a:pt x="-314" y="8089"/>
                      <a:pt x="627" y="9149"/>
                    </a:cubicBezTo>
                    <a:cubicBezTo>
                      <a:pt x="1568" y="10210"/>
                      <a:pt x="2979" y="10740"/>
                      <a:pt x="4860" y="10740"/>
                    </a:cubicBezTo>
                    <a:cubicBezTo>
                      <a:pt x="6742" y="10740"/>
                      <a:pt x="8168" y="10210"/>
                      <a:pt x="9141" y="9149"/>
                    </a:cubicBezTo>
                    <a:cubicBezTo>
                      <a:pt x="10124" y="8089"/>
                      <a:pt x="10615" y="6763"/>
                      <a:pt x="10615" y="5172"/>
                    </a:cubicBezTo>
                    <a:cubicBezTo>
                      <a:pt x="10615" y="3645"/>
                      <a:pt x="10124" y="2367"/>
                      <a:pt x="9141" y="1339"/>
                    </a:cubicBezTo>
                    <a:cubicBezTo>
                      <a:pt x="8168" y="320"/>
                      <a:pt x="6742" y="-189"/>
                      <a:pt x="4860" y="-189"/>
                    </a:cubicBezTo>
                    <a:cubicBezTo>
                      <a:pt x="2979" y="-189"/>
                      <a:pt x="1568" y="320"/>
                      <a:pt x="627" y="1339"/>
                    </a:cubicBezTo>
                    <a:cubicBezTo>
                      <a:pt x="-314" y="2367"/>
                      <a:pt x="-784" y="3645"/>
                      <a:pt x="-784" y="5172"/>
                    </a:cubicBezTo>
                    <a:close/>
                  </a:path>
                </a:pathLst>
              </a:custGeom>
              <a:solidFill>
                <a:srgbClr val="000000"/>
              </a:solidFill>
              <a:ln w="16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de-CH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3740" name="Freeform: Shape 3739">
                <a:extLst>
                  <a:ext uri="{FF2B5EF4-FFF2-40B4-BE49-F238E27FC236}">
                    <a16:creationId xmlns:a16="http://schemas.microsoft.com/office/drawing/2014/main" id="{2CFF1B03-8B7A-F491-3064-04979CA87F11}"/>
                  </a:ext>
                </a:extLst>
              </p:cNvPr>
              <p:cNvSpPr/>
              <p:nvPr/>
            </p:nvSpPr>
            <p:spPr>
              <a:xfrm flipV="1">
                <a:off x="6599887" y="9537565"/>
                <a:ext cx="48640" cy="73383"/>
              </a:xfrm>
              <a:custGeom>
                <a:avLst/>
                <a:gdLst>
                  <a:gd name="connsiteX0" fmla="*/ 46845 w 48640"/>
                  <a:gd name="connsiteY0" fmla="*/ -2188 h 73383"/>
                  <a:gd name="connsiteX1" fmla="*/ -417 w 48640"/>
                  <a:gd name="connsiteY1" fmla="*/ -2188 h 73383"/>
                  <a:gd name="connsiteX2" fmla="*/ -417 w 48640"/>
                  <a:gd name="connsiteY2" fmla="*/ 4430 h 73383"/>
                  <a:gd name="connsiteX3" fmla="*/ 24554 w 48640"/>
                  <a:gd name="connsiteY3" fmla="*/ 32268 h 73383"/>
                  <a:gd name="connsiteX4" fmla="*/ 32211 w 48640"/>
                  <a:gd name="connsiteY4" fmla="*/ 42529 h 73383"/>
                  <a:gd name="connsiteX5" fmla="*/ 34320 w 48640"/>
                  <a:gd name="connsiteY5" fmla="*/ 50706 h 73383"/>
                  <a:gd name="connsiteX6" fmla="*/ 30895 w 48640"/>
                  <a:gd name="connsiteY6" fmla="*/ 59996 h 73383"/>
                  <a:gd name="connsiteX7" fmla="*/ 21779 w 48640"/>
                  <a:gd name="connsiteY7" fmla="*/ 63639 h 73383"/>
                  <a:gd name="connsiteX8" fmla="*/ 11157 w 48640"/>
                  <a:gd name="connsiteY8" fmla="*/ 59726 h 73383"/>
                  <a:gd name="connsiteX9" fmla="*/ 7368 w 48640"/>
                  <a:gd name="connsiteY9" fmla="*/ 48860 h 73383"/>
                  <a:gd name="connsiteX10" fmla="*/ -1796 w 48640"/>
                  <a:gd name="connsiteY10" fmla="*/ 48860 h 73383"/>
                  <a:gd name="connsiteX11" fmla="*/ 4609 w 48640"/>
                  <a:gd name="connsiteY11" fmla="*/ 65023 h 73383"/>
                  <a:gd name="connsiteX12" fmla="*/ 21779 w 48640"/>
                  <a:gd name="connsiteY12" fmla="*/ 71195 h 73383"/>
                  <a:gd name="connsiteX13" fmla="*/ 37681 w 48640"/>
                  <a:gd name="connsiteY13" fmla="*/ 65898 h 73383"/>
                  <a:gd name="connsiteX14" fmla="*/ 43531 w 48640"/>
                  <a:gd name="connsiteY14" fmla="*/ 51803 h 73383"/>
                  <a:gd name="connsiteX15" fmla="*/ 29960 w 48640"/>
                  <a:gd name="connsiteY15" fmla="*/ 26351 h 73383"/>
                  <a:gd name="connsiteX16" fmla="*/ 10634 w 48640"/>
                  <a:gd name="connsiteY16" fmla="*/ 5320 h 73383"/>
                  <a:gd name="connsiteX17" fmla="*/ 46845 w 48640"/>
                  <a:gd name="connsiteY17" fmla="*/ 5320 h 73383"/>
                  <a:gd name="connsiteX18" fmla="*/ 46845 w 48640"/>
                  <a:gd name="connsiteY18" fmla="*/ -2188 h 73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8640" h="73383">
                    <a:moveTo>
                      <a:pt x="46845" y="-2188"/>
                    </a:moveTo>
                    <a:lnTo>
                      <a:pt x="-417" y="-2188"/>
                    </a:lnTo>
                    <a:lnTo>
                      <a:pt x="-417" y="4430"/>
                    </a:lnTo>
                    <a:lnTo>
                      <a:pt x="24554" y="32268"/>
                    </a:lnTo>
                    <a:cubicBezTo>
                      <a:pt x="28253" y="36479"/>
                      <a:pt x="30806" y="39899"/>
                      <a:pt x="32211" y="42529"/>
                    </a:cubicBezTo>
                    <a:cubicBezTo>
                      <a:pt x="33617" y="45159"/>
                      <a:pt x="34320" y="47885"/>
                      <a:pt x="34320" y="50706"/>
                    </a:cubicBezTo>
                    <a:cubicBezTo>
                      <a:pt x="34320" y="54481"/>
                      <a:pt x="33178" y="57578"/>
                      <a:pt x="30895" y="59996"/>
                    </a:cubicBezTo>
                    <a:cubicBezTo>
                      <a:pt x="28623" y="62425"/>
                      <a:pt x="25584" y="63639"/>
                      <a:pt x="21779" y="63639"/>
                    </a:cubicBezTo>
                    <a:cubicBezTo>
                      <a:pt x="17224" y="63639"/>
                      <a:pt x="13683" y="62334"/>
                      <a:pt x="11157" y="59726"/>
                    </a:cubicBezTo>
                    <a:cubicBezTo>
                      <a:pt x="8631" y="57127"/>
                      <a:pt x="7368" y="53506"/>
                      <a:pt x="7368" y="48860"/>
                    </a:cubicBezTo>
                    <a:lnTo>
                      <a:pt x="-1796" y="48860"/>
                    </a:lnTo>
                    <a:cubicBezTo>
                      <a:pt x="-1796" y="55531"/>
                      <a:pt x="339" y="60919"/>
                      <a:pt x="4609" y="65023"/>
                    </a:cubicBezTo>
                    <a:cubicBezTo>
                      <a:pt x="8890" y="69138"/>
                      <a:pt x="14613" y="71195"/>
                      <a:pt x="21779" y="71195"/>
                    </a:cubicBezTo>
                    <a:cubicBezTo>
                      <a:pt x="28491" y="71195"/>
                      <a:pt x="33791" y="69429"/>
                      <a:pt x="37681" y="65898"/>
                    </a:cubicBezTo>
                    <a:cubicBezTo>
                      <a:pt x="41581" y="62366"/>
                      <a:pt x="43531" y="57668"/>
                      <a:pt x="43531" y="51803"/>
                    </a:cubicBezTo>
                    <a:cubicBezTo>
                      <a:pt x="43531" y="44677"/>
                      <a:pt x="39008" y="36192"/>
                      <a:pt x="29960" y="26351"/>
                    </a:cubicBezTo>
                    <a:lnTo>
                      <a:pt x="10634" y="5320"/>
                    </a:lnTo>
                    <a:lnTo>
                      <a:pt x="46845" y="5320"/>
                    </a:lnTo>
                    <a:lnTo>
                      <a:pt x="46845" y="-2188"/>
                    </a:lnTo>
                    <a:close/>
                  </a:path>
                </a:pathLst>
              </a:custGeom>
              <a:solidFill>
                <a:srgbClr val="000000"/>
              </a:solidFill>
              <a:ln w="16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de-CH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</p:grpSp>
      </p:grpSp>
      <p:grpSp>
        <p:nvGrpSpPr>
          <p:cNvPr id="3714" name="Graphic 3238">
            <a:extLst>
              <a:ext uri="{FF2B5EF4-FFF2-40B4-BE49-F238E27FC236}">
                <a16:creationId xmlns:a16="http://schemas.microsoft.com/office/drawing/2014/main" id="{1000260F-1BDC-064B-116B-291EB1D00A18}"/>
              </a:ext>
            </a:extLst>
          </p:cNvPr>
          <p:cNvGrpSpPr/>
          <p:nvPr/>
        </p:nvGrpSpPr>
        <p:grpSpPr>
          <a:xfrm>
            <a:off x="3119115" y="3370218"/>
            <a:ext cx="530516" cy="178544"/>
            <a:chOff x="6520012" y="9071941"/>
            <a:chExt cx="221024" cy="74385"/>
          </a:xfrm>
          <a:solidFill>
            <a:srgbClr val="000000"/>
          </a:solidFill>
        </p:grpSpPr>
        <p:sp>
          <p:nvSpPr>
            <p:cNvPr id="3731" name="Freeform: Shape 3730">
              <a:extLst>
                <a:ext uri="{FF2B5EF4-FFF2-40B4-BE49-F238E27FC236}">
                  <a16:creationId xmlns:a16="http://schemas.microsoft.com/office/drawing/2014/main" id="{F17D5DF8-1E58-B4B3-1A7A-E975BE49FAAB}"/>
                </a:ext>
              </a:extLst>
            </p:cNvPr>
            <p:cNvSpPr/>
            <p:nvPr/>
          </p:nvSpPr>
          <p:spPr>
            <a:xfrm>
              <a:off x="6696644" y="9107145"/>
              <a:ext cx="44391" cy="12726"/>
            </a:xfrm>
            <a:custGeom>
              <a:avLst/>
              <a:gdLst>
                <a:gd name="connsiteX0" fmla="*/ 44430 w 44391"/>
                <a:gd name="connsiteY0" fmla="*/ 82 h 12726"/>
                <a:gd name="connsiteX1" fmla="*/ 38 w 44391"/>
                <a:gd name="connsiteY1" fmla="*/ 82 h 12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4391" h="12726">
                  <a:moveTo>
                    <a:pt x="44430" y="82"/>
                  </a:moveTo>
                  <a:lnTo>
                    <a:pt x="38" y="82"/>
                  </a:lnTo>
                </a:path>
              </a:pathLst>
            </a:custGeom>
            <a:solidFill>
              <a:srgbClr val="000000"/>
            </a:solidFill>
            <a:ln w="10147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grpSp>
          <p:nvGrpSpPr>
            <p:cNvPr id="3732" name="Graphic 3238">
              <a:extLst>
                <a:ext uri="{FF2B5EF4-FFF2-40B4-BE49-F238E27FC236}">
                  <a16:creationId xmlns:a16="http://schemas.microsoft.com/office/drawing/2014/main" id="{A9A18602-5BED-EE8F-8089-09E058367629}"/>
                </a:ext>
              </a:extLst>
            </p:cNvPr>
            <p:cNvGrpSpPr/>
            <p:nvPr/>
          </p:nvGrpSpPr>
          <p:grpSpPr>
            <a:xfrm>
              <a:off x="6520012" y="9071941"/>
              <a:ext cx="126693" cy="74385"/>
              <a:chOff x="6520012" y="9071941"/>
              <a:chExt cx="126693" cy="74385"/>
            </a:xfrm>
            <a:solidFill>
              <a:srgbClr val="000000"/>
            </a:solidFill>
          </p:grpSpPr>
          <p:sp>
            <p:nvSpPr>
              <p:cNvPr id="3733" name="Freeform: Shape 3732">
                <a:extLst>
                  <a:ext uri="{FF2B5EF4-FFF2-40B4-BE49-F238E27FC236}">
                    <a16:creationId xmlns:a16="http://schemas.microsoft.com/office/drawing/2014/main" id="{2A90648C-AB79-B8DA-8B55-2686C216BE8B}"/>
                  </a:ext>
                </a:extLst>
              </p:cNvPr>
              <p:cNvSpPr/>
              <p:nvPr/>
            </p:nvSpPr>
            <p:spPr>
              <a:xfrm flipV="1">
                <a:off x="6520012" y="9072593"/>
                <a:ext cx="27697" cy="72731"/>
              </a:xfrm>
              <a:custGeom>
                <a:avLst/>
                <a:gdLst>
                  <a:gd name="connsiteX0" fmla="*/ 26315 w 27697"/>
                  <a:gd name="connsiteY0" fmla="*/ -2204 h 72731"/>
                  <a:gd name="connsiteX1" fmla="*/ 17103 w 27697"/>
                  <a:gd name="connsiteY1" fmla="*/ -2204 h 72731"/>
                  <a:gd name="connsiteX2" fmla="*/ 17103 w 27697"/>
                  <a:gd name="connsiteY2" fmla="*/ 59089 h 72731"/>
                  <a:gd name="connsiteX3" fmla="*/ -1383 w 27697"/>
                  <a:gd name="connsiteY3" fmla="*/ 52281 h 72731"/>
                  <a:gd name="connsiteX4" fmla="*/ -1383 w 27697"/>
                  <a:gd name="connsiteY4" fmla="*/ 60632 h 72731"/>
                  <a:gd name="connsiteX5" fmla="*/ 24888 w 27697"/>
                  <a:gd name="connsiteY5" fmla="*/ 70527 h 72731"/>
                  <a:gd name="connsiteX6" fmla="*/ 26315 w 27697"/>
                  <a:gd name="connsiteY6" fmla="*/ 70527 h 72731"/>
                  <a:gd name="connsiteX7" fmla="*/ 26315 w 27697"/>
                  <a:gd name="connsiteY7" fmla="*/ -2204 h 727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7697" h="72731">
                    <a:moveTo>
                      <a:pt x="26315" y="-2204"/>
                    </a:moveTo>
                    <a:lnTo>
                      <a:pt x="17103" y="-2204"/>
                    </a:lnTo>
                    <a:lnTo>
                      <a:pt x="17103" y="59089"/>
                    </a:lnTo>
                    <a:lnTo>
                      <a:pt x="-1383" y="52281"/>
                    </a:lnTo>
                    <a:lnTo>
                      <a:pt x="-1383" y="60632"/>
                    </a:lnTo>
                    <a:lnTo>
                      <a:pt x="24888" y="70527"/>
                    </a:lnTo>
                    <a:lnTo>
                      <a:pt x="26315" y="70527"/>
                    </a:lnTo>
                    <a:lnTo>
                      <a:pt x="26315" y="-2204"/>
                    </a:lnTo>
                    <a:close/>
                  </a:path>
                </a:pathLst>
              </a:custGeom>
              <a:solidFill>
                <a:srgbClr val="000000"/>
              </a:solidFill>
              <a:ln w="16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de-CH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3734" name="Freeform: Shape 3733">
                <a:extLst>
                  <a:ext uri="{FF2B5EF4-FFF2-40B4-BE49-F238E27FC236}">
                    <a16:creationId xmlns:a16="http://schemas.microsoft.com/office/drawing/2014/main" id="{38843D54-DCCF-0074-8341-CF61D371010F}"/>
                  </a:ext>
                </a:extLst>
              </p:cNvPr>
              <p:cNvSpPr/>
              <p:nvPr/>
            </p:nvSpPr>
            <p:spPr>
              <a:xfrm flipV="1">
                <a:off x="6575704" y="9134936"/>
                <a:ext cx="11399" cy="10928"/>
              </a:xfrm>
              <a:custGeom>
                <a:avLst/>
                <a:gdLst>
                  <a:gd name="connsiteX0" fmla="*/ -784 w 11399"/>
                  <a:gd name="connsiteY0" fmla="*/ 5136 h 10928"/>
                  <a:gd name="connsiteX1" fmla="*/ 627 w 11399"/>
                  <a:gd name="connsiteY1" fmla="*/ 9113 h 10928"/>
                  <a:gd name="connsiteX2" fmla="*/ 4860 w 11399"/>
                  <a:gd name="connsiteY2" fmla="*/ 10704 h 10928"/>
                  <a:gd name="connsiteX3" fmla="*/ 9141 w 11399"/>
                  <a:gd name="connsiteY3" fmla="*/ 9113 h 10928"/>
                  <a:gd name="connsiteX4" fmla="*/ 10615 w 11399"/>
                  <a:gd name="connsiteY4" fmla="*/ 5136 h 10928"/>
                  <a:gd name="connsiteX5" fmla="*/ 9141 w 11399"/>
                  <a:gd name="connsiteY5" fmla="*/ 1302 h 10928"/>
                  <a:gd name="connsiteX6" fmla="*/ 4860 w 11399"/>
                  <a:gd name="connsiteY6" fmla="*/ -225 h 10928"/>
                  <a:gd name="connsiteX7" fmla="*/ 627 w 11399"/>
                  <a:gd name="connsiteY7" fmla="*/ 1302 h 10928"/>
                  <a:gd name="connsiteX8" fmla="*/ -784 w 11399"/>
                  <a:gd name="connsiteY8" fmla="*/ 5136 h 109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1399" h="10928">
                    <a:moveTo>
                      <a:pt x="-784" y="5136"/>
                    </a:moveTo>
                    <a:cubicBezTo>
                      <a:pt x="-784" y="6727"/>
                      <a:pt x="-314" y="8052"/>
                      <a:pt x="627" y="9113"/>
                    </a:cubicBezTo>
                    <a:cubicBezTo>
                      <a:pt x="1568" y="10173"/>
                      <a:pt x="2979" y="10704"/>
                      <a:pt x="4860" y="10704"/>
                    </a:cubicBezTo>
                    <a:cubicBezTo>
                      <a:pt x="6742" y="10704"/>
                      <a:pt x="8168" y="10173"/>
                      <a:pt x="9141" y="9113"/>
                    </a:cubicBezTo>
                    <a:cubicBezTo>
                      <a:pt x="10124" y="8052"/>
                      <a:pt x="10615" y="6727"/>
                      <a:pt x="10615" y="5136"/>
                    </a:cubicBezTo>
                    <a:cubicBezTo>
                      <a:pt x="10615" y="3609"/>
                      <a:pt x="10124" y="2331"/>
                      <a:pt x="9141" y="1302"/>
                    </a:cubicBezTo>
                    <a:cubicBezTo>
                      <a:pt x="8168" y="284"/>
                      <a:pt x="6742" y="-225"/>
                      <a:pt x="4860" y="-225"/>
                    </a:cubicBezTo>
                    <a:cubicBezTo>
                      <a:pt x="2979" y="-225"/>
                      <a:pt x="1568" y="284"/>
                      <a:pt x="627" y="1302"/>
                    </a:cubicBezTo>
                    <a:cubicBezTo>
                      <a:pt x="-314" y="2331"/>
                      <a:pt x="-784" y="3609"/>
                      <a:pt x="-784" y="5136"/>
                    </a:cubicBezTo>
                    <a:close/>
                  </a:path>
                </a:pathLst>
              </a:custGeom>
              <a:solidFill>
                <a:srgbClr val="000000"/>
              </a:solidFill>
              <a:ln w="16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de-CH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3735" name="Freeform: Shape 3734">
                <a:extLst>
                  <a:ext uri="{FF2B5EF4-FFF2-40B4-BE49-F238E27FC236}">
                    <a16:creationId xmlns:a16="http://schemas.microsoft.com/office/drawing/2014/main" id="{50BBE1E1-BFA6-381B-0C74-CC5B78447191}"/>
                  </a:ext>
                </a:extLst>
              </p:cNvPr>
              <p:cNvSpPr/>
              <p:nvPr/>
            </p:nvSpPr>
            <p:spPr>
              <a:xfrm flipV="1">
                <a:off x="6600823" y="9071941"/>
                <a:ext cx="45882" cy="74385"/>
              </a:xfrm>
              <a:custGeom>
                <a:avLst/>
                <a:gdLst>
                  <a:gd name="connsiteX0" fmla="*/ 42434 w 45882"/>
                  <a:gd name="connsiteY0" fmla="*/ 52307 h 74385"/>
                  <a:gd name="connsiteX1" fmla="*/ 39580 w 45882"/>
                  <a:gd name="connsiteY1" fmla="*/ 42651 h 74385"/>
                  <a:gd name="connsiteX2" fmla="*/ 31875 w 45882"/>
                  <a:gd name="connsiteY2" fmla="*/ 36050 h 74385"/>
                  <a:gd name="connsiteX3" fmla="*/ 40816 w 45882"/>
                  <a:gd name="connsiteY3" fmla="*/ 28939 h 74385"/>
                  <a:gd name="connsiteX4" fmla="*/ 44114 w 45882"/>
                  <a:gd name="connsiteY4" fmla="*/ 18344 h 74385"/>
                  <a:gd name="connsiteX5" fmla="*/ 37788 w 45882"/>
                  <a:gd name="connsiteY5" fmla="*/ 3375 h 74385"/>
                  <a:gd name="connsiteX6" fmla="*/ 21173 w 45882"/>
                  <a:gd name="connsiteY6" fmla="*/ -2193 h 74385"/>
                  <a:gd name="connsiteX7" fmla="*/ 4494 w 45882"/>
                  <a:gd name="connsiteY7" fmla="*/ 3406 h 74385"/>
                  <a:gd name="connsiteX8" fmla="*/ -1768 w 45882"/>
                  <a:gd name="connsiteY8" fmla="*/ 18344 h 74385"/>
                  <a:gd name="connsiteX9" fmla="*/ 1419 w 45882"/>
                  <a:gd name="connsiteY9" fmla="*/ 28939 h 74385"/>
                  <a:gd name="connsiteX10" fmla="*/ 10265 w 45882"/>
                  <a:gd name="connsiteY10" fmla="*/ 36097 h 74385"/>
                  <a:gd name="connsiteX11" fmla="*/ 2687 w 45882"/>
                  <a:gd name="connsiteY11" fmla="*/ 42699 h 74385"/>
                  <a:gd name="connsiteX12" fmla="*/ -88 w 45882"/>
                  <a:gd name="connsiteY12" fmla="*/ 52307 h 74385"/>
                  <a:gd name="connsiteX13" fmla="*/ 5763 w 45882"/>
                  <a:gd name="connsiteY13" fmla="*/ 66815 h 74385"/>
                  <a:gd name="connsiteX14" fmla="*/ 21173 w 45882"/>
                  <a:gd name="connsiteY14" fmla="*/ 72192 h 74385"/>
                  <a:gd name="connsiteX15" fmla="*/ 36552 w 45882"/>
                  <a:gd name="connsiteY15" fmla="*/ 66815 h 74385"/>
                  <a:gd name="connsiteX16" fmla="*/ 42434 w 45882"/>
                  <a:gd name="connsiteY16" fmla="*/ 52307 h 74385"/>
                  <a:gd name="connsiteX17" fmla="*/ 34950 w 45882"/>
                  <a:gd name="connsiteY17" fmla="*/ 18551 h 74385"/>
                  <a:gd name="connsiteX18" fmla="*/ 31098 w 45882"/>
                  <a:gd name="connsiteY18" fmla="*/ 28430 h 74385"/>
                  <a:gd name="connsiteX19" fmla="*/ 21062 w 45882"/>
                  <a:gd name="connsiteY19" fmla="*/ 32263 h 74385"/>
                  <a:gd name="connsiteX20" fmla="*/ 11137 w 45882"/>
                  <a:gd name="connsiteY20" fmla="*/ 28477 h 74385"/>
                  <a:gd name="connsiteX21" fmla="*/ 7396 w 45882"/>
                  <a:gd name="connsiteY21" fmla="*/ 18535 h 74385"/>
                  <a:gd name="connsiteX22" fmla="*/ 11042 w 45882"/>
                  <a:gd name="connsiteY22" fmla="*/ 8847 h 74385"/>
                  <a:gd name="connsiteX23" fmla="*/ 21173 w 45882"/>
                  <a:gd name="connsiteY23" fmla="*/ 5315 h 74385"/>
                  <a:gd name="connsiteX24" fmla="*/ 31272 w 45882"/>
                  <a:gd name="connsiteY24" fmla="*/ 8863 h 74385"/>
                  <a:gd name="connsiteX25" fmla="*/ 34950 w 45882"/>
                  <a:gd name="connsiteY25" fmla="*/ 18551 h 74385"/>
                  <a:gd name="connsiteX26" fmla="*/ 21173 w 45882"/>
                  <a:gd name="connsiteY26" fmla="*/ 64636 h 74385"/>
                  <a:gd name="connsiteX27" fmla="*/ 12421 w 45882"/>
                  <a:gd name="connsiteY27" fmla="*/ 61280 h 74385"/>
                  <a:gd name="connsiteX28" fmla="*/ 9076 w 45882"/>
                  <a:gd name="connsiteY28" fmla="*/ 52148 h 74385"/>
                  <a:gd name="connsiteX29" fmla="*/ 12374 w 45882"/>
                  <a:gd name="connsiteY29" fmla="*/ 43224 h 74385"/>
                  <a:gd name="connsiteX30" fmla="*/ 21173 w 45882"/>
                  <a:gd name="connsiteY30" fmla="*/ 39820 h 74385"/>
                  <a:gd name="connsiteX31" fmla="*/ 29956 w 45882"/>
                  <a:gd name="connsiteY31" fmla="*/ 43224 h 74385"/>
                  <a:gd name="connsiteX32" fmla="*/ 33254 w 45882"/>
                  <a:gd name="connsiteY32" fmla="*/ 52148 h 74385"/>
                  <a:gd name="connsiteX33" fmla="*/ 29829 w 45882"/>
                  <a:gd name="connsiteY33" fmla="*/ 61152 h 74385"/>
                  <a:gd name="connsiteX34" fmla="*/ 21173 w 45882"/>
                  <a:gd name="connsiteY34" fmla="*/ 64636 h 74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45882" h="74385">
                    <a:moveTo>
                      <a:pt x="42434" y="52307"/>
                    </a:moveTo>
                    <a:cubicBezTo>
                      <a:pt x="42434" y="48691"/>
                      <a:pt x="41482" y="45472"/>
                      <a:pt x="39580" y="42651"/>
                    </a:cubicBezTo>
                    <a:cubicBezTo>
                      <a:pt x="37677" y="39841"/>
                      <a:pt x="35109" y="37640"/>
                      <a:pt x="31875" y="36050"/>
                    </a:cubicBezTo>
                    <a:cubicBezTo>
                      <a:pt x="35637" y="34427"/>
                      <a:pt x="38618" y="32057"/>
                      <a:pt x="40816" y="28939"/>
                    </a:cubicBezTo>
                    <a:cubicBezTo>
                      <a:pt x="43015" y="25821"/>
                      <a:pt x="44114" y="22289"/>
                      <a:pt x="44114" y="18344"/>
                    </a:cubicBezTo>
                    <a:cubicBezTo>
                      <a:pt x="44114" y="12087"/>
                      <a:pt x="42006" y="7097"/>
                      <a:pt x="37788" y="3375"/>
                    </a:cubicBezTo>
                    <a:cubicBezTo>
                      <a:pt x="33582" y="-337"/>
                      <a:pt x="28043" y="-2193"/>
                      <a:pt x="21173" y="-2193"/>
                    </a:cubicBezTo>
                    <a:cubicBezTo>
                      <a:pt x="14239" y="-2193"/>
                      <a:pt x="8680" y="-327"/>
                      <a:pt x="4494" y="3406"/>
                    </a:cubicBezTo>
                    <a:cubicBezTo>
                      <a:pt x="319" y="7139"/>
                      <a:pt x="-1768" y="12119"/>
                      <a:pt x="-1768" y="18344"/>
                    </a:cubicBezTo>
                    <a:cubicBezTo>
                      <a:pt x="-1768" y="22257"/>
                      <a:pt x="-706" y="25789"/>
                      <a:pt x="1419" y="28939"/>
                    </a:cubicBezTo>
                    <a:cubicBezTo>
                      <a:pt x="3554" y="32088"/>
                      <a:pt x="6502" y="34475"/>
                      <a:pt x="10265" y="36097"/>
                    </a:cubicBezTo>
                    <a:cubicBezTo>
                      <a:pt x="7063" y="37688"/>
                      <a:pt x="4537" y="39889"/>
                      <a:pt x="2687" y="42699"/>
                    </a:cubicBezTo>
                    <a:cubicBezTo>
                      <a:pt x="837" y="45520"/>
                      <a:pt x="-88" y="48723"/>
                      <a:pt x="-88" y="52307"/>
                    </a:cubicBezTo>
                    <a:cubicBezTo>
                      <a:pt x="-88" y="58405"/>
                      <a:pt x="1862" y="63241"/>
                      <a:pt x="5763" y="66815"/>
                    </a:cubicBezTo>
                    <a:cubicBezTo>
                      <a:pt x="9663" y="70400"/>
                      <a:pt x="14800" y="72192"/>
                      <a:pt x="21173" y="72192"/>
                    </a:cubicBezTo>
                    <a:cubicBezTo>
                      <a:pt x="27515" y="72192"/>
                      <a:pt x="32641" y="70400"/>
                      <a:pt x="36552" y="66815"/>
                    </a:cubicBezTo>
                    <a:cubicBezTo>
                      <a:pt x="40473" y="63241"/>
                      <a:pt x="42434" y="58405"/>
                      <a:pt x="42434" y="52307"/>
                    </a:cubicBezTo>
                    <a:close/>
                    <a:moveTo>
                      <a:pt x="34950" y="18551"/>
                    </a:moveTo>
                    <a:cubicBezTo>
                      <a:pt x="34950" y="22591"/>
                      <a:pt x="33666" y="25884"/>
                      <a:pt x="31098" y="28430"/>
                    </a:cubicBezTo>
                    <a:cubicBezTo>
                      <a:pt x="28540" y="30986"/>
                      <a:pt x="25195" y="32263"/>
                      <a:pt x="21062" y="32263"/>
                    </a:cubicBezTo>
                    <a:cubicBezTo>
                      <a:pt x="16940" y="32263"/>
                      <a:pt x="13632" y="31001"/>
                      <a:pt x="11137" y="28477"/>
                    </a:cubicBezTo>
                    <a:cubicBezTo>
                      <a:pt x="8643" y="25964"/>
                      <a:pt x="7396" y="22650"/>
                      <a:pt x="7396" y="18535"/>
                    </a:cubicBezTo>
                    <a:cubicBezTo>
                      <a:pt x="7396" y="14431"/>
                      <a:pt x="8611" y="11201"/>
                      <a:pt x="11042" y="8847"/>
                    </a:cubicBezTo>
                    <a:cubicBezTo>
                      <a:pt x="13473" y="6493"/>
                      <a:pt x="16850" y="5315"/>
                      <a:pt x="21173" y="5315"/>
                    </a:cubicBezTo>
                    <a:cubicBezTo>
                      <a:pt x="25464" y="5315"/>
                      <a:pt x="28831" y="6498"/>
                      <a:pt x="31272" y="8863"/>
                    </a:cubicBezTo>
                    <a:cubicBezTo>
                      <a:pt x="33724" y="11238"/>
                      <a:pt x="34950" y="14468"/>
                      <a:pt x="34950" y="18551"/>
                    </a:cubicBezTo>
                    <a:close/>
                    <a:moveTo>
                      <a:pt x="21173" y="64636"/>
                    </a:moveTo>
                    <a:cubicBezTo>
                      <a:pt x="17569" y="64636"/>
                      <a:pt x="14652" y="63517"/>
                      <a:pt x="12421" y="61280"/>
                    </a:cubicBezTo>
                    <a:cubicBezTo>
                      <a:pt x="10191" y="59042"/>
                      <a:pt x="9076" y="55998"/>
                      <a:pt x="9076" y="52148"/>
                    </a:cubicBezTo>
                    <a:cubicBezTo>
                      <a:pt x="9076" y="48468"/>
                      <a:pt x="10175" y="45494"/>
                      <a:pt x="12374" y="43224"/>
                    </a:cubicBezTo>
                    <a:cubicBezTo>
                      <a:pt x="14572" y="40954"/>
                      <a:pt x="17505" y="39820"/>
                      <a:pt x="21173" y="39820"/>
                    </a:cubicBezTo>
                    <a:cubicBezTo>
                      <a:pt x="24841" y="39820"/>
                      <a:pt x="27768" y="40954"/>
                      <a:pt x="29956" y="43224"/>
                    </a:cubicBezTo>
                    <a:cubicBezTo>
                      <a:pt x="32155" y="45494"/>
                      <a:pt x="33254" y="48468"/>
                      <a:pt x="33254" y="52148"/>
                    </a:cubicBezTo>
                    <a:cubicBezTo>
                      <a:pt x="33254" y="55828"/>
                      <a:pt x="32112" y="58830"/>
                      <a:pt x="29829" y="61152"/>
                    </a:cubicBezTo>
                    <a:cubicBezTo>
                      <a:pt x="27557" y="63475"/>
                      <a:pt x="24672" y="64636"/>
                      <a:pt x="21173" y="64636"/>
                    </a:cubicBezTo>
                    <a:close/>
                  </a:path>
                </a:pathLst>
              </a:custGeom>
              <a:solidFill>
                <a:srgbClr val="000000"/>
              </a:solidFill>
              <a:ln w="16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de-CH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</p:grpSp>
      </p:grpSp>
      <p:grpSp>
        <p:nvGrpSpPr>
          <p:cNvPr id="3715" name="Graphic 3238">
            <a:extLst>
              <a:ext uri="{FF2B5EF4-FFF2-40B4-BE49-F238E27FC236}">
                <a16:creationId xmlns:a16="http://schemas.microsoft.com/office/drawing/2014/main" id="{99E820BA-28F1-AF53-B549-371B0026F73D}"/>
              </a:ext>
            </a:extLst>
          </p:cNvPr>
          <p:cNvGrpSpPr/>
          <p:nvPr/>
        </p:nvGrpSpPr>
        <p:grpSpPr>
          <a:xfrm>
            <a:off x="3109982" y="2252600"/>
            <a:ext cx="539649" cy="177438"/>
            <a:chOff x="6516207" y="8606319"/>
            <a:chExt cx="224829" cy="73924"/>
          </a:xfrm>
          <a:solidFill>
            <a:srgbClr val="000000"/>
          </a:solidFill>
        </p:grpSpPr>
        <p:sp>
          <p:nvSpPr>
            <p:cNvPr id="3726" name="Freeform: Shape 3725">
              <a:extLst>
                <a:ext uri="{FF2B5EF4-FFF2-40B4-BE49-F238E27FC236}">
                  <a16:creationId xmlns:a16="http://schemas.microsoft.com/office/drawing/2014/main" id="{33F81C13-C780-D3F4-2945-D8E33E2EF864}"/>
                </a:ext>
              </a:extLst>
            </p:cNvPr>
            <p:cNvSpPr/>
            <p:nvPr/>
          </p:nvSpPr>
          <p:spPr>
            <a:xfrm>
              <a:off x="6696644" y="8641523"/>
              <a:ext cx="44391" cy="12726"/>
            </a:xfrm>
            <a:custGeom>
              <a:avLst/>
              <a:gdLst>
                <a:gd name="connsiteX0" fmla="*/ 44430 w 44391"/>
                <a:gd name="connsiteY0" fmla="*/ 45 h 12726"/>
                <a:gd name="connsiteX1" fmla="*/ 38 w 44391"/>
                <a:gd name="connsiteY1" fmla="*/ 45 h 12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4391" h="12726">
                  <a:moveTo>
                    <a:pt x="44430" y="45"/>
                  </a:moveTo>
                  <a:lnTo>
                    <a:pt x="38" y="45"/>
                  </a:lnTo>
                </a:path>
              </a:pathLst>
            </a:custGeom>
            <a:solidFill>
              <a:srgbClr val="000000"/>
            </a:solidFill>
            <a:ln w="10147" cap="flat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CH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grpSp>
          <p:nvGrpSpPr>
            <p:cNvPr id="3727" name="Graphic 3238">
              <a:extLst>
                <a:ext uri="{FF2B5EF4-FFF2-40B4-BE49-F238E27FC236}">
                  <a16:creationId xmlns:a16="http://schemas.microsoft.com/office/drawing/2014/main" id="{3A73E1C6-9209-F99A-3AE4-20040A33F283}"/>
                </a:ext>
              </a:extLst>
            </p:cNvPr>
            <p:cNvGrpSpPr/>
            <p:nvPr/>
          </p:nvGrpSpPr>
          <p:grpSpPr>
            <a:xfrm>
              <a:off x="6516207" y="8606319"/>
              <a:ext cx="133764" cy="73924"/>
              <a:chOff x="6516207" y="8606319"/>
              <a:chExt cx="133764" cy="73924"/>
            </a:xfrm>
            <a:solidFill>
              <a:srgbClr val="000000"/>
            </a:solidFill>
          </p:grpSpPr>
          <p:sp>
            <p:nvSpPr>
              <p:cNvPr id="3728" name="Freeform: Shape 3727">
                <a:extLst>
                  <a:ext uri="{FF2B5EF4-FFF2-40B4-BE49-F238E27FC236}">
                    <a16:creationId xmlns:a16="http://schemas.microsoft.com/office/drawing/2014/main" id="{9A8B6452-356A-DF36-94FB-0D50F52B66B9}"/>
                  </a:ext>
                </a:extLst>
              </p:cNvPr>
              <p:cNvSpPr/>
              <p:nvPr/>
            </p:nvSpPr>
            <p:spPr>
              <a:xfrm flipV="1">
                <a:off x="6516207" y="8606319"/>
                <a:ext cx="48640" cy="73383"/>
              </a:xfrm>
              <a:custGeom>
                <a:avLst/>
                <a:gdLst>
                  <a:gd name="connsiteX0" fmla="*/ 46838 w 48640"/>
                  <a:gd name="connsiteY0" fmla="*/ -2261 h 73383"/>
                  <a:gd name="connsiteX1" fmla="*/ -423 w 48640"/>
                  <a:gd name="connsiteY1" fmla="*/ -2261 h 73383"/>
                  <a:gd name="connsiteX2" fmla="*/ -423 w 48640"/>
                  <a:gd name="connsiteY2" fmla="*/ 4356 h 73383"/>
                  <a:gd name="connsiteX3" fmla="*/ 24547 w 48640"/>
                  <a:gd name="connsiteY3" fmla="*/ 32195 h 73383"/>
                  <a:gd name="connsiteX4" fmla="*/ 32205 w 48640"/>
                  <a:gd name="connsiteY4" fmla="*/ 42456 h 73383"/>
                  <a:gd name="connsiteX5" fmla="*/ 34313 w 48640"/>
                  <a:gd name="connsiteY5" fmla="*/ 50633 h 73383"/>
                  <a:gd name="connsiteX6" fmla="*/ 30889 w 48640"/>
                  <a:gd name="connsiteY6" fmla="*/ 59923 h 73383"/>
                  <a:gd name="connsiteX7" fmla="*/ 21773 w 48640"/>
                  <a:gd name="connsiteY7" fmla="*/ 63566 h 73383"/>
                  <a:gd name="connsiteX8" fmla="*/ 11150 w 48640"/>
                  <a:gd name="connsiteY8" fmla="*/ 59652 h 73383"/>
                  <a:gd name="connsiteX9" fmla="*/ 7361 w 48640"/>
                  <a:gd name="connsiteY9" fmla="*/ 48787 h 73383"/>
                  <a:gd name="connsiteX10" fmla="*/ -1803 w 48640"/>
                  <a:gd name="connsiteY10" fmla="*/ 48787 h 73383"/>
                  <a:gd name="connsiteX11" fmla="*/ 4602 w 48640"/>
                  <a:gd name="connsiteY11" fmla="*/ 64950 h 73383"/>
                  <a:gd name="connsiteX12" fmla="*/ 21773 w 48640"/>
                  <a:gd name="connsiteY12" fmla="*/ 71122 h 73383"/>
                  <a:gd name="connsiteX13" fmla="*/ 37674 w 48640"/>
                  <a:gd name="connsiteY13" fmla="*/ 65825 h 73383"/>
                  <a:gd name="connsiteX14" fmla="*/ 43525 w 48640"/>
                  <a:gd name="connsiteY14" fmla="*/ 51730 h 73383"/>
                  <a:gd name="connsiteX15" fmla="*/ 29953 w 48640"/>
                  <a:gd name="connsiteY15" fmla="*/ 26278 h 73383"/>
                  <a:gd name="connsiteX16" fmla="*/ 10627 w 48640"/>
                  <a:gd name="connsiteY16" fmla="*/ 5247 h 73383"/>
                  <a:gd name="connsiteX17" fmla="*/ 46838 w 48640"/>
                  <a:gd name="connsiteY17" fmla="*/ 5247 h 73383"/>
                  <a:gd name="connsiteX18" fmla="*/ 46838 w 48640"/>
                  <a:gd name="connsiteY18" fmla="*/ -2261 h 73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8640" h="73383">
                    <a:moveTo>
                      <a:pt x="46838" y="-2261"/>
                    </a:moveTo>
                    <a:lnTo>
                      <a:pt x="-423" y="-2261"/>
                    </a:lnTo>
                    <a:lnTo>
                      <a:pt x="-423" y="4356"/>
                    </a:lnTo>
                    <a:lnTo>
                      <a:pt x="24547" y="32195"/>
                    </a:lnTo>
                    <a:cubicBezTo>
                      <a:pt x="28246" y="36406"/>
                      <a:pt x="30799" y="39826"/>
                      <a:pt x="32205" y="42456"/>
                    </a:cubicBezTo>
                    <a:cubicBezTo>
                      <a:pt x="33611" y="45086"/>
                      <a:pt x="34313" y="47812"/>
                      <a:pt x="34313" y="50633"/>
                    </a:cubicBezTo>
                    <a:cubicBezTo>
                      <a:pt x="34313" y="54408"/>
                      <a:pt x="33172" y="57505"/>
                      <a:pt x="30889" y="59923"/>
                    </a:cubicBezTo>
                    <a:cubicBezTo>
                      <a:pt x="28616" y="62351"/>
                      <a:pt x="25578" y="63566"/>
                      <a:pt x="21773" y="63566"/>
                    </a:cubicBezTo>
                    <a:cubicBezTo>
                      <a:pt x="17217" y="63566"/>
                      <a:pt x="13676" y="62261"/>
                      <a:pt x="11150" y="59652"/>
                    </a:cubicBezTo>
                    <a:cubicBezTo>
                      <a:pt x="8624" y="57054"/>
                      <a:pt x="7361" y="53432"/>
                      <a:pt x="7361" y="48787"/>
                    </a:cubicBezTo>
                    <a:lnTo>
                      <a:pt x="-1803" y="48787"/>
                    </a:lnTo>
                    <a:cubicBezTo>
                      <a:pt x="-1803" y="55458"/>
                      <a:pt x="332" y="60845"/>
                      <a:pt x="4602" y="64950"/>
                    </a:cubicBezTo>
                    <a:cubicBezTo>
                      <a:pt x="8883" y="69065"/>
                      <a:pt x="14606" y="71122"/>
                      <a:pt x="21773" y="71122"/>
                    </a:cubicBezTo>
                    <a:cubicBezTo>
                      <a:pt x="28484" y="71122"/>
                      <a:pt x="33785" y="69356"/>
                      <a:pt x="37674" y="65825"/>
                    </a:cubicBezTo>
                    <a:cubicBezTo>
                      <a:pt x="41575" y="62293"/>
                      <a:pt x="43525" y="57595"/>
                      <a:pt x="43525" y="51730"/>
                    </a:cubicBezTo>
                    <a:cubicBezTo>
                      <a:pt x="43525" y="44603"/>
                      <a:pt x="39001" y="36119"/>
                      <a:pt x="29953" y="26278"/>
                    </a:cubicBezTo>
                    <a:lnTo>
                      <a:pt x="10627" y="5247"/>
                    </a:lnTo>
                    <a:lnTo>
                      <a:pt x="46838" y="5247"/>
                    </a:lnTo>
                    <a:lnTo>
                      <a:pt x="46838" y="-2261"/>
                    </a:lnTo>
                    <a:close/>
                  </a:path>
                </a:pathLst>
              </a:custGeom>
              <a:solidFill>
                <a:srgbClr val="000000"/>
              </a:solidFill>
              <a:ln w="16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de-CH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3729" name="Freeform: Shape 3728">
                <a:extLst>
                  <a:ext uri="{FF2B5EF4-FFF2-40B4-BE49-F238E27FC236}">
                    <a16:creationId xmlns:a16="http://schemas.microsoft.com/office/drawing/2014/main" id="{4308D7D2-1E26-D8B1-2BA3-966B1F108DE4}"/>
                  </a:ext>
                </a:extLst>
              </p:cNvPr>
              <p:cNvSpPr/>
              <p:nvPr/>
            </p:nvSpPr>
            <p:spPr>
              <a:xfrm flipV="1">
                <a:off x="6575704" y="8669315"/>
                <a:ext cx="11399" cy="10928"/>
              </a:xfrm>
              <a:custGeom>
                <a:avLst/>
                <a:gdLst>
                  <a:gd name="connsiteX0" fmla="*/ -784 w 11399"/>
                  <a:gd name="connsiteY0" fmla="*/ 5099 h 10928"/>
                  <a:gd name="connsiteX1" fmla="*/ 627 w 11399"/>
                  <a:gd name="connsiteY1" fmla="*/ 9076 h 10928"/>
                  <a:gd name="connsiteX2" fmla="*/ 4860 w 11399"/>
                  <a:gd name="connsiteY2" fmla="*/ 10667 h 10928"/>
                  <a:gd name="connsiteX3" fmla="*/ 9141 w 11399"/>
                  <a:gd name="connsiteY3" fmla="*/ 9076 h 10928"/>
                  <a:gd name="connsiteX4" fmla="*/ 10615 w 11399"/>
                  <a:gd name="connsiteY4" fmla="*/ 5099 h 10928"/>
                  <a:gd name="connsiteX5" fmla="*/ 9141 w 11399"/>
                  <a:gd name="connsiteY5" fmla="*/ 1265 h 10928"/>
                  <a:gd name="connsiteX6" fmla="*/ 4860 w 11399"/>
                  <a:gd name="connsiteY6" fmla="*/ -262 h 10928"/>
                  <a:gd name="connsiteX7" fmla="*/ 627 w 11399"/>
                  <a:gd name="connsiteY7" fmla="*/ 1265 h 10928"/>
                  <a:gd name="connsiteX8" fmla="*/ -784 w 11399"/>
                  <a:gd name="connsiteY8" fmla="*/ 5099 h 109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1399" h="10928">
                    <a:moveTo>
                      <a:pt x="-784" y="5099"/>
                    </a:moveTo>
                    <a:cubicBezTo>
                      <a:pt x="-784" y="6690"/>
                      <a:pt x="-314" y="8016"/>
                      <a:pt x="627" y="9076"/>
                    </a:cubicBezTo>
                    <a:cubicBezTo>
                      <a:pt x="1568" y="10137"/>
                      <a:pt x="2979" y="10667"/>
                      <a:pt x="4860" y="10667"/>
                    </a:cubicBezTo>
                    <a:cubicBezTo>
                      <a:pt x="6742" y="10667"/>
                      <a:pt x="8168" y="10137"/>
                      <a:pt x="9141" y="9076"/>
                    </a:cubicBezTo>
                    <a:cubicBezTo>
                      <a:pt x="10124" y="8016"/>
                      <a:pt x="10615" y="6690"/>
                      <a:pt x="10615" y="5099"/>
                    </a:cubicBezTo>
                    <a:cubicBezTo>
                      <a:pt x="10615" y="3572"/>
                      <a:pt x="10124" y="2294"/>
                      <a:pt x="9141" y="1265"/>
                    </a:cubicBezTo>
                    <a:cubicBezTo>
                      <a:pt x="8168" y="247"/>
                      <a:pt x="6742" y="-262"/>
                      <a:pt x="4860" y="-262"/>
                    </a:cubicBezTo>
                    <a:cubicBezTo>
                      <a:pt x="2979" y="-262"/>
                      <a:pt x="1568" y="247"/>
                      <a:pt x="627" y="1265"/>
                    </a:cubicBezTo>
                    <a:cubicBezTo>
                      <a:pt x="-314" y="2294"/>
                      <a:pt x="-784" y="3572"/>
                      <a:pt x="-784" y="5099"/>
                    </a:cubicBezTo>
                    <a:close/>
                  </a:path>
                </a:pathLst>
              </a:custGeom>
              <a:solidFill>
                <a:srgbClr val="000000"/>
              </a:solidFill>
              <a:ln w="16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de-CH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3730" name="Freeform: Shape 3729">
                <a:extLst>
                  <a:ext uri="{FF2B5EF4-FFF2-40B4-BE49-F238E27FC236}">
                    <a16:creationId xmlns:a16="http://schemas.microsoft.com/office/drawing/2014/main" id="{4B2EEC17-DE20-E897-377B-C1254F080B99}"/>
                  </a:ext>
                </a:extLst>
              </p:cNvPr>
              <p:cNvSpPr/>
              <p:nvPr/>
            </p:nvSpPr>
            <p:spPr>
              <a:xfrm flipV="1">
                <a:off x="6597906" y="8607321"/>
                <a:ext cx="52065" cy="72381"/>
              </a:xfrm>
              <a:custGeom>
                <a:avLst/>
                <a:gdLst>
                  <a:gd name="connsiteX0" fmla="*/ 40282 w 52065"/>
                  <a:gd name="connsiteY0" fmla="*/ 22078 h 72381"/>
                  <a:gd name="connsiteX1" fmla="*/ 50286 w 52065"/>
                  <a:gd name="connsiteY1" fmla="*/ 22078 h 72381"/>
                  <a:gd name="connsiteX2" fmla="*/ 50286 w 52065"/>
                  <a:gd name="connsiteY2" fmla="*/ 14569 h 72381"/>
                  <a:gd name="connsiteX3" fmla="*/ 40282 w 52065"/>
                  <a:gd name="connsiteY3" fmla="*/ 14569 h 72381"/>
                  <a:gd name="connsiteX4" fmla="*/ 40282 w 52065"/>
                  <a:gd name="connsiteY4" fmla="*/ -2230 h 72381"/>
                  <a:gd name="connsiteX5" fmla="*/ 31071 w 52065"/>
                  <a:gd name="connsiteY5" fmla="*/ -2230 h 72381"/>
                  <a:gd name="connsiteX6" fmla="*/ 31071 w 52065"/>
                  <a:gd name="connsiteY6" fmla="*/ 14569 h 72381"/>
                  <a:gd name="connsiteX7" fmla="*/ -1779 w 52065"/>
                  <a:gd name="connsiteY7" fmla="*/ 14569 h 72381"/>
                  <a:gd name="connsiteX8" fmla="*/ -1779 w 52065"/>
                  <a:gd name="connsiteY8" fmla="*/ 19994 h 72381"/>
                  <a:gd name="connsiteX9" fmla="*/ 30516 w 52065"/>
                  <a:gd name="connsiteY9" fmla="*/ 70151 h 72381"/>
                  <a:gd name="connsiteX10" fmla="*/ 40282 w 52065"/>
                  <a:gd name="connsiteY10" fmla="*/ 70151 h 72381"/>
                  <a:gd name="connsiteX11" fmla="*/ 40282 w 52065"/>
                  <a:gd name="connsiteY11" fmla="*/ 22078 h 72381"/>
                  <a:gd name="connsiteX12" fmla="*/ 8621 w 52065"/>
                  <a:gd name="connsiteY12" fmla="*/ 22078 h 72381"/>
                  <a:gd name="connsiteX13" fmla="*/ 31071 w 52065"/>
                  <a:gd name="connsiteY13" fmla="*/ 22078 h 72381"/>
                  <a:gd name="connsiteX14" fmla="*/ 31071 w 52065"/>
                  <a:gd name="connsiteY14" fmla="*/ 57568 h 72381"/>
                  <a:gd name="connsiteX15" fmla="*/ 29977 w 52065"/>
                  <a:gd name="connsiteY15" fmla="*/ 55580 h 72381"/>
                  <a:gd name="connsiteX16" fmla="*/ 8621 w 52065"/>
                  <a:gd name="connsiteY16" fmla="*/ 22078 h 723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2065" h="72381">
                    <a:moveTo>
                      <a:pt x="40282" y="22078"/>
                    </a:moveTo>
                    <a:lnTo>
                      <a:pt x="50286" y="22078"/>
                    </a:lnTo>
                    <a:lnTo>
                      <a:pt x="50286" y="14569"/>
                    </a:lnTo>
                    <a:lnTo>
                      <a:pt x="40282" y="14569"/>
                    </a:lnTo>
                    <a:lnTo>
                      <a:pt x="40282" y="-2230"/>
                    </a:lnTo>
                    <a:lnTo>
                      <a:pt x="31071" y="-2230"/>
                    </a:lnTo>
                    <a:lnTo>
                      <a:pt x="31071" y="14569"/>
                    </a:lnTo>
                    <a:lnTo>
                      <a:pt x="-1779" y="14569"/>
                    </a:lnTo>
                    <a:lnTo>
                      <a:pt x="-1779" y="19994"/>
                    </a:lnTo>
                    <a:lnTo>
                      <a:pt x="30516" y="70151"/>
                    </a:lnTo>
                    <a:lnTo>
                      <a:pt x="40282" y="70151"/>
                    </a:lnTo>
                    <a:lnTo>
                      <a:pt x="40282" y="22078"/>
                    </a:lnTo>
                    <a:close/>
                    <a:moveTo>
                      <a:pt x="8621" y="22078"/>
                    </a:moveTo>
                    <a:lnTo>
                      <a:pt x="31071" y="22078"/>
                    </a:lnTo>
                    <a:lnTo>
                      <a:pt x="31071" y="57568"/>
                    </a:lnTo>
                    <a:lnTo>
                      <a:pt x="29977" y="55580"/>
                    </a:lnTo>
                    <a:lnTo>
                      <a:pt x="8621" y="22078"/>
                    </a:lnTo>
                    <a:close/>
                  </a:path>
                </a:pathLst>
              </a:custGeom>
              <a:solidFill>
                <a:srgbClr val="000000"/>
              </a:solidFill>
              <a:ln w="16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de-CH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</p:grpSp>
      </p:grpSp>
      <p:sp>
        <p:nvSpPr>
          <p:cNvPr id="3722" name="Freeform: Shape 3721">
            <a:extLst>
              <a:ext uri="{FF2B5EF4-FFF2-40B4-BE49-F238E27FC236}">
                <a16:creationId xmlns:a16="http://schemas.microsoft.com/office/drawing/2014/main" id="{FC64DBB0-F4DA-5ABA-398E-E79C711A76E3}"/>
              </a:ext>
            </a:extLst>
          </p:cNvPr>
          <p:cNvSpPr/>
          <p:nvPr/>
        </p:nvSpPr>
        <p:spPr>
          <a:xfrm>
            <a:off x="4148218" y="5638476"/>
            <a:ext cx="136148" cy="136609"/>
          </a:xfrm>
          <a:custGeom>
            <a:avLst/>
            <a:gdLst>
              <a:gd name="connsiteX0" fmla="*/ 28418 w 56722"/>
              <a:gd name="connsiteY0" fmla="*/ 57069 h 56914"/>
              <a:gd name="connsiteX1" fmla="*/ 48472 w 56722"/>
              <a:gd name="connsiteY1" fmla="*/ 48735 h 56914"/>
              <a:gd name="connsiteX2" fmla="*/ 56779 w 56722"/>
              <a:gd name="connsiteY2" fmla="*/ 28612 h 56914"/>
              <a:gd name="connsiteX3" fmla="*/ 48472 w 56722"/>
              <a:gd name="connsiteY3" fmla="*/ 8490 h 56914"/>
              <a:gd name="connsiteX4" fmla="*/ 28418 w 56722"/>
              <a:gd name="connsiteY4" fmla="*/ 155 h 56914"/>
              <a:gd name="connsiteX5" fmla="*/ 8363 w 56722"/>
              <a:gd name="connsiteY5" fmla="*/ 8490 h 56914"/>
              <a:gd name="connsiteX6" fmla="*/ 57 w 56722"/>
              <a:gd name="connsiteY6" fmla="*/ 28612 h 56914"/>
              <a:gd name="connsiteX7" fmla="*/ 8363 w 56722"/>
              <a:gd name="connsiteY7" fmla="*/ 48735 h 56914"/>
              <a:gd name="connsiteX8" fmla="*/ 28418 w 56722"/>
              <a:gd name="connsiteY8" fmla="*/ 57069 h 569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6722" h="56914">
                <a:moveTo>
                  <a:pt x="28418" y="57069"/>
                </a:moveTo>
                <a:cubicBezTo>
                  <a:pt x="35939" y="57069"/>
                  <a:pt x="43154" y="54071"/>
                  <a:pt x="48472" y="48735"/>
                </a:cubicBezTo>
                <a:cubicBezTo>
                  <a:pt x="53790" y="43398"/>
                  <a:pt x="56779" y="36159"/>
                  <a:pt x="56779" y="28612"/>
                </a:cubicBezTo>
                <a:cubicBezTo>
                  <a:pt x="56779" y="21066"/>
                  <a:pt x="53790" y="13827"/>
                  <a:pt x="48472" y="8490"/>
                </a:cubicBezTo>
                <a:cubicBezTo>
                  <a:pt x="43154" y="3154"/>
                  <a:pt x="35939" y="155"/>
                  <a:pt x="28418" y="155"/>
                </a:cubicBezTo>
                <a:cubicBezTo>
                  <a:pt x="20896" y="155"/>
                  <a:pt x="13682" y="3154"/>
                  <a:pt x="8363" y="8490"/>
                </a:cubicBezTo>
                <a:cubicBezTo>
                  <a:pt x="3045" y="13827"/>
                  <a:pt x="57" y="21066"/>
                  <a:pt x="57" y="28612"/>
                </a:cubicBezTo>
                <a:cubicBezTo>
                  <a:pt x="57" y="36159"/>
                  <a:pt x="3045" y="43398"/>
                  <a:pt x="8363" y="48735"/>
                </a:cubicBezTo>
                <a:cubicBezTo>
                  <a:pt x="13682" y="54071"/>
                  <a:pt x="20896" y="57069"/>
                  <a:pt x="28418" y="57069"/>
                </a:cubicBezTo>
                <a:close/>
              </a:path>
            </a:pathLst>
          </a:custGeom>
          <a:solidFill>
            <a:srgbClr val="FFFFFF"/>
          </a:solidFill>
          <a:ln w="19050" cap="flat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de-CH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723" name="Freeform: Shape 3722">
            <a:extLst>
              <a:ext uri="{FF2B5EF4-FFF2-40B4-BE49-F238E27FC236}">
                <a16:creationId xmlns:a16="http://schemas.microsoft.com/office/drawing/2014/main" id="{AE109A9E-FC29-5DFD-1C94-500ACDFB069D}"/>
              </a:ext>
            </a:extLst>
          </p:cNvPr>
          <p:cNvSpPr/>
          <p:nvPr/>
        </p:nvSpPr>
        <p:spPr>
          <a:xfrm>
            <a:off x="5281526" y="4610794"/>
            <a:ext cx="136148" cy="136609"/>
          </a:xfrm>
          <a:custGeom>
            <a:avLst/>
            <a:gdLst>
              <a:gd name="connsiteX0" fmla="*/ 28455 w 56722"/>
              <a:gd name="connsiteY0" fmla="*/ 57036 h 56914"/>
              <a:gd name="connsiteX1" fmla="*/ 48509 w 56722"/>
              <a:gd name="connsiteY1" fmla="*/ 48701 h 56914"/>
              <a:gd name="connsiteX2" fmla="*/ 56816 w 56722"/>
              <a:gd name="connsiteY2" fmla="*/ 28579 h 56914"/>
              <a:gd name="connsiteX3" fmla="*/ 48509 w 56722"/>
              <a:gd name="connsiteY3" fmla="*/ 8457 h 56914"/>
              <a:gd name="connsiteX4" fmla="*/ 28455 w 56722"/>
              <a:gd name="connsiteY4" fmla="*/ 122 h 56914"/>
              <a:gd name="connsiteX5" fmla="*/ 8401 w 56722"/>
              <a:gd name="connsiteY5" fmla="*/ 8457 h 56914"/>
              <a:gd name="connsiteX6" fmla="*/ 94 w 56722"/>
              <a:gd name="connsiteY6" fmla="*/ 28579 h 56914"/>
              <a:gd name="connsiteX7" fmla="*/ 8401 w 56722"/>
              <a:gd name="connsiteY7" fmla="*/ 48701 h 56914"/>
              <a:gd name="connsiteX8" fmla="*/ 28455 w 56722"/>
              <a:gd name="connsiteY8" fmla="*/ 57036 h 569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6722" h="56914">
                <a:moveTo>
                  <a:pt x="28455" y="57036"/>
                </a:moveTo>
                <a:cubicBezTo>
                  <a:pt x="35976" y="57036"/>
                  <a:pt x="43191" y="54037"/>
                  <a:pt x="48509" y="48701"/>
                </a:cubicBezTo>
                <a:cubicBezTo>
                  <a:pt x="53828" y="43364"/>
                  <a:pt x="56816" y="36126"/>
                  <a:pt x="56816" y="28579"/>
                </a:cubicBezTo>
                <a:cubicBezTo>
                  <a:pt x="56816" y="21032"/>
                  <a:pt x="53828" y="13793"/>
                  <a:pt x="48509" y="8457"/>
                </a:cubicBezTo>
                <a:cubicBezTo>
                  <a:pt x="43191" y="3120"/>
                  <a:pt x="35976" y="122"/>
                  <a:pt x="28455" y="122"/>
                </a:cubicBezTo>
                <a:cubicBezTo>
                  <a:pt x="20934" y="122"/>
                  <a:pt x="13719" y="3120"/>
                  <a:pt x="8401" y="8457"/>
                </a:cubicBezTo>
                <a:cubicBezTo>
                  <a:pt x="3082" y="13793"/>
                  <a:pt x="94" y="21032"/>
                  <a:pt x="94" y="28579"/>
                </a:cubicBezTo>
                <a:cubicBezTo>
                  <a:pt x="94" y="36126"/>
                  <a:pt x="3082" y="43364"/>
                  <a:pt x="8401" y="48701"/>
                </a:cubicBezTo>
                <a:cubicBezTo>
                  <a:pt x="13719" y="54037"/>
                  <a:pt x="20934" y="57036"/>
                  <a:pt x="28455" y="57036"/>
                </a:cubicBezTo>
                <a:close/>
              </a:path>
            </a:pathLst>
          </a:custGeom>
          <a:solidFill>
            <a:srgbClr val="FFFFFF"/>
          </a:solidFill>
          <a:ln w="19050" cap="flat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de-CH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724" name="Freeform: Shape 3723">
            <a:extLst>
              <a:ext uri="{FF2B5EF4-FFF2-40B4-BE49-F238E27FC236}">
                <a16:creationId xmlns:a16="http://schemas.microsoft.com/office/drawing/2014/main" id="{E863D5F5-22A9-1EA1-F975-3CA12CB960BE}"/>
              </a:ext>
            </a:extLst>
          </p:cNvPr>
          <p:cNvSpPr/>
          <p:nvPr/>
        </p:nvSpPr>
        <p:spPr>
          <a:xfrm>
            <a:off x="6414830" y="5348680"/>
            <a:ext cx="136148" cy="136609"/>
          </a:xfrm>
          <a:custGeom>
            <a:avLst/>
            <a:gdLst>
              <a:gd name="connsiteX0" fmla="*/ 28492 w 56722"/>
              <a:gd name="connsiteY0" fmla="*/ 57060 h 56914"/>
              <a:gd name="connsiteX1" fmla="*/ 48546 w 56722"/>
              <a:gd name="connsiteY1" fmla="*/ 48725 h 56914"/>
              <a:gd name="connsiteX2" fmla="*/ 56853 w 56722"/>
              <a:gd name="connsiteY2" fmla="*/ 28603 h 56914"/>
              <a:gd name="connsiteX3" fmla="*/ 48546 w 56722"/>
              <a:gd name="connsiteY3" fmla="*/ 8481 h 56914"/>
              <a:gd name="connsiteX4" fmla="*/ 28492 w 56722"/>
              <a:gd name="connsiteY4" fmla="*/ 146 h 56914"/>
              <a:gd name="connsiteX5" fmla="*/ 8438 w 56722"/>
              <a:gd name="connsiteY5" fmla="*/ 8481 h 56914"/>
              <a:gd name="connsiteX6" fmla="*/ 131 w 56722"/>
              <a:gd name="connsiteY6" fmla="*/ 28603 h 56914"/>
              <a:gd name="connsiteX7" fmla="*/ 8438 w 56722"/>
              <a:gd name="connsiteY7" fmla="*/ 48725 h 56914"/>
              <a:gd name="connsiteX8" fmla="*/ 28492 w 56722"/>
              <a:gd name="connsiteY8" fmla="*/ 57060 h 569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6722" h="56914">
                <a:moveTo>
                  <a:pt x="28492" y="57060"/>
                </a:moveTo>
                <a:cubicBezTo>
                  <a:pt x="36014" y="57060"/>
                  <a:pt x="43228" y="54061"/>
                  <a:pt x="48546" y="48725"/>
                </a:cubicBezTo>
                <a:cubicBezTo>
                  <a:pt x="53865" y="43389"/>
                  <a:pt x="56853" y="36150"/>
                  <a:pt x="56853" y="28603"/>
                </a:cubicBezTo>
                <a:cubicBezTo>
                  <a:pt x="56853" y="21056"/>
                  <a:pt x="53865" y="13817"/>
                  <a:pt x="48546" y="8481"/>
                </a:cubicBezTo>
                <a:cubicBezTo>
                  <a:pt x="43228" y="3144"/>
                  <a:pt x="36014" y="146"/>
                  <a:pt x="28492" y="146"/>
                </a:cubicBezTo>
                <a:cubicBezTo>
                  <a:pt x="20971" y="146"/>
                  <a:pt x="13756" y="3144"/>
                  <a:pt x="8438" y="8481"/>
                </a:cubicBezTo>
                <a:cubicBezTo>
                  <a:pt x="3119" y="13817"/>
                  <a:pt x="131" y="21056"/>
                  <a:pt x="131" y="28603"/>
                </a:cubicBezTo>
                <a:cubicBezTo>
                  <a:pt x="131" y="36150"/>
                  <a:pt x="3119" y="43389"/>
                  <a:pt x="8438" y="48725"/>
                </a:cubicBezTo>
                <a:cubicBezTo>
                  <a:pt x="13756" y="54061"/>
                  <a:pt x="20971" y="57060"/>
                  <a:pt x="28492" y="57060"/>
                </a:cubicBezTo>
                <a:close/>
              </a:path>
            </a:pathLst>
          </a:custGeom>
          <a:solidFill>
            <a:srgbClr val="FFFFFF"/>
          </a:solidFill>
          <a:ln w="19050" cap="flat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de-CH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725" name="Freeform: Shape 3724">
            <a:extLst>
              <a:ext uri="{FF2B5EF4-FFF2-40B4-BE49-F238E27FC236}">
                <a16:creationId xmlns:a16="http://schemas.microsoft.com/office/drawing/2014/main" id="{2A113473-8F3A-CA1D-8487-92C004ACCC6F}"/>
              </a:ext>
            </a:extLst>
          </p:cNvPr>
          <p:cNvSpPr/>
          <p:nvPr/>
        </p:nvSpPr>
        <p:spPr>
          <a:xfrm>
            <a:off x="7548155" y="2403499"/>
            <a:ext cx="136148" cy="136609"/>
          </a:xfrm>
          <a:custGeom>
            <a:avLst/>
            <a:gdLst>
              <a:gd name="connsiteX0" fmla="*/ 28529 w 56722"/>
              <a:gd name="connsiteY0" fmla="*/ 56964 h 56914"/>
              <a:gd name="connsiteX1" fmla="*/ 48584 w 56722"/>
              <a:gd name="connsiteY1" fmla="*/ 48629 h 56914"/>
              <a:gd name="connsiteX2" fmla="*/ 56890 w 56722"/>
              <a:gd name="connsiteY2" fmla="*/ 28507 h 56914"/>
              <a:gd name="connsiteX3" fmla="*/ 48584 w 56722"/>
              <a:gd name="connsiteY3" fmla="*/ 8384 h 56914"/>
              <a:gd name="connsiteX4" fmla="*/ 28529 w 56722"/>
              <a:gd name="connsiteY4" fmla="*/ 50 h 56914"/>
              <a:gd name="connsiteX5" fmla="*/ 8475 w 56722"/>
              <a:gd name="connsiteY5" fmla="*/ 8384 h 56914"/>
              <a:gd name="connsiteX6" fmla="*/ 168 w 56722"/>
              <a:gd name="connsiteY6" fmla="*/ 28507 h 56914"/>
              <a:gd name="connsiteX7" fmla="*/ 8475 w 56722"/>
              <a:gd name="connsiteY7" fmla="*/ 48629 h 56914"/>
              <a:gd name="connsiteX8" fmla="*/ 28529 w 56722"/>
              <a:gd name="connsiteY8" fmla="*/ 56964 h 569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6722" h="56914">
                <a:moveTo>
                  <a:pt x="28529" y="56964"/>
                </a:moveTo>
                <a:cubicBezTo>
                  <a:pt x="36051" y="56964"/>
                  <a:pt x="43265" y="53965"/>
                  <a:pt x="48584" y="48629"/>
                </a:cubicBezTo>
                <a:cubicBezTo>
                  <a:pt x="53902" y="43292"/>
                  <a:pt x="56890" y="36053"/>
                  <a:pt x="56890" y="28507"/>
                </a:cubicBezTo>
                <a:cubicBezTo>
                  <a:pt x="56890" y="20960"/>
                  <a:pt x="53902" y="13721"/>
                  <a:pt x="48584" y="8384"/>
                </a:cubicBezTo>
                <a:cubicBezTo>
                  <a:pt x="43265" y="3048"/>
                  <a:pt x="36051" y="50"/>
                  <a:pt x="28529" y="50"/>
                </a:cubicBezTo>
                <a:cubicBezTo>
                  <a:pt x="21008" y="50"/>
                  <a:pt x="13794" y="3048"/>
                  <a:pt x="8475" y="8384"/>
                </a:cubicBezTo>
                <a:cubicBezTo>
                  <a:pt x="3157" y="13721"/>
                  <a:pt x="168" y="20960"/>
                  <a:pt x="168" y="28507"/>
                </a:cubicBezTo>
                <a:cubicBezTo>
                  <a:pt x="168" y="36053"/>
                  <a:pt x="3157" y="43292"/>
                  <a:pt x="8475" y="48629"/>
                </a:cubicBezTo>
                <a:cubicBezTo>
                  <a:pt x="13794" y="53965"/>
                  <a:pt x="21008" y="56964"/>
                  <a:pt x="28529" y="56964"/>
                </a:cubicBezTo>
                <a:close/>
              </a:path>
            </a:pathLst>
          </a:custGeom>
          <a:solidFill>
            <a:srgbClr val="FFFFFF"/>
          </a:solidFill>
          <a:ln w="19050" cap="flat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de-CH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717" name="Freeform: Shape 3716">
            <a:extLst>
              <a:ext uri="{FF2B5EF4-FFF2-40B4-BE49-F238E27FC236}">
                <a16:creationId xmlns:a16="http://schemas.microsoft.com/office/drawing/2014/main" id="{7A83AF57-C839-AE04-DDE4-89EB9A9A8682}"/>
              </a:ext>
            </a:extLst>
          </p:cNvPr>
          <p:cNvSpPr/>
          <p:nvPr/>
        </p:nvSpPr>
        <p:spPr>
          <a:xfrm>
            <a:off x="5916258" y="1592023"/>
            <a:ext cx="30443" cy="5029264"/>
          </a:xfrm>
          <a:custGeom>
            <a:avLst/>
            <a:gdLst>
              <a:gd name="connsiteX0" fmla="*/ 0 w 12683"/>
              <a:gd name="connsiteY0" fmla="*/ 2095291 h 2095291"/>
              <a:gd name="connsiteX1" fmla="*/ 0 w 12683"/>
              <a:gd name="connsiteY1" fmla="*/ 0 h 2095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683" h="2095291">
                <a:moveTo>
                  <a:pt x="0" y="2095291"/>
                </a:moveTo>
                <a:lnTo>
                  <a:pt x="0" y="0"/>
                </a:lnTo>
              </a:path>
            </a:pathLst>
          </a:custGeom>
          <a:noFill/>
          <a:ln w="12700" cap="flat">
            <a:solidFill>
              <a:srgbClr val="808080"/>
            </a:solidFill>
            <a:custDash>
              <a:ds d="138750" sp="60000"/>
            </a:custDash>
            <a:round/>
          </a:ln>
        </p:spPr>
        <p:txBody>
          <a:bodyPr rtlCol="0" anchor="ctr"/>
          <a:lstStyle/>
          <a:p>
            <a:endParaRPr lang="de-CH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718" name="Freeform: Shape 3717">
            <a:extLst>
              <a:ext uri="{FF2B5EF4-FFF2-40B4-BE49-F238E27FC236}">
                <a16:creationId xmlns:a16="http://schemas.microsoft.com/office/drawing/2014/main" id="{10CA31AB-69F2-01B5-A263-2EDC91AF7D8B}"/>
              </a:ext>
            </a:extLst>
          </p:cNvPr>
          <p:cNvSpPr/>
          <p:nvPr/>
        </p:nvSpPr>
        <p:spPr>
          <a:xfrm>
            <a:off x="3649637" y="1592023"/>
            <a:ext cx="30443" cy="5029264"/>
          </a:xfrm>
          <a:custGeom>
            <a:avLst/>
            <a:gdLst>
              <a:gd name="connsiteX0" fmla="*/ 0 w 12683"/>
              <a:gd name="connsiteY0" fmla="*/ 2095291 h 2095291"/>
              <a:gd name="connsiteX1" fmla="*/ 0 w 12683"/>
              <a:gd name="connsiteY1" fmla="*/ 0 h 2095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683" h="2095291">
                <a:moveTo>
                  <a:pt x="0" y="2095291"/>
                </a:moveTo>
                <a:lnTo>
                  <a:pt x="0" y="0"/>
                </a:lnTo>
              </a:path>
            </a:pathLst>
          </a:custGeom>
          <a:noFill/>
          <a:ln w="19050" cap="sq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de-CH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719" name="Freeform: Shape 3718">
            <a:extLst>
              <a:ext uri="{FF2B5EF4-FFF2-40B4-BE49-F238E27FC236}">
                <a16:creationId xmlns:a16="http://schemas.microsoft.com/office/drawing/2014/main" id="{6BE66BED-627F-2201-715A-55DA381137AD}"/>
              </a:ext>
            </a:extLst>
          </p:cNvPr>
          <p:cNvSpPr/>
          <p:nvPr/>
        </p:nvSpPr>
        <p:spPr>
          <a:xfrm>
            <a:off x="8184134" y="1588627"/>
            <a:ext cx="30443" cy="5029264"/>
          </a:xfrm>
          <a:custGeom>
            <a:avLst/>
            <a:gdLst>
              <a:gd name="connsiteX0" fmla="*/ 0 w 12683"/>
              <a:gd name="connsiteY0" fmla="*/ 2095291 h 2095291"/>
              <a:gd name="connsiteX1" fmla="*/ 0 w 12683"/>
              <a:gd name="connsiteY1" fmla="*/ 0 h 2095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683" h="2095291">
                <a:moveTo>
                  <a:pt x="0" y="2095291"/>
                </a:moveTo>
                <a:lnTo>
                  <a:pt x="0" y="0"/>
                </a:lnTo>
              </a:path>
            </a:pathLst>
          </a:custGeom>
          <a:noFill/>
          <a:ln w="19050" cap="sq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de-CH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720" name="Freeform: Shape 3719">
            <a:extLst>
              <a:ext uri="{FF2B5EF4-FFF2-40B4-BE49-F238E27FC236}">
                <a16:creationId xmlns:a16="http://schemas.microsoft.com/office/drawing/2014/main" id="{D8EBD8B4-57FB-EC66-1C80-1184189D1020}"/>
              </a:ext>
            </a:extLst>
          </p:cNvPr>
          <p:cNvSpPr/>
          <p:nvPr/>
        </p:nvSpPr>
        <p:spPr>
          <a:xfrm>
            <a:off x="3649639" y="6621287"/>
            <a:ext cx="4533238" cy="30546"/>
          </a:xfrm>
          <a:custGeom>
            <a:avLst/>
            <a:gdLst>
              <a:gd name="connsiteX0" fmla="*/ 0 w 1888637"/>
              <a:gd name="connsiteY0" fmla="*/ 0 h 12726"/>
              <a:gd name="connsiteX1" fmla="*/ 1888637 w 1888637"/>
              <a:gd name="connsiteY1" fmla="*/ 0 h 127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88637" h="12726">
                <a:moveTo>
                  <a:pt x="0" y="0"/>
                </a:moveTo>
                <a:lnTo>
                  <a:pt x="1888637" y="0"/>
                </a:lnTo>
              </a:path>
            </a:pathLst>
          </a:custGeom>
          <a:noFill/>
          <a:ln w="19050" cap="sq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de-CH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721" name="Freeform: Shape 3720">
            <a:extLst>
              <a:ext uri="{FF2B5EF4-FFF2-40B4-BE49-F238E27FC236}">
                <a16:creationId xmlns:a16="http://schemas.microsoft.com/office/drawing/2014/main" id="{79B1744E-C5FC-A391-F423-71F473E57C31}"/>
              </a:ext>
            </a:extLst>
          </p:cNvPr>
          <p:cNvSpPr/>
          <p:nvPr/>
        </p:nvSpPr>
        <p:spPr>
          <a:xfrm>
            <a:off x="3649639" y="1592023"/>
            <a:ext cx="4533238" cy="30546"/>
          </a:xfrm>
          <a:custGeom>
            <a:avLst/>
            <a:gdLst>
              <a:gd name="connsiteX0" fmla="*/ 0 w 1888637"/>
              <a:gd name="connsiteY0" fmla="*/ 0 h 12726"/>
              <a:gd name="connsiteX1" fmla="*/ 1888637 w 1888637"/>
              <a:gd name="connsiteY1" fmla="*/ 0 h 127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88637" h="12726">
                <a:moveTo>
                  <a:pt x="0" y="0"/>
                </a:moveTo>
                <a:lnTo>
                  <a:pt x="1888637" y="0"/>
                </a:lnTo>
              </a:path>
            </a:pathLst>
          </a:custGeom>
          <a:noFill/>
          <a:ln w="19050" cap="sq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de-CH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678" name="TextBox 3677">
            <a:extLst>
              <a:ext uri="{FF2B5EF4-FFF2-40B4-BE49-F238E27FC236}">
                <a16:creationId xmlns:a16="http://schemas.microsoft.com/office/drawing/2014/main" id="{F077479A-13FB-DD4E-67F5-022B259530D2}"/>
              </a:ext>
            </a:extLst>
          </p:cNvPr>
          <p:cNvSpPr txBox="1"/>
          <p:nvPr/>
        </p:nvSpPr>
        <p:spPr>
          <a:xfrm rot="10800000">
            <a:off x="2574127" y="2719925"/>
            <a:ext cx="461665" cy="2980944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de-DE" altLang="zh-CN" dirty="0" err="1">
                <a:latin typeface="Roboto" panose="02000000000000000000" pitchFamily="2" charset="0"/>
                <a:ea typeface="Roboto" panose="02000000000000000000" pitchFamily="2" charset="0"/>
              </a:rPr>
              <a:t>Production</a:t>
            </a:r>
            <a:r>
              <a:rPr lang="de-DE" altLang="zh-CN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altLang="zh-CN" dirty="0" err="1">
                <a:latin typeface="Roboto" panose="02000000000000000000" pitchFamily="2" charset="0"/>
                <a:ea typeface="Roboto" panose="02000000000000000000" pitchFamily="2" charset="0"/>
              </a:rPr>
              <a:t>costs</a:t>
            </a:r>
            <a:r>
              <a:rPr lang="de-DE" altLang="zh-CN" dirty="0">
                <a:latin typeface="Roboto" panose="02000000000000000000" pitchFamily="2" charset="0"/>
                <a:ea typeface="Roboto" panose="02000000000000000000" pitchFamily="2" charset="0"/>
              </a:rPr>
              <a:t> (USD kg</a:t>
            </a:r>
            <a:r>
              <a:rPr lang="de-DE" altLang="zh-CN" baseline="30000" dirty="0">
                <a:latin typeface="Roboto" panose="02000000000000000000" pitchFamily="2" charset="0"/>
                <a:ea typeface="Roboto" panose="02000000000000000000" pitchFamily="2" charset="0"/>
              </a:rPr>
              <a:t>–1</a:t>
            </a:r>
            <a:r>
              <a:rPr lang="de-DE" altLang="zh-CN" dirty="0">
                <a:latin typeface="Roboto" panose="02000000000000000000" pitchFamily="2" charset="0"/>
                <a:ea typeface="Roboto" panose="02000000000000000000" pitchFamily="2" charset="0"/>
              </a:rPr>
              <a:t>)</a:t>
            </a:r>
            <a:endParaRPr lang="de-CH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675" name="TextBox 3674">
            <a:extLst>
              <a:ext uri="{FF2B5EF4-FFF2-40B4-BE49-F238E27FC236}">
                <a16:creationId xmlns:a16="http://schemas.microsoft.com/office/drawing/2014/main" id="{BDB58B14-318E-0967-F77C-8A3972B55745}"/>
              </a:ext>
            </a:extLst>
          </p:cNvPr>
          <p:cNvSpPr txBox="1"/>
          <p:nvPr/>
        </p:nvSpPr>
        <p:spPr>
          <a:xfrm>
            <a:off x="4390932" y="1682841"/>
            <a:ext cx="1029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altLang="zh-CN" dirty="0">
                <a:latin typeface="Roboto" panose="02000000000000000000" pitchFamily="2" charset="0"/>
                <a:ea typeface="Roboto" panose="02000000000000000000" pitchFamily="2" charset="0"/>
              </a:rPr>
              <a:t>Fossil</a:t>
            </a:r>
            <a:endParaRPr lang="en-US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676" name="TextBox 3675">
            <a:extLst>
              <a:ext uri="{FF2B5EF4-FFF2-40B4-BE49-F238E27FC236}">
                <a16:creationId xmlns:a16="http://schemas.microsoft.com/office/drawing/2014/main" id="{7206771C-902F-788D-BD47-2A14C97CF583}"/>
              </a:ext>
            </a:extLst>
          </p:cNvPr>
          <p:cNvSpPr txBox="1"/>
          <p:nvPr/>
        </p:nvSpPr>
        <p:spPr>
          <a:xfrm>
            <a:off x="6574245" y="1682841"/>
            <a:ext cx="1029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altLang="zh-CN" dirty="0">
                <a:latin typeface="Roboto" panose="02000000000000000000" pitchFamily="2" charset="0"/>
                <a:ea typeface="Roboto" panose="02000000000000000000" pitchFamily="2" charset="0"/>
              </a:rPr>
              <a:t>Green</a:t>
            </a:r>
            <a:endParaRPr lang="en-US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3146" name="Picture 3145">
            <a:extLst>
              <a:ext uri="{FF2B5EF4-FFF2-40B4-BE49-F238E27FC236}">
                <a16:creationId xmlns:a16="http://schemas.microsoft.com/office/drawing/2014/main" id="{757A93A1-4BC9-C9E9-437C-49B329F59A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2596" y="7946221"/>
            <a:ext cx="8813052" cy="6750969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2EA5286A-EA8C-A523-FFB2-31E1AD91FF85}"/>
              </a:ext>
            </a:extLst>
          </p:cNvPr>
          <p:cNvGrpSpPr/>
          <p:nvPr/>
        </p:nvGrpSpPr>
        <p:grpSpPr>
          <a:xfrm>
            <a:off x="8114120" y="7959179"/>
            <a:ext cx="8799747" cy="6740778"/>
            <a:chOff x="8967973" y="-30999"/>
            <a:chExt cx="8799747" cy="6740778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319C9205-8FF6-6AAD-A387-FA8F4C97AE5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967973" y="-30999"/>
              <a:ext cx="8799747" cy="6740778"/>
            </a:xfrm>
            <a:prstGeom prst="rect">
              <a:avLst/>
            </a:prstGeom>
          </p:spPr>
        </p:pic>
        <p:sp>
          <p:nvSpPr>
            <p:cNvPr id="301" name="TextBox 300">
              <a:extLst>
                <a:ext uri="{FF2B5EF4-FFF2-40B4-BE49-F238E27FC236}">
                  <a16:creationId xmlns:a16="http://schemas.microsoft.com/office/drawing/2014/main" id="{3D325317-5B61-40F6-37AC-60100EE70FEC}"/>
                </a:ext>
              </a:extLst>
            </p:cNvPr>
            <p:cNvSpPr txBox="1"/>
            <p:nvPr/>
          </p:nvSpPr>
          <p:spPr>
            <a:xfrm rot="19557923">
              <a:off x="11176089" y="1202527"/>
              <a:ext cx="2017978" cy="559576"/>
            </a:xfrm>
            <a:prstGeom prst="rect">
              <a:avLst/>
            </a:prstGeom>
            <a:noFill/>
          </p:spPr>
          <p:txBody>
            <a:bodyPr wrap="square">
              <a:prstTxWarp prst="textArchUp">
                <a:avLst/>
              </a:prstTxWarp>
              <a:spAutoFit/>
            </a:bodyPr>
            <a:lstStyle/>
            <a:p>
              <a:pPr algn="ctr"/>
              <a:r>
                <a:rPr lang="de-DE" altLang="zh-CN" sz="1600" dirty="0" err="1">
                  <a:latin typeface="Roboto" panose="02000000000000000000" pitchFamily="2" charset="0"/>
                  <a:ea typeface="Roboto" panose="02000000000000000000" pitchFamily="2" charset="0"/>
                </a:rPr>
                <a:t>Biochar</a:t>
              </a:r>
              <a:r>
                <a:rPr lang="de-DE" altLang="zh-CN" sz="1600" dirty="0">
                  <a:latin typeface="Roboto" panose="02000000000000000000" pitchFamily="2" charset="0"/>
                  <a:ea typeface="Roboto" panose="02000000000000000000" pitchFamily="2" charset="0"/>
                </a:rPr>
                <a:t> (</a:t>
              </a:r>
              <a:r>
                <a:rPr lang="de-DE" altLang="zh-CN" sz="1600" dirty="0" err="1">
                  <a:latin typeface="Roboto" panose="02000000000000000000" pitchFamily="2" charset="0"/>
                  <a:ea typeface="Roboto" panose="02000000000000000000" pitchFamily="2" charset="0"/>
                </a:rPr>
                <a:t>biomass</a:t>
              </a:r>
              <a:r>
                <a:rPr lang="de-DE" altLang="zh-CN" sz="1600" dirty="0">
                  <a:latin typeface="Roboto" panose="02000000000000000000" pitchFamily="2" charset="0"/>
                  <a:ea typeface="Roboto" panose="02000000000000000000" pitchFamily="2" charset="0"/>
                </a:rPr>
                <a:t>)</a:t>
              </a:r>
              <a:endParaRPr lang="de-CH" sz="1600" u="sng" baseline="-25000" dirty="0">
                <a:latin typeface="Roboto" panose="02000000000000000000" pitchFamily="2" charset="0"/>
                <a:ea typeface="Roboto" panose="02000000000000000000" pitchFamily="2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endParaRPr>
            </a:p>
          </p:txBody>
        </p:sp>
        <p:sp>
          <p:nvSpPr>
            <p:cNvPr id="302" name="TextBox 301">
              <a:extLst>
                <a:ext uri="{FF2B5EF4-FFF2-40B4-BE49-F238E27FC236}">
                  <a16:creationId xmlns:a16="http://schemas.microsoft.com/office/drawing/2014/main" id="{FD9843AD-DC8A-EE51-BCBC-F261CC0047C3}"/>
                </a:ext>
              </a:extLst>
            </p:cNvPr>
            <p:cNvSpPr txBox="1"/>
            <p:nvPr/>
          </p:nvSpPr>
          <p:spPr>
            <a:xfrm rot="4724898">
              <a:off x="10233756" y="3491632"/>
              <a:ext cx="1724580" cy="400110"/>
            </a:xfrm>
            <a:prstGeom prst="rect">
              <a:avLst/>
            </a:prstGeom>
            <a:noFill/>
          </p:spPr>
          <p:txBody>
            <a:bodyPr wrap="square">
              <a:prstTxWarp prst="textArchDown">
                <a:avLst/>
              </a:prstTxWarp>
              <a:spAutoFit/>
            </a:bodyPr>
            <a:lstStyle/>
            <a:p>
              <a:pPr algn="ctr"/>
              <a:r>
                <a:rPr lang="de-DE" altLang="zh-CN" sz="1600" dirty="0">
                  <a:latin typeface="Roboto" panose="02000000000000000000" pitchFamily="2" charset="0"/>
                  <a:ea typeface="Roboto" panose="02000000000000000000" pitchFamily="2" charset="0"/>
                </a:rPr>
                <a:t>Biogas</a:t>
              </a:r>
              <a:endParaRPr lang="de-CH" sz="1600" u="sng" baseline="-25000" dirty="0">
                <a:latin typeface="Roboto" panose="02000000000000000000" pitchFamily="2" charset="0"/>
                <a:ea typeface="Roboto" panose="02000000000000000000" pitchFamily="2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endParaRPr>
            </a:p>
          </p:txBody>
        </p:sp>
        <p:sp>
          <p:nvSpPr>
            <p:cNvPr id="303" name="TextBox 302">
              <a:extLst>
                <a:ext uri="{FF2B5EF4-FFF2-40B4-BE49-F238E27FC236}">
                  <a16:creationId xmlns:a16="http://schemas.microsoft.com/office/drawing/2014/main" id="{BC27F9D9-9D21-5A72-F9BE-C04C6C270643}"/>
                </a:ext>
              </a:extLst>
            </p:cNvPr>
            <p:cNvSpPr txBox="1"/>
            <p:nvPr/>
          </p:nvSpPr>
          <p:spPr>
            <a:xfrm rot="2312251">
              <a:off x="11105843" y="4988048"/>
              <a:ext cx="1724580" cy="400110"/>
            </a:xfrm>
            <a:prstGeom prst="rect">
              <a:avLst/>
            </a:prstGeom>
            <a:noFill/>
          </p:spPr>
          <p:txBody>
            <a:bodyPr wrap="square">
              <a:prstTxWarp prst="textArchDown">
                <a:avLst/>
              </a:prstTxWarp>
              <a:spAutoFit/>
            </a:bodyPr>
            <a:lstStyle/>
            <a:p>
              <a:pPr algn="ctr"/>
              <a:r>
                <a:rPr lang="de-DE" altLang="zh-CN" sz="1600" dirty="0">
                  <a:latin typeface="Roboto" panose="02000000000000000000" pitchFamily="2" charset="0"/>
                  <a:ea typeface="Roboto" panose="02000000000000000000" pitchFamily="2" charset="0"/>
                </a:rPr>
                <a:t>CO</a:t>
              </a:r>
              <a:r>
                <a:rPr lang="de-DE" altLang="zh-CN" sz="1600" baseline="-25000" dirty="0">
                  <a:latin typeface="Roboto" panose="02000000000000000000" pitchFamily="2" charset="0"/>
                  <a:ea typeface="Roboto" panose="02000000000000000000" pitchFamily="2" charset="0"/>
                </a:rPr>
                <a:t>2</a:t>
              </a:r>
              <a:endParaRPr lang="de-CH" sz="1600" u="sng" baseline="-25000" dirty="0">
                <a:latin typeface="Roboto" panose="02000000000000000000" pitchFamily="2" charset="0"/>
                <a:ea typeface="Roboto" panose="02000000000000000000" pitchFamily="2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endParaRPr>
            </a:p>
          </p:txBody>
        </p:sp>
        <p:sp>
          <p:nvSpPr>
            <p:cNvPr id="304" name="TextBox 303">
              <a:extLst>
                <a:ext uri="{FF2B5EF4-FFF2-40B4-BE49-F238E27FC236}">
                  <a16:creationId xmlns:a16="http://schemas.microsoft.com/office/drawing/2014/main" id="{256503DE-ED8C-833F-24B9-47728B8BC948}"/>
                </a:ext>
              </a:extLst>
            </p:cNvPr>
            <p:cNvSpPr txBox="1"/>
            <p:nvPr/>
          </p:nvSpPr>
          <p:spPr>
            <a:xfrm rot="815735">
              <a:off x="11998290" y="5419382"/>
              <a:ext cx="1724580" cy="400110"/>
            </a:xfrm>
            <a:prstGeom prst="rect">
              <a:avLst/>
            </a:prstGeom>
            <a:noFill/>
          </p:spPr>
          <p:txBody>
            <a:bodyPr wrap="square">
              <a:prstTxWarp prst="textArchDown">
                <a:avLst/>
              </a:prstTxWarp>
              <a:spAutoFit/>
            </a:bodyPr>
            <a:lstStyle/>
            <a:p>
              <a:pPr algn="ctr"/>
              <a:r>
                <a:rPr lang="de-DE" altLang="zh-CN" sz="1600" dirty="0" err="1">
                  <a:latin typeface="Roboto" panose="02000000000000000000" pitchFamily="2" charset="0"/>
                  <a:ea typeface="Roboto" panose="02000000000000000000" pitchFamily="2" charset="0"/>
                </a:rPr>
                <a:t>Plastic</a:t>
              </a:r>
              <a:endParaRPr lang="de-CH" sz="1600" u="sng" baseline="-25000" dirty="0">
                <a:latin typeface="Roboto" panose="02000000000000000000" pitchFamily="2" charset="0"/>
                <a:ea typeface="Roboto" panose="02000000000000000000" pitchFamily="2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endParaRPr>
            </a:p>
          </p:txBody>
        </p:sp>
        <p:sp>
          <p:nvSpPr>
            <p:cNvPr id="305" name="TextBox 304">
              <a:extLst>
                <a:ext uri="{FF2B5EF4-FFF2-40B4-BE49-F238E27FC236}">
                  <a16:creationId xmlns:a16="http://schemas.microsoft.com/office/drawing/2014/main" id="{24723701-4C24-CA93-50DA-519B97A4D497}"/>
                </a:ext>
              </a:extLst>
            </p:cNvPr>
            <p:cNvSpPr txBox="1"/>
            <p:nvPr/>
          </p:nvSpPr>
          <p:spPr>
            <a:xfrm rot="21098919">
              <a:off x="12938317" y="5424550"/>
              <a:ext cx="1724580" cy="400110"/>
            </a:xfrm>
            <a:prstGeom prst="rect">
              <a:avLst/>
            </a:prstGeom>
            <a:noFill/>
          </p:spPr>
          <p:txBody>
            <a:bodyPr wrap="square">
              <a:prstTxWarp prst="textArchDown">
                <a:avLst/>
              </a:prstTxWarp>
              <a:spAutoFit/>
            </a:bodyPr>
            <a:lstStyle/>
            <a:p>
              <a:pPr algn="ctr"/>
              <a:r>
                <a:rPr lang="de-DE" altLang="zh-CN" sz="1600" dirty="0">
                  <a:latin typeface="Roboto" panose="02000000000000000000" pitchFamily="2" charset="0"/>
                  <a:ea typeface="Roboto" panose="02000000000000000000" pitchFamily="2" charset="0"/>
                </a:rPr>
                <a:t>CaC</a:t>
              </a:r>
              <a:r>
                <a:rPr lang="de-DE" altLang="zh-CN" sz="1600" baseline="-25000" dirty="0">
                  <a:latin typeface="Roboto" panose="02000000000000000000" pitchFamily="2" charset="0"/>
                  <a:ea typeface="Roboto" panose="02000000000000000000" pitchFamily="2" charset="0"/>
                </a:rPr>
                <a:t>2</a:t>
              </a:r>
              <a:endParaRPr lang="de-CH" sz="1600" u="sng" baseline="-25000" dirty="0">
                <a:latin typeface="Roboto" panose="02000000000000000000" pitchFamily="2" charset="0"/>
                <a:ea typeface="Roboto" panose="02000000000000000000" pitchFamily="2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endParaRPr>
            </a:p>
          </p:txBody>
        </p:sp>
        <p:sp>
          <p:nvSpPr>
            <p:cNvPr id="306" name="TextBox 305">
              <a:extLst>
                <a:ext uri="{FF2B5EF4-FFF2-40B4-BE49-F238E27FC236}">
                  <a16:creationId xmlns:a16="http://schemas.microsoft.com/office/drawing/2014/main" id="{F941076E-6553-2510-025A-BC0A70078F3A}"/>
                </a:ext>
              </a:extLst>
            </p:cNvPr>
            <p:cNvSpPr txBox="1"/>
            <p:nvPr/>
          </p:nvSpPr>
          <p:spPr>
            <a:xfrm rot="18382485">
              <a:off x="14442310" y="4481388"/>
              <a:ext cx="1724580" cy="400110"/>
            </a:xfrm>
            <a:prstGeom prst="rect">
              <a:avLst/>
            </a:prstGeom>
            <a:noFill/>
          </p:spPr>
          <p:txBody>
            <a:bodyPr wrap="square">
              <a:prstTxWarp prst="textArchDown">
                <a:avLst/>
              </a:prstTxWarp>
              <a:spAutoFit/>
            </a:bodyPr>
            <a:lstStyle/>
            <a:p>
              <a:pPr algn="ctr"/>
              <a:r>
                <a:rPr lang="de-DE" altLang="zh-CN" sz="1600" dirty="0">
                  <a:latin typeface="Roboto" panose="02000000000000000000" pitchFamily="2" charset="0"/>
                  <a:ea typeface="Roboto" panose="02000000000000000000" pitchFamily="2" charset="0"/>
                </a:rPr>
                <a:t>Plasma</a:t>
              </a:r>
              <a:endParaRPr lang="de-CH" sz="1600" u="sng" baseline="-25000" dirty="0">
                <a:latin typeface="Roboto" panose="02000000000000000000" pitchFamily="2" charset="0"/>
                <a:ea typeface="Roboto" panose="02000000000000000000" pitchFamily="2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endParaRPr>
            </a:p>
          </p:txBody>
        </p:sp>
        <p:sp>
          <p:nvSpPr>
            <p:cNvPr id="308" name="TextBox 307">
              <a:extLst>
                <a:ext uri="{FF2B5EF4-FFF2-40B4-BE49-F238E27FC236}">
                  <a16:creationId xmlns:a16="http://schemas.microsoft.com/office/drawing/2014/main" id="{519D3564-365A-57EA-7139-871F0AFFDCCB}"/>
                </a:ext>
              </a:extLst>
            </p:cNvPr>
            <p:cNvSpPr txBox="1"/>
            <p:nvPr/>
          </p:nvSpPr>
          <p:spPr>
            <a:xfrm rot="4844531">
              <a:off x="14825425" y="2751464"/>
              <a:ext cx="1724580" cy="400110"/>
            </a:xfrm>
            <a:prstGeom prst="rect">
              <a:avLst/>
            </a:prstGeom>
            <a:noFill/>
          </p:spPr>
          <p:txBody>
            <a:bodyPr wrap="square">
              <a:prstTxWarp prst="textArchUp">
                <a:avLst/>
              </a:prstTxWarp>
              <a:spAutoFit/>
            </a:bodyPr>
            <a:lstStyle/>
            <a:p>
              <a:pPr algn="ctr"/>
              <a:r>
                <a:rPr lang="de-DE" altLang="zh-CN" sz="1600" dirty="0">
                  <a:latin typeface="Roboto" panose="02000000000000000000" pitchFamily="2" charset="0"/>
                  <a:ea typeface="Roboto" panose="02000000000000000000" pitchFamily="2" charset="0"/>
                </a:rPr>
                <a:t>Cycle</a:t>
              </a:r>
              <a:endParaRPr lang="de-CH" sz="1600" u="sng" baseline="-25000" dirty="0">
                <a:latin typeface="Roboto" panose="02000000000000000000" pitchFamily="2" charset="0"/>
                <a:ea typeface="Roboto" panose="02000000000000000000" pitchFamily="2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endParaRPr>
            </a:p>
          </p:txBody>
        </p:sp>
        <p:sp>
          <p:nvSpPr>
            <p:cNvPr id="309" name="TextBox 308">
              <a:extLst>
                <a:ext uri="{FF2B5EF4-FFF2-40B4-BE49-F238E27FC236}">
                  <a16:creationId xmlns:a16="http://schemas.microsoft.com/office/drawing/2014/main" id="{7B0387CD-7620-7321-906A-D7C623EAE229}"/>
                </a:ext>
              </a:extLst>
            </p:cNvPr>
            <p:cNvSpPr txBox="1"/>
            <p:nvPr/>
          </p:nvSpPr>
          <p:spPr>
            <a:xfrm rot="3106424">
              <a:off x="14217299" y="1572790"/>
              <a:ext cx="1724580" cy="400110"/>
            </a:xfrm>
            <a:prstGeom prst="rect">
              <a:avLst/>
            </a:prstGeom>
            <a:noFill/>
          </p:spPr>
          <p:txBody>
            <a:bodyPr wrap="square">
              <a:prstTxWarp prst="textArchUp">
                <a:avLst/>
              </a:prstTxWarp>
              <a:spAutoFit/>
            </a:bodyPr>
            <a:lstStyle/>
            <a:p>
              <a:pPr algn="ctr"/>
              <a:r>
                <a:rPr lang="de-DE" altLang="zh-CN" sz="1600" dirty="0">
                  <a:latin typeface="Roboto" panose="02000000000000000000" pitchFamily="2" charset="0"/>
                  <a:ea typeface="Roboto" panose="02000000000000000000" pitchFamily="2" charset="0"/>
                </a:rPr>
                <a:t>TP</a:t>
              </a:r>
              <a:endParaRPr lang="de-CH" sz="1600" u="sng" baseline="-25000" dirty="0">
                <a:latin typeface="Roboto" panose="02000000000000000000" pitchFamily="2" charset="0"/>
                <a:ea typeface="Roboto" panose="02000000000000000000" pitchFamily="2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endParaRPr>
            </a:p>
          </p:txBody>
        </p:sp>
        <p:sp>
          <p:nvSpPr>
            <p:cNvPr id="310" name="TextBox 309">
              <a:extLst>
                <a:ext uri="{FF2B5EF4-FFF2-40B4-BE49-F238E27FC236}">
                  <a16:creationId xmlns:a16="http://schemas.microsoft.com/office/drawing/2014/main" id="{9C9DE316-26B6-84AA-3443-334A12F4788A}"/>
                </a:ext>
              </a:extLst>
            </p:cNvPr>
            <p:cNvSpPr txBox="1"/>
            <p:nvPr/>
          </p:nvSpPr>
          <p:spPr>
            <a:xfrm rot="977148">
              <a:off x="13040406" y="900527"/>
              <a:ext cx="1724580" cy="400110"/>
            </a:xfrm>
            <a:prstGeom prst="rect">
              <a:avLst/>
            </a:prstGeom>
            <a:noFill/>
          </p:spPr>
          <p:txBody>
            <a:bodyPr wrap="square">
              <a:prstTxWarp prst="textArchUp">
                <a:avLst/>
              </a:prstTxWarp>
              <a:spAutoFit/>
            </a:bodyPr>
            <a:lstStyle/>
            <a:p>
              <a:pPr algn="ctr"/>
              <a:r>
                <a:rPr lang="de-DE" altLang="zh-CN" sz="1600" dirty="0">
                  <a:latin typeface="Roboto" panose="02000000000000000000" pitchFamily="2" charset="0"/>
                  <a:ea typeface="Roboto" panose="02000000000000000000" pitchFamily="2" charset="0"/>
                </a:rPr>
                <a:t>PC</a:t>
              </a:r>
              <a:endParaRPr lang="de-CH" sz="1600" u="sng" baseline="-25000" dirty="0">
                <a:latin typeface="Roboto" panose="02000000000000000000" pitchFamily="2" charset="0"/>
                <a:ea typeface="Roboto" panose="02000000000000000000" pitchFamily="2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endParaRPr>
            </a:p>
          </p:txBody>
        </p:sp>
      </p:grpSp>
      <p:sp>
        <p:nvSpPr>
          <p:cNvPr id="283" name="TextBox 282">
            <a:extLst>
              <a:ext uri="{FF2B5EF4-FFF2-40B4-BE49-F238E27FC236}">
                <a16:creationId xmlns:a16="http://schemas.microsoft.com/office/drawing/2014/main" id="{E7BD62F3-29D8-D48A-F5F0-D001313962B0}"/>
              </a:ext>
            </a:extLst>
          </p:cNvPr>
          <p:cNvSpPr txBox="1"/>
          <p:nvPr/>
        </p:nvSpPr>
        <p:spPr>
          <a:xfrm rot="18382171">
            <a:off x="3255783" y="9648749"/>
            <a:ext cx="1519748" cy="400110"/>
          </a:xfrm>
          <a:prstGeom prst="rect">
            <a:avLst/>
          </a:prstGeom>
          <a:noFill/>
        </p:spPr>
        <p:txBody>
          <a:bodyPr wrap="square">
            <a:prstTxWarp prst="textArchUp">
              <a:avLst/>
            </a:prstTxWarp>
            <a:spAutoFit/>
          </a:bodyPr>
          <a:lstStyle/>
          <a:p>
            <a:pPr algn="ctr"/>
            <a:r>
              <a:rPr lang="de-DE" altLang="zh-CN" sz="1600" dirty="0">
                <a:latin typeface="Roboto" panose="02000000000000000000" pitchFamily="2" charset="0"/>
                <a:ea typeface="Roboto" panose="02000000000000000000" pitchFamily="2" charset="0"/>
              </a:rPr>
              <a:t>Coal</a:t>
            </a:r>
            <a:endParaRPr lang="de-CH" sz="1600" u="sng" baseline="-25000" dirty="0">
              <a:latin typeface="Roboto" panose="02000000000000000000" pitchFamily="2" charset="0"/>
              <a:ea typeface="Roboto" panose="02000000000000000000" pitchFamily="2" charset="0"/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284" name="TextBox 283">
            <a:extLst>
              <a:ext uri="{FF2B5EF4-FFF2-40B4-BE49-F238E27FC236}">
                <a16:creationId xmlns:a16="http://schemas.microsoft.com/office/drawing/2014/main" id="{25203A25-6A31-992B-3291-604EA82D7790}"/>
              </a:ext>
            </a:extLst>
          </p:cNvPr>
          <p:cNvSpPr txBox="1"/>
          <p:nvPr/>
        </p:nvSpPr>
        <p:spPr>
          <a:xfrm rot="2891249">
            <a:off x="3158910" y="12689015"/>
            <a:ext cx="1735066" cy="400110"/>
          </a:xfrm>
          <a:prstGeom prst="rect">
            <a:avLst/>
          </a:prstGeom>
          <a:noFill/>
        </p:spPr>
        <p:txBody>
          <a:bodyPr wrap="square">
            <a:prstTxWarp prst="textArchDown">
              <a:avLst/>
            </a:prstTxWarp>
            <a:spAutoFit/>
          </a:bodyPr>
          <a:lstStyle/>
          <a:p>
            <a:pPr algn="ctr"/>
            <a:r>
              <a:rPr lang="de-DE" altLang="zh-CN" sz="1600" dirty="0">
                <a:latin typeface="Roboto" panose="02000000000000000000" pitchFamily="2" charset="0"/>
                <a:ea typeface="Roboto" panose="02000000000000000000" pitchFamily="2" charset="0"/>
              </a:rPr>
              <a:t>Natural gas</a:t>
            </a:r>
            <a:endParaRPr lang="de-CH" sz="1600" u="sng" baseline="-25000" dirty="0">
              <a:latin typeface="Roboto" panose="02000000000000000000" pitchFamily="2" charset="0"/>
              <a:ea typeface="Roboto" panose="02000000000000000000" pitchFamily="2" charset="0"/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285" name="TextBox 284">
            <a:extLst>
              <a:ext uri="{FF2B5EF4-FFF2-40B4-BE49-F238E27FC236}">
                <a16:creationId xmlns:a16="http://schemas.microsoft.com/office/drawing/2014/main" id="{CD68DFFD-15B0-8BB5-4B7F-3452686C9460}"/>
              </a:ext>
            </a:extLst>
          </p:cNvPr>
          <p:cNvSpPr txBox="1"/>
          <p:nvPr/>
        </p:nvSpPr>
        <p:spPr>
          <a:xfrm rot="699397">
            <a:off x="4558766" y="13413109"/>
            <a:ext cx="1519748" cy="400110"/>
          </a:xfrm>
          <a:prstGeom prst="rect">
            <a:avLst/>
          </a:prstGeom>
          <a:noFill/>
        </p:spPr>
        <p:txBody>
          <a:bodyPr wrap="square">
            <a:prstTxWarp prst="textArchDown">
              <a:avLst/>
            </a:prstTxWarp>
            <a:spAutoFit/>
          </a:bodyPr>
          <a:lstStyle/>
          <a:p>
            <a:pPr algn="ctr"/>
            <a:r>
              <a:rPr lang="de-DE" altLang="zh-CN" sz="1600" dirty="0">
                <a:latin typeface="Roboto" panose="02000000000000000000" pitchFamily="2" charset="0"/>
                <a:ea typeface="Roboto" panose="02000000000000000000" pitchFamily="2" charset="0"/>
              </a:rPr>
              <a:t>Oil</a:t>
            </a:r>
            <a:endParaRPr lang="de-CH" sz="1600" u="sng" baseline="-25000" dirty="0">
              <a:latin typeface="Roboto" panose="02000000000000000000" pitchFamily="2" charset="0"/>
              <a:ea typeface="Roboto" panose="02000000000000000000" pitchFamily="2" charset="0"/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286" name="TextBox 285">
            <a:extLst>
              <a:ext uri="{FF2B5EF4-FFF2-40B4-BE49-F238E27FC236}">
                <a16:creationId xmlns:a16="http://schemas.microsoft.com/office/drawing/2014/main" id="{902CD34A-6725-ECD2-7600-636964728661}"/>
              </a:ext>
            </a:extLst>
          </p:cNvPr>
          <p:cNvSpPr txBox="1"/>
          <p:nvPr/>
        </p:nvSpPr>
        <p:spPr>
          <a:xfrm rot="430065">
            <a:off x="5363103" y="8833862"/>
            <a:ext cx="1519748" cy="400110"/>
          </a:xfrm>
          <a:prstGeom prst="rect">
            <a:avLst/>
          </a:prstGeom>
          <a:noFill/>
        </p:spPr>
        <p:txBody>
          <a:bodyPr wrap="square">
            <a:prstTxWarp prst="textArchUp">
              <a:avLst/>
            </a:prstTxWarp>
            <a:spAutoFit/>
          </a:bodyPr>
          <a:lstStyle/>
          <a:p>
            <a:pPr algn="ctr"/>
            <a:r>
              <a:rPr lang="de-DE" altLang="zh-CN" sz="1600" dirty="0">
                <a:latin typeface="Roboto" panose="02000000000000000000" pitchFamily="2" charset="0"/>
                <a:ea typeface="Roboto" panose="02000000000000000000" pitchFamily="2" charset="0"/>
              </a:rPr>
              <a:t>Plasma</a:t>
            </a:r>
            <a:endParaRPr lang="de-CH" sz="1600" u="sng" baseline="-25000" dirty="0">
              <a:latin typeface="Roboto" panose="02000000000000000000" pitchFamily="2" charset="0"/>
              <a:ea typeface="Roboto" panose="02000000000000000000" pitchFamily="2" charset="0"/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287" name="TextBox 286">
            <a:extLst>
              <a:ext uri="{FF2B5EF4-FFF2-40B4-BE49-F238E27FC236}">
                <a16:creationId xmlns:a16="http://schemas.microsoft.com/office/drawing/2014/main" id="{677DBF25-F792-9701-0EFC-DA1560950AA6}"/>
              </a:ext>
            </a:extLst>
          </p:cNvPr>
          <p:cNvSpPr txBox="1"/>
          <p:nvPr/>
        </p:nvSpPr>
        <p:spPr>
          <a:xfrm rot="1598380">
            <a:off x="5943251" y="9028100"/>
            <a:ext cx="1519748" cy="400110"/>
          </a:xfrm>
          <a:prstGeom prst="rect">
            <a:avLst/>
          </a:prstGeom>
          <a:noFill/>
        </p:spPr>
        <p:txBody>
          <a:bodyPr wrap="square">
            <a:prstTxWarp prst="textArchUp">
              <a:avLst/>
            </a:prstTxWarp>
            <a:spAutoFit/>
          </a:bodyPr>
          <a:lstStyle/>
          <a:p>
            <a:pPr algn="ctr"/>
            <a:r>
              <a:rPr lang="de-DE" altLang="zh-CN" sz="1600" dirty="0">
                <a:latin typeface="Roboto" panose="02000000000000000000" pitchFamily="2" charset="0"/>
                <a:ea typeface="Roboto" panose="02000000000000000000" pitchFamily="2" charset="0"/>
              </a:rPr>
              <a:t>TP</a:t>
            </a:r>
            <a:endParaRPr lang="de-CH" sz="1600" u="sng" baseline="-25000" dirty="0">
              <a:latin typeface="Roboto" panose="02000000000000000000" pitchFamily="2" charset="0"/>
              <a:ea typeface="Roboto" panose="02000000000000000000" pitchFamily="2" charset="0"/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288" name="TextBox 287">
            <a:extLst>
              <a:ext uri="{FF2B5EF4-FFF2-40B4-BE49-F238E27FC236}">
                <a16:creationId xmlns:a16="http://schemas.microsoft.com/office/drawing/2014/main" id="{E6A5B833-8998-5456-6F71-EF76AF8E7A4C}"/>
              </a:ext>
            </a:extLst>
          </p:cNvPr>
          <p:cNvSpPr txBox="1"/>
          <p:nvPr/>
        </p:nvSpPr>
        <p:spPr>
          <a:xfrm rot="3576335">
            <a:off x="6502058" y="9947685"/>
            <a:ext cx="2451295" cy="430896"/>
          </a:xfrm>
          <a:prstGeom prst="rect">
            <a:avLst/>
          </a:prstGeom>
          <a:noFill/>
        </p:spPr>
        <p:txBody>
          <a:bodyPr wrap="square">
            <a:prstTxWarp prst="textArchUp">
              <a:avLst/>
            </a:prstTxWarp>
            <a:spAutoFit/>
          </a:bodyPr>
          <a:lstStyle/>
          <a:p>
            <a:pPr algn="ctr"/>
            <a:r>
              <a:rPr lang="de-DE" altLang="zh-CN" sz="1600" dirty="0">
                <a:latin typeface="Roboto" panose="02000000000000000000" pitchFamily="2" charset="0"/>
                <a:ea typeface="Roboto" panose="02000000000000000000" pitchFamily="2" charset="0"/>
              </a:rPr>
              <a:t>PC</a:t>
            </a:r>
            <a:endParaRPr lang="de-CH" sz="1600" u="sng" baseline="-25000" dirty="0">
              <a:latin typeface="Roboto" panose="02000000000000000000" pitchFamily="2" charset="0"/>
              <a:ea typeface="Roboto" panose="02000000000000000000" pitchFamily="2" charset="0"/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289" name="TextBox 288">
            <a:extLst>
              <a:ext uri="{FF2B5EF4-FFF2-40B4-BE49-F238E27FC236}">
                <a16:creationId xmlns:a16="http://schemas.microsoft.com/office/drawing/2014/main" id="{E9C8799E-B9F3-B616-9C67-1229256C090C}"/>
              </a:ext>
            </a:extLst>
          </p:cNvPr>
          <p:cNvSpPr txBox="1"/>
          <p:nvPr/>
        </p:nvSpPr>
        <p:spPr>
          <a:xfrm rot="18690039">
            <a:off x="6712161" y="12711440"/>
            <a:ext cx="1519748" cy="400110"/>
          </a:xfrm>
          <a:prstGeom prst="rect">
            <a:avLst/>
          </a:prstGeom>
          <a:noFill/>
        </p:spPr>
        <p:txBody>
          <a:bodyPr wrap="square">
            <a:prstTxWarp prst="textArchDown">
              <a:avLst/>
            </a:prstTxWarp>
            <a:spAutoFit/>
          </a:bodyPr>
          <a:lstStyle/>
          <a:p>
            <a:pPr algn="ctr"/>
            <a:r>
              <a:rPr lang="de-DE" altLang="zh-CN" sz="1600" dirty="0">
                <a:latin typeface="Roboto" panose="02000000000000000000" pitchFamily="2" charset="0"/>
                <a:ea typeface="Roboto" panose="02000000000000000000" pitchFamily="2" charset="0"/>
              </a:rPr>
              <a:t>CaC</a:t>
            </a:r>
            <a:r>
              <a:rPr lang="de-DE" altLang="zh-CN" sz="1600" baseline="-25000" dirty="0">
                <a:latin typeface="Roboto" panose="02000000000000000000" pitchFamily="2" charset="0"/>
                <a:ea typeface="Roboto" panose="02000000000000000000" pitchFamily="2" charset="0"/>
              </a:rPr>
              <a:t>2</a:t>
            </a:r>
            <a:endParaRPr lang="de-CH" sz="1600" u="sng" baseline="-25000" dirty="0">
              <a:latin typeface="Roboto" panose="02000000000000000000" pitchFamily="2" charset="0"/>
              <a:ea typeface="Roboto" panose="02000000000000000000" pitchFamily="2" charset="0"/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291" name="TextBox 290">
            <a:extLst>
              <a:ext uri="{FF2B5EF4-FFF2-40B4-BE49-F238E27FC236}">
                <a16:creationId xmlns:a16="http://schemas.microsoft.com/office/drawing/2014/main" id="{B8423754-3F2B-197E-5FFC-2969B05DCB14}"/>
              </a:ext>
            </a:extLst>
          </p:cNvPr>
          <p:cNvSpPr txBox="1"/>
          <p:nvPr/>
        </p:nvSpPr>
        <p:spPr>
          <a:xfrm>
            <a:off x="1741079" y="8331064"/>
            <a:ext cx="72925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altLang="zh-CN" sz="2200" b="1" dirty="0">
                <a:latin typeface="Roboto" panose="02000000000000000000" pitchFamily="2" charset="0"/>
                <a:ea typeface="Roboto" panose="02000000000000000000" pitchFamily="2" charset="0"/>
              </a:rPr>
              <a:t>c</a:t>
            </a:r>
            <a:endParaRPr lang="de-CH" sz="2200" b="1" u="sng" baseline="-25000" dirty="0">
              <a:latin typeface="Roboto" panose="02000000000000000000" pitchFamily="2" charset="0"/>
              <a:ea typeface="Roboto" panose="02000000000000000000" pitchFamily="2" charset="0"/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292" name="TextBox 291">
            <a:extLst>
              <a:ext uri="{FF2B5EF4-FFF2-40B4-BE49-F238E27FC236}">
                <a16:creationId xmlns:a16="http://schemas.microsoft.com/office/drawing/2014/main" id="{935E93C9-7C2B-BB42-6D85-9CE17650346A}"/>
              </a:ext>
            </a:extLst>
          </p:cNvPr>
          <p:cNvSpPr txBox="1"/>
          <p:nvPr/>
        </p:nvSpPr>
        <p:spPr>
          <a:xfrm>
            <a:off x="9296122" y="8331064"/>
            <a:ext cx="37701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altLang="zh-CN" sz="2200" b="1" dirty="0">
                <a:latin typeface="Roboto" panose="02000000000000000000" pitchFamily="2" charset="0"/>
                <a:ea typeface="Roboto" panose="02000000000000000000" pitchFamily="2" charset="0"/>
              </a:rPr>
              <a:t>d</a:t>
            </a:r>
            <a:endParaRPr lang="de-CH" sz="2200" b="1" u="sng" baseline="-25000" dirty="0">
              <a:latin typeface="Roboto" panose="02000000000000000000" pitchFamily="2" charset="0"/>
              <a:ea typeface="Roboto" panose="02000000000000000000" pitchFamily="2" charset="0"/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293" name="TextBox 292">
            <a:extLst>
              <a:ext uri="{FF2B5EF4-FFF2-40B4-BE49-F238E27FC236}">
                <a16:creationId xmlns:a16="http://schemas.microsoft.com/office/drawing/2014/main" id="{79F7654F-A5B4-5B53-3807-5CF4BEC1132A}"/>
              </a:ext>
            </a:extLst>
          </p:cNvPr>
          <p:cNvSpPr txBox="1"/>
          <p:nvPr/>
        </p:nvSpPr>
        <p:spPr>
          <a:xfrm>
            <a:off x="1741082" y="14034555"/>
            <a:ext cx="72925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200" b="1" dirty="0">
                <a:latin typeface="Roboto" panose="02000000000000000000" pitchFamily="2" charset="0"/>
                <a:ea typeface="Roboto" panose="02000000000000000000" pitchFamily="2" charset="0"/>
              </a:rPr>
              <a:t>e</a:t>
            </a:r>
            <a:endParaRPr lang="de-CH" sz="2200" b="1" u="sng" baseline="-25000" dirty="0">
              <a:latin typeface="Roboto" panose="02000000000000000000" pitchFamily="2" charset="0"/>
              <a:ea typeface="Roboto" panose="02000000000000000000" pitchFamily="2" charset="0"/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294" name="TextBox 293">
            <a:extLst>
              <a:ext uri="{FF2B5EF4-FFF2-40B4-BE49-F238E27FC236}">
                <a16:creationId xmlns:a16="http://schemas.microsoft.com/office/drawing/2014/main" id="{F9B43171-874A-D291-8CAC-78F08F0504FE}"/>
              </a:ext>
            </a:extLst>
          </p:cNvPr>
          <p:cNvSpPr txBox="1"/>
          <p:nvPr/>
        </p:nvSpPr>
        <p:spPr>
          <a:xfrm>
            <a:off x="9120007" y="14054150"/>
            <a:ext cx="72925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altLang="zh-CN" sz="2200" b="1" dirty="0">
                <a:latin typeface="Roboto" panose="02000000000000000000" pitchFamily="2" charset="0"/>
                <a:ea typeface="Roboto" panose="02000000000000000000" pitchFamily="2" charset="0"/>
              </a:rPr>
              <a:t>f</a:t>
            </a:r>
            <a:endParaRPr lang="de-CH" sz="2200" b="1" u="sng" baseline="-25000" dirty="0">
              <a:latin typeface="Roboto" panose="02000000000000000000" pitchFamily="2" charset="0"/>
              <a:ea typeface="Roboto" panose="02000000000000000000" pitchFamily="2" charset="0"/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grpSp>
        <p:nvGrpSpPr>
          <p:cNvPr id="3368" name="Group 3367">
            <a:extLst>
              <a:ext uri="{FF2B5EF4-FFF2-40B4-BE49-F238E27FC236}">
                <a16:creationId xmlns:a16="http://schemas.microsoft.com/office/drawing/2014/main" id="{AB8C25CA-9127-22F2-46C1-A98B63875375}"/>
              </a:ext>
            </a:extLst>
          </p:cNvPr>
          <p:cNvGrpSpPr/>
          <p:nvPr/>
        </p:nvGrpSpPr>
        <p:grpSpPr>
          <a:xfrm>
            <a:off x="4592153" y="7295289"/>
            <a:ext cx="8821523" cy="735080"/>
            <a:chOff x="4258325" y="7483975"/>
            <a:chExt cx="8821523" cy="735080"/>
          </a:xfrm>
        </p:grpSpPr>
        <p:grpSp>
          <p:nvGrpSpPr>
            <p:cNvPr id="265" name="Graphic 4">
              <a:extLst>
                <a:ext uri="{FF2B5EF4-FFF2-40B4-BE49-F238E27FC236}">
                  <a16:creationId xmlns:a16="http://schemas.microsoft.com/office/drawing/2014/main" id="{138B6484-F691-31B5-183F-70CFE6681724}"/>
                </a:ext>
              </a:extLst>
            </p:cNvPr>
            <p:cNvGrpSpPr/>
            <p:nvPr/>
          </p:nvGrpSpPr>
          <p:grpSpPr>
            <a:xfrm>
              <a:off x="4258325" y="7574549"/>
              <a:ext cx="481644" cy="211432"/>
              <a:chOff x="1756450" y="5103347"/>
              <a:chExt cx="372420" cy="163485"/>
            </a:xfrm>
          </p:grpSpPr>
          <p:sp>
            <p:nvSpPr>
              <p:cNvPr id="3338" name="Freeform: Shape 3337">
                <a:extLst>
                  <a:ext uri="{FF2B5EF4-FFF2-40B4-BE49-F238E27FC236}">
                    <a16:creationId xmlns:a16="http://schemas.microsoft.com/office/drawing/2014/main" id="{7987086F-6EBF-10FC-A5A8-9F8AC3916481}"/>
                  </a:ext>
                </a:extLst>
              </p:cNvPr>
              <p:cNvSpPr/>
              <p:nvPr/>
            </p:nvSpPr>
            <p:spPr>
              <a:xfrm>
                <a:off x="1756450" y="5185089"/>
                <a:ext cx="372420" cy="23355"/>
              </a:xfrm>
              <a:custGeom>
                <a:avLst/>
                <a:gdLst>
                  <a:gd name="connsiteX0" fmla="*/ 0 w 372420"/>
                  <a:gd name="connsiteY0" fmla="*/ 0 h 23355"/>
                  <a:gd name="connsiteX1" fmla="*/ 186210 w 372420"/>
                  <a:gd name="connsiteY1" fmla="*/ 0 h 23355"/>
                  <a:gd name="connsiteX2" fmla="*/ 372421 w 372420"/>
                  <a:gd name="connsiteY2" fmla="*/ 0 h 233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72420" h="23355">
                    <a:moveTo>
                      <a:pt x="0" y="0"/>
                    </a:moveTo>
                    <a:lnTo>
                      <a:pt x="186210" y="0"/>
                    </a:lnTo>
                    <a:lnTo>
                      <a:pt x="372421" y="0"/>
                    </a:lnTo>
                  </a:path>
                </a:pathLst>
              </a:custGeom>
              <a:noFill/>
              <a:ln w="34879" cap="sq">
                <a:solidFill>
                  <a:srgbClr val="FFFFFF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de-CH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3339" name="Freeform: Shape 3338">
                <a:extLst>
                  <a:ext uri="{FF2B5EF4-FFF2-40B4-BE49-F238E27FC236}">
                    <a16:creationId xmlns:a16="http://schemas.microsoft.com/office/drawing/2014/main" id="{55725999-E5FC-E031-2019-642A1BF9B217}"/>
                  </a:ext>
                </a:extLst>
              </p:cNvPr>
              <p:cNvSpPr/>
              <p:nvPr/>
            </p:nvSpPr>
            <p:spPr>
              <a:xfrm>
                <a:off x="1861194" y="5103347"/>
                <a:ext cx="162933" cy="163485"/>
              </a:xfrm>
              <a:custGeom>
                <a:avLst/>
                <a:gdLst>
                  <a:gd name="connsiteX0" fmla="*/ 81521 w 162933"/>
                  <a:gd name="connsiteY0" fmla="*/ 163700 h 163485"/>
                  <a:gd name="connsiteX1" fmla="*/ 139127 w 162933"/>
                  <a:gd name="connsiteY1" fmla="*/ 139758 h 163485"/>
                  <a:gd name="connsiteX2" fmla="*/ 162988 w 162933"/>
                  <a:gd name="connsiteY2" fmla="*/ 81958 h 163485"/>
                  <a:gd name="connsiteX3" fmla="*/ 139127 w 162933"/>
                  <a:gd name="connsiteY3" fmla="*/ 24157 h 163485"/>
                  <a:gd name="connsiteX4" fmla="*/ 81521 w 162933"/>
                  <a:gd name="connsiteY4" fmla="*/ 215 h 163485"/>
                  <a:gd name="connsiteX5" fmla="*/ 23915 w 162933"/>
                  <a:gd name="connsiteY5" fmla="*/ 24157 h 163485"/>
                  <a:gd name="connsiteX6" fmla="*/ 54 w 162933"/>
                  <a:gd name="connsiteY6" fmla="*/ 81958 h 163485"/>
                  <a:gd name="connsiteX7" fmla="*/ 23915 w 162933"/>
                  <a:gd name="connsiteY7" fmla="*/ 139758 h 163485"/>
                  <a:gd name="connsiteX8" fmla="*/ 81521 w 162933"/>
                  <a:gd name="connsiteY8" fmla="*/ 163700 h 1634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2933" h="163485">
                    <a:moveTo>
                      <a:pt x="81521" y="163700"/>
                    </a:moveTo>
                    <a:cubicBezTo>
                      <a:pt x="103126" y="163700"/>
                      <a:pt x="123850" y="155087"/>
                      <a:pt x="139127" y="139758"/>
                    </a:cubicBezTo>
                    <a:cubicBezTo>
                      <a:pt x="154404" y="124429"/>
                      <a:pt x="162988" y="103636"/>
                      <a:pt x="162988" y="81958"/>
                    </a:cubicBezTo>
                    <a:cubicBezTo>
                      <a:pt x="162988" y="60279"/>
                      <a:pt x="154404" y="39486"/>
                      <a:pt x="139127" y="24157"/>
                    </a:cubicBezTo>
                    <a:cubicBezTo>
                      <a:pt x="123850" y="8828"/>
                      <a:pt x="103126" y="215"/>
                      <a:pt x="81521" y="215"/>
                    </a:cubicBezTo>
                    <a:cubicBezTo>
                      <a:pt x="59916" y="215"/>
                      <a:pt x="39192" y="8828"/>
                      <a:pt x="23915" y="24157"/>
                    </a:cubicBezTo>
                    <a:cubicBezTo>
                      <a:pt x="8638" y="39486"/>
                      <a:pt x="54" y="60279"/>
                      <a:pt x="54" y="81958"/>
                    </a:cubicBezTo>
                    <a:cubicBezTo>
                      <a:pt x="54" y="103636"/>
                      <a:pt x="8638" y="124429"/>
                      <a:pt x="23915" y="139758"/>
                    </a:cubicBezTo>
                    <a:cubicBezTo>
                      <a:pt x="39192" y="155087"/>
                      <a:pt x="59916" y="163700"/>
                      <a:pt x="81521" y="163700"/>
                    </a:cubicBezTo>
                    <a:close/>
                  </a:path>
                </a:pathLst>
              </a:custGeom>
              <a:solidFill>
                <a:srgbClr val="FD8383"/>
              </a:solidFill>
              <a:ln w="23253" cap="flat">
                <a:solidFill>
                  <a:srgbClr val="FFFFFF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de-CH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</p:grpSp>
        <p:grpSp>
          <p:nvGrpSpPr>
            <p:cNvPr id="267" name="Graphic 4">
              <a:extLst>
                <a:ext uri="{FF2B5EF4-FFF2-40B4-BE49-F238E27FC236}">
                  <a16:creationId xmlns:a16="http://schemas.microsoft.com/office/drawing/2014/main" id="{50B64543-1BF4-9422-4C1D-3E871C77A809}"/>
                </a:ext>
              </a:extLst>
            </p:cNvPr>
            <p:cNvGrpSpPr/>
            <p:nvPr/>
          </p:nvGrpSpPr>
          <p:grpSpPr>
            <a:xfrm>
              <a:off x="4258325" y="7928170"/>
              <a:ext cx="481644" cy="211432"/>
              <a:chOff x="1756450" y="5376776"/>
              <a:chExt cx="372420" cy="163485"/>
            </a:xfrm>
          </p:grpSpPr>
          <p:sp>
            <p:nvSpPr>
              <p:cNvPr id="3327" name="Freeform: Shape 3326">
                <a:extLst>
                  <a:ext uri="{FF2B5EF4-FFF2-40B4-BE49-F238E27FC236}">
                    <a16:creationId xmlns:a16="http://schemas.microsoft.com/office/drawing/2014/main" id="{5DB3B540-D742-B538-3394-56CB33F1672E}"/>
                  </a:ext>
                </a:extLst>
              </p:cNvPr>
              <p:cNvSpPr/>
              <p:nvPr/>
            </p:nvSpPr>
            <p:spPr>
              <a:xfrm>
                <a:off x="1756450" y="5458519"/>
                <a:ext cx="372420" cy="23355"/>
              </a:xfrm>
              <a:custGeom>
                <a:avLst/>
                <a:gdLst>
                  <a:gd name="connsiteX0" fmla="*/ 0 w 372420"/>
                  <a:gd name="connsiteY0" fmla="*/ 0 h 23355"/>
                  <a:gd name="connsiteX1" fmla="*/ 186210 w 372420"/>
                  <a:gd name="connsiteY1" fmla="*/ 0 h 23355"/>
                  <a:gd name="connsiteX2" fmla="*/ 372421 w 372420"/>
                  <a:gd name="connsiteY2" fmla="*/ 0 h 233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72420" h="23355">
                    <a:moveTo>
                      <a:pt x="0" y="0"/>
                    </a:moveTo>
                    <a:lnTo>
                      <a:pt x="186210" y="0"/>
                    </a:lnTo>
                    <a:lnTo>
                      <a:pt x="372421" y="0"/>
                    </a:lnTo>
                  </a:path>
                </a:pathLst>
              </a:custGeom>
              <a:noFill/>
              <a:ln w="34879" cap="sq">
                <a:solidFill>
                  <a:srgbClr val="FFFFFF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de-CH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3328" name="Freeform: Shape 3327">
                <a:extLst>
                  <a:ext uri="{FF2B5EF4-FFF2-40B4-BE49-F238E27FC236}">
                    <a16:creationId xmlns:a16="http://schemas.microsoft.com/office/drawing/2014/main" id="{914EE996-213D-ECE4-B5FC-9A42A28B651C}"/>
                  </a:ext>
                </a:extLst>
              </p:cNvPr>
              <p:cNvSpPr/>
              <p:nvPr/>
            </p:nvSpPr>
            <p:spPr>
              <a:xfrm>
                <a:off x="1861194" y="5376776"/>
                <a:ext cx="162933" cy="163485"/>
              </a:xfrm>
              <a:custGeom>
                <a:avLst/>
                <a:gdLst>
                  <a:gd name="connsiteX0" fmla="*/ 81521 w 162933"/>
                  <a:gd name="connsiteY0" fmla="*/ 163712 h 163485"/>
                  <a:gd name="connsiteX1" fmla="*/ 139127 w 162933"/>
                  <a:gd name="connsiteY1" fmla="*/ 139770 h 163485"/>
                  <a:gd name="connsiteX2" fmla="*/ 162988 w 162933"/>
                  <a:gd name="connsiteY2" fmla="*/ 81969 h 163485"/>
                  <a:gd name="connsiteX3" fmla="*/ 139127 w 162933"/>
                  <a:gd name="connsiteY3" fmla="*/ 24168 h 163485"/>
                  <a:gd name="connsiteX4" fmla="*/ 81521 w 162933"/>
                  <a:gd name="connsiteY4" fmla="*/ 227 h 163485"/>
                  <a:gd name="connsiteX5" fmla="*/ 23915 w 162933"/>
                  <a:gd name="connsiteY5" fmla="*/ 24168 h 163485"/>
                  <a:gd name="connsiteX6" fmla="*/ 54 w 162933"/>
                  <a:gd name="connsiteY6" fmla="*/ 81969 h 163485"/>
                  <a:gd name="connsiteX7" fmla="*/ 23915 w 162933"/>
                  <a:gd name="connsiteY7" fmla="*/ 139770 h 163485"/>
                  <a:gd name="connsiteX8" fmla="*/ 81521 w 162933"/>
                  <a:gd name="connsiteY8" fmla="*/ 163712 h 1634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2933" h="163485">
                    <a:moveTo>
                      <a:pt x="81521" y="163712"/>
                    </a:moveTo>
                    <a:cubicBezTo>
                      <a:pt x="103126" y="163712"/>
                      <a:pt x="123850" y="155099"/>
                      <a:pt x="139127" y="139770"/>
                    </a:cubicBezTo>
                    <a:cubicBezTo>
                      <a:pt x="154404" y="124441"/>
                      <a:pt x="162988" y="103648"/>
                      <a:pt x="162988" y="81969"/>
                    </a:cubicBezTo>
                    <a:cubicBezTo>
                      <a:pt x="162988" y="60291"/>
                      <a:pt x="154404" y="39497"/>
                      <a:pt x="139127" y="24168"/>
                    </a:cubicBezTo>
                    <a:cubicBezTo>
                      <a:pt x="123850" y="8839"/>
                      <a:pt x="103126" y="227"/>
                      <a:pt x="81521" y="227"/>
                    </a:cubicBezTo>
                    <a:cubicBezTo>
                      <a:pt x="59916" y="227"/>
                      <a:pt x="39192" y="8839"/>
                      <a:pt x="23915" y="24168"/>
                    </a:cubicBezTo>
                    <a:cubicBezTo>
                      <a:pt x="8638" y="39497"/>
                      <a:pt x="54" y="60291"/>
                      <a:pt x="54" y="81969"/>
                    </a:cubicBezTo>
                    <a:cubicBezTo>
                      <a:pt x="54" y="103648"/>
                      <a:pt x="8638" y="124441"/>
                      <a:pt x="23915" y="139770"/>
                    </a:cubicBezTo>
                    <a:cubicBezTo>
                      <a:pt x="39192" y="155099"/>
                      <a:pt x="59916" y="163712"/>
                      <a:pt x="81521" y="163712"/>
                    </a:cubicBezTo>
                    <a:close/>
                  </a:path>
                </a:pathLst>
              </a:custGeom>
              <a:solidFill>
                <a:srgbClr val="FFBB68"/>
              </a:solidFill>
              <a:ln w="23253" cap="flat">
                <a:solidFill>
                  <a:srgbClr val="FFFFFF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de-CH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</p:grpSp>
        <p:grpSp>
          <p:nvGrpSpPr>
            <p:cNvPr id="269" name="Graphic 4">
              <a:extLst>
                <a:ext uri="{FF2B5EF4-FFF2-40B4-BE49-F238E27FC236}">
                  <a16:creationId xmlns:a16="http://schemas.microsoft.com/office/drawing/2014/main" id="{975991E0-3449-3E60-3D6D-06B94F2C047F}"/>
                </a:ext>
              </a:extLst>
            </p:cNvPr>
            <p:cNvGrpSpPr/>
            <p:nvPr/>
          </p:nvGrpSpPr>
          <p:grpSpPr>
            <a:xfrm>
              <a:off x="6295571" y="7574549"/>
              <a:ext cx="481644" cy="211432"/>
              <a:chOff x="3331702" y="5103347"/>
              <a:chExt cx="372420" cy="163485"/>
            </a:xfrm>
          </p:grpSpPr>
          <p:sp>
            <p:nvSpPr>
              <p:cNvPr id="3317" name="Freeform: Shape 3316">
                <a:extLst>
                  <a:ext uri="{FF2B5EF4-FFF2-40B4-BE49-F238E27FC236}">
                    <a16:creationId xmlns:a16="http://schemas.microsoft.com/office/drawing/2014/main" id="{B441CC38-47D2-2897-6697-22D3833C3692}"/>
                  </a:ext>
                </a:extLst>
              </p:cNvPr>
              <p:cNvSpPr/>
              <p:nvPr/>
            </p:nvSpPr>
            <p:spPr>
              <a:xfrm>
                <a:off x="3331702" y="5185089"/>
                <a:ext cx="372420" cy="23355"/>
              </a:xfrm>
              <a:custGeom>
                <a:avLst/>
                <a:gdLst>
                  <a:gd name="connsiteX0" fmla="*/ 0 w 372420"/>
                  <a:gd name="connsiteY0" fmla="*/ 0 h 23355"/>
                  <a:gd name="connsiteX1" fmla="*/ 186210 w 372420"/>
                  <a:gd name="connsiteY1" fmla="*/ 0 h 23355"/>
                  <a:gd name="connsiteX2" fmla="*/ 372421 w 372420"/>
                  <a:gd name="connsiteY2" fmla="*/ 0 h 233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72420" h="23355">
                    <a:moveTo>
                      <a:pt x="0" y="0"/>
                    </a:moveTo>
                    <a:lnTo>
                      <a:pt x="186210" y="0"/>
                    </a:lnTo>
                    <a:lnTo>
                      <a:pt x="372421" y="0"/>
                    </a:lnTo>
                  </a:path>
                </a:pathLst>
              </a:custGeom>
              <a:noFill/>
              <a:ln w="34879" cap="sq">
                <a:solidFill>
                  <a:srgbClr val="FFFFFF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de-CH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3318" name="Freeform: Shape 3317">
                <a:extLst>
                  <a:ext uri="{FF2B5EF4-FFF2-40B4-BE49-F238E27FC236}">
                    <a16:creationId xmlns:a16="http://schemas.microsoft.com/office/drawing/2014/main" id="{0B60A513-06D4-ECAB-7DBF-439BB4936B9D}"/>
                  </a:ext>
                </a:extLst>
              </p:cNvPr>
              <p:cNvSpPr/>
              <p:nvPr/>
            </p:nvSpPr>
            <p:spPr>
              <a:xfrm>
                <a:off x="3436445" y="5103347"/>
                <a:ext cx="162933" cy="163485"/>
              </a:xfrm>
              <a:custGeom>
                <a:avLst/>
                <a:gdLst>
                  <a:gd name="connsiteX0" fmla="*/ 81589 w 162933"/>
                  <a:gd name="connsiteY0" fmla="*/ 163700 h 163485"/>
                  <a:gd name="connsiteX1" fmla="*/ 139194 w 162933"/>
                  <a:gd name="connsiteY1" fmla="*/ 139758 h 163485"/>
                  <a:gd name="connsiteX2" fmla="*/ 163056 w 162933"/>
                  <a:gd name="connsiteY2" fmla="*/ 81958 h 163485"/>
                  <a:gd name="connsiteX3" fmla="*/ 139194 w 162933"/>
                  <a:gd name="connsiteY3" fmla="*/ 24157 h 163485"/>
                  <a:gd name="connsiteX4" fmla="*/ 81589 w 162933"/>
                  <a:gd name="connsiteY4" fmla="*/ 215 h 163485"/>
                  <a:gd name="connsiteX5" fmla="*/ 23983 w 162933"/>
                  <a:gd name="connsiteY5" fmla="*/ 24157 h 163485"/>
                  <a:gd name="connsiteX6" fmla="*/ 122 w 162933"/>
                  <a:gd name="connsiteY6" fmla="*/ 81958 h 163485"/>
                  <a:gd name="connsiteX7" fmla="*/ 23983 w 162933"/>
                  <a:gd name="connsiteY7" fmla="*/ 139758 h 163485"/>
                  <a:gd name="connsiteX8" fmla="*/ 81589 w 162933"/>
                  <a:gd name="connsiteY8" fmla="*/ 163700 h 1634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2933" h="163485">
                    <a:moveTo>
                      <a:pt x="81589" y="163700"/>
                    </a:moveTo>
                    <a:cubicBezTo>
                      <a:pt x="103194" y="163700"/>
                      <a:pt x="123917" y="155087"/>
                      <a:pt x="139194" y="139758"/>
                    </a:cubicBezTo>
                    <a:cubicBezTo>
                      <a:pt x="154472" y="124429"/>
                      <a:pt x="163056" y="103636"/>
                      <a:pt x="163056" y="81958"/>
                    </a:cubicBezTo>
                    <a:cubicBezTo>
                      <a:pt x="163056" y="60279"/>
                      <a:pt x="154472" y="39486"/>
                      <a:pt x="139194" y="24157"/>
                    </a:cubicBezTo>
                    <a:cubicBezTo>
                      <a:pt x="123917" y="8828"/>
                      <a:pt x="103194" y="215"/>
                      <a:pt x="81589" y="215"/>
                    </a:cubicBezTo>
                    <a:cubicBezTo>
                      <a:pt x="59983" y="215"/>
                      <a:pt x="39260" y="8828"/>
                      <a:pt x="23983" y="24157"/>
                    </a:cubicBezTo>
                    <a:cubicBezTo>
                      <a:pt x="8706" y="39486"/>
                      <a:pt x="122" y="60279"/>
                      <a:pt x="122" y="81958"/>
                    </a:cubicBezTo>
                    <a:cubicBezTo>
                      <a:pt x="122" y="103636"/>
                      <a:pt x="8706" y="124429"/>
                      <a:pt x="23983" y="139758"/>
                    </a:cubicBezTo>
                    <a:cubicBezTo>
                      <a:pt x="39260" y="155087"/>
                      <a:pt x="59983" y="163700"/>
                      <a:pt x="81589" y="163700"/>
                    </a:cubicBezTo>
                    <a:close/>
                  </a:path>
                </a:pathLst>
              </a:custGeom>
              <a:solidFill>
                <a:srgbClr val="FFEA83"/>
              </a:solidFill>
              <a:ln w="23253" cap="flat">
                <a:solidFill>
                  <a:srgbClr val="FFFFFF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de-CH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</p:grpSp>
        <p:grpSp>
          <p:nvGrpSpPr>
            <p:cNvPr id="271" name="Graphic 4">
              <a:extLst>
                <a:ext uri="{FF2B5EF4-FFF2-40B4-BE49-F238E27FC236}">
                  <a16:creationId xmlns:a16="http://schemas.microsoft.com/office/drawing/2014/main" id="{C577F308-6556-5E98-CEFE-267B501D8E36}"/>
                </a:ext>
              </a:extLst>
            </p:cNvPr>
            <p:cNvGrpSpPr/>
            <p:nvPr/>
          </p:nvGrpSpPr>
          <p:grpSpPr>
            <a:xfrm>
              <a:off x="6295571" y="7925678"/>
              <a:ext cx="481644" cy="211432"/>
              <a:chOff x="3331702" y="5374849"/>
              <a:chExt cx="372420" cy="163485"/>
            </a:xfrm>
          </p:grpSpPr>
          <p:sp>
            <p:nvSpPr>
              <p:cNvPr id="3300" name="Freeform: Shape 3299">
                <a:extLst>
                  <a:ext uri="{FF2B5EF4-FFF2-40B4-BE49-F238E27FC236}">
                    <a16:creationId xmlns:a16="http://schemas.microsoft.com/office/drawing/2014/main" id="{82C516A4-20F0-DB26-A2B6-BC5E26BCE6A2}"/>
                  </a:ext>
                </a:extLst>
              </p:cNvPr>
              <p:cNvSpPr/>
              <p:nvPr/>
            </p:nvSpPr>
            <p:spPr>
              <a:xfrm>
                <a:off x="3331702" y="5456592"/>
                <a:ext cx="372420" cy="23355"/>
              </a:xfrm>
              <a:custGeom>
                <a:avLst/>
                <a:gdLst>
                  <a:gd name="connsiteX0" fmla="*/ 0 w 372420"/>
                  <a:gd name="connsiteY0" fmla="*/ 0 h 23355"/>
                  <a:gd name="connsiteX1" fmla="*/ 186210 w 372420"/>
                  <a:gd name="connsiteY1" fmla="*/ 0 h 23355"/>
                  <a:gd name="connsiteX2" fmla="*/ 372421 w 372420"/>
                  <a:gd name="connsiteY2" fmla="*/ 0 h 233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72420" h="23355">
                    <a:moveTo>
                      <a:pt x="0" y="0"/>
                    </a:moveTo>
                    <a:lnTo>
                      <a:pt x="186210" y="0"/>
                    </a:lnTo>
                    <a:lnTo>
                      <a:pt x="372421" y="0"/>
                    </a:lnTo>
                  </a:path>
                </a:pathLst>
              </a:custGeom>
              <a:noFill/>
              <a:ln w="34879" cap="sq">
                <a:solidFill>
                  <a:srgbClr val="FFFFFF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de-CH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3301" name="Freeform: Shape 3300">
                <a:extLst>
                  <a:ext uri="{FF2B5EF4-FFF2-40B4-BE49-F238E27FC236}">
                    <a16:creationId xmlns:a16="http://schemas.microsoft.com/office/drawing/2014/main" id="{D2E0FD06-190F-155B-07F1-D7E0D6731B84}"/>
                  </a:ext>
                </a:extLst>
              </p:cNvPr>
              <p:cNvSpPr/>
              <p:nvPr/>
            </p:nvSpPr>
            <p:spPr>
              <a:xfrm>
                <a:off x="3436445" y="5374849"/>
                <a:ext cx="162933" cy="163485"/>
              </a:xfrm>
              <a:custGeom>
                <a:avLst/>
                <a:gdLst>
                  <a:gd name="connsiteX0" fmla="*/ 81589 w 162933"/>
                  <a:gd name="connsiteY0" fmla="*/ 163712 h 163485"/>
                  <a:gd name="connsiteX1" fmla="*/ 139194 w 162933"/>
                  <a:gd name="connsiteY1" fmla="*/ 139770 h 163485"/>
                  <a:gd name="connsiteX2" fmla="*/ 163056 w 162933"/>
                  <a:gd name="connsiteY2" fmla="*/ 81969 h 163485"/>
                  <a:gd name="connsiteX3" fmla="*/ 139194 w 162933"/>
                  <a:gd name="connsiteY3" fmla="*/ 24168 h 163485"/>
                  <a:gd name="connsiteX4" fmla="*/ 81589 w 162933"/>
                  <a:gd name="connsiteY4" fmla="*/ 226 h 163485"/>
                  <a:gd name="connsiteX5" fmla="*/ 23983 w 162933"/>
                  <a:gd name="connsiteY5" fmla="*/ 24168 h 163485"/>
                  <a:gd name="connsiteX6" fmla="*/ 122 w 162933"/>
                  <a:gd name="connsiteY6" fmla="*/ 81969 h 163485"/>
                  <a:gd name="connsiteX7" fmla="*/ 23983 w 162933"/>
                  <a:gd name="connsiteY7" fmla="*/ 139770 h 163485"/>
                  <a:gd name="connsiteX8" fmla="*/ 81589 w 162933"/>
                  <a:gd name="connsiteY8" fmla="*/ 163712 h 1634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2933" h="163485">
                    <a:moveTo>
                      <a:pt x="81589" y="163712"/>
                    </a:moveTo>
                    <a:cubicBezTo>
                      <a:pt x="103194" y="163712"/>
                      <a:pt x="123917" y="155099"/>
                      <a:pt x="139194" y="139770"/>
                    </a:cubicBezTo>
                    <a:cubicBezTo>
                      <a:pt x="154472" y="124441"/>
                      <a:pt x="163056" y="103648"/>
                      <a:pt x="163056" y="81969"/>
                    </a:cubicBezTo>
                    <a:cubicBezTo>
                      <a:pt x="163056" y="60291"/>
                      <a:pt x="154472" y="39497"/>
                      <a:pt x="139194" y="24168"/>
                    </a:cubicBezTo>
                    <a:cubicBezTo>
                      <a:pt x="123917" y="8839"/>
                      <a:pt x="103194" y="226"/>
                      <a:pt x="81589" y="226"/>
                    </a:cubicBezTo>
                    <a:cubicBezTo>
                      <a:pt x="59983" y="226"/>
                      <a:pt x="39260" y="8839"/>
                      <a:pt x="23983" y="24168"/>
                    </a:cubicBezTo>
                    <a:cubicBezTo>
                      <a:pt x="8706" y="39497"/>
                      <a:pt x="122" y="60291"/>
                      <a:pt x="122" y="81969"/>
                    </a:cubicBezTo>
                    <a:cubicBezTo>
                      <a:pt x="122" y="103648"/>
                      <a:pt x="8706" y="124441"/>
                      <a:pt x="23983" y="139770"/>
                    </a:cubicBezTo>
                    <a:cubicBezTo>
                      <a:pt x="39260" y="155099"/>
                      <a:pt x="59983" y="163712"/>
                      <a:pt x="81589" y="163712"/>
                    </a:cubicBezTo>
                    <a:close/>
                  </a:path>
                </a:pathLst>
              </a:custGeom>
              <a:solidFill>
                <a:srgbClr val="75D462"/>
              </a:solidFill>
              <a:ln w="23253" cap="flat">
                <a:solidFill>
                  <a:srgbClr val="FFFFFF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de-CH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</p:grpSp>
        <p:grpSp>
          <p:nvGrpSpPr>
            <p:cNvPr id="273" name="Graphic 4">
              <a:extLst>
                <a:ext uri="{FF2B5EF4-FFF2-40B4-BE49-F238E27FC236}">
                  <a16:creationId xmlns:a16="http://schemas.microsoft.com/office/drawing/2014/main" id="{012AF1F4-2610-28B4-9AB3-47214AEAC15E}"/>
                </a:ext>
              </a:extLst>
            </p:cNvPr>
            <p:cNvGrpSpPr/>
            <p:nvPr/>
          </p:nvGrpSpPr>
          <p:grpSpPr>
            <a:xfrm>
              <a:off x="8893482" y="7574549"/>
              <a:ext cx="481644" cy="211432"/>
              <a:chOff x="5340474" y="5103347"/>
              <a:chExt cx="372420" cy="163485"/>
            </a:xfrm>
          </p:grpSpPr>
          <p:sp>
            <p:nvSpPr>
              <p:cNvPr id="3287" name="Freeform: Shape 3286">
                <a:extLst>
                  <a:ext uri="{FF2B5EF4-FFF2-40B4-BE49-F238E27FC236}">
                    <a16:creationId xmlns:a16="http://schemas.microsoft.com/office/drawing/2014/main" id="{391ED31B-2EB9-8DFD-8693-1C30E92AF700}"/>
                  </a:ext>
                </a:extLst>
              </p:cNvPr>
              <p:cNvSpPr/>
              <p:nvPr/>
            </p:nvSpPr>
            <p:spPr>
              <a:xfrm>
                <a:off x="5340474" y="5185089"/>
                <a:ext cx="372420" cy="23355"/>
              </a:xfrm>
              <a:custGeom>
                <a:avLst/>
                <a:gdLst>
                  <a:gd name="connsiteX0" fmla="*/ 0 w 372420"/>
                  <a:gd name="connsiteY0" fmla="*/ 0 h 23355"/>
                  <a:gd name="connsiteX1" fmla="*/ 186210 w 372420"/>
                  <a:gd name="connsiteY1" fmla="*/ 0 h 23355"/>
                  <a:gd name="connsiteX2" fmla="*/ 372421 w 372420"/>
                  <a:gd name="connsiteY2" fmla="*/ 0 h 233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72420" h="23355">
                    <a:moveTo>
                      <a:pt x="0" y="0"/>
                    </a:moveTo>
                    <a:lnTo>
                      <a:pt x="186210" y="0"/>
                    </a:lnTo>
                    <a:lnTo>
                      <a:pt x="372421" y="0"/>
                    </a:lnTo>
                  </a:path>
                </a:pathLst>
              </a:custGeom>
              <a:noFill/>
              <a:ln w="34879" cap="sq">
                <a:solidFill>
                  <a:srgbClr val="FFFFFF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de-CH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3288" name="Freeform: Shape 3287">
                <a:extLst>
                  <a:ext uri="{FF2B5EF4-FFF2-40B4-BE49-F238E27FC236}">
                    <a16:creationId xmlns:a16="http://schemas.microsoft.com/office/drawing/2014/main" id="{B4C01620-B19F-901A-D548-84E8D819DE52}"/>
                  </a:ext>
                </a:extLst>
              </p:cNvPr>
              <p:cNvSpPr/>
              <p:nvPr/>
            </p:nvSpPr>
            <p:spPr>
              <a:xfrm>
                <a:off x="5445217" y="5103347"/>
                <a:ext cx="162933" cy="163485"/>
              </a:xfrm>
              <a:custGeom>
                <a:avLst/>
                <a:gdLst>
                  <a:gd name="connsiteX0" fmla="*/ 81675 w 162933"/>
                  <a:gd name="connsiteY0" fmla="*/ 163700 h 163485"/>
                  <a:gd name="connsiteX1" fmla="*/ 139281 w 162933"/>
                  <a:gd name="connsiteY1" fmla="*/ 139758 h 163485"/>
                  <a:gd name="connsiteX2" fmla="*/ 163142 w 162933"/>
                  <a:gd name="connsiteY2" fmla="*/ 81958 h 163485"/>
                  <a:gd name="connsiteX3" fmla="*/ 139281 w 162933"/>
                  <a:gd name="connsiteY3" fmla="*/ 24157 h 163485"/>
                  <a:gd name="connsiteX4" fmla="*/ 81675 w 162933"/>
                  <a:gd name="connsiteY4" fmla="*/ 215 h 163485"/>
                  <a:gd name="connsiteX5" fmla="*/ 24069 w 162933"/>
                  <a:gd name="connsiteY5" fmla="*/ 24157 h 163485"/>
                  <a:gd name="connsiteX6" fmla="*/ 208 w 162933"/>
                  <a:gd name="connsiteY6" fmla="*/ 81958 h 163485"/>
                  <a:gd name="connsiteX7" fmla="*/ 24069 w 162933"/>
                  <a:gd name="connsiteY7" fmla="*/ 139758 h 163485"/>
                  <a:gd name="connsiteX8" fmla="*/ 81675 w 162933"/>
                  <a:gd name="connsiteY8" fmla="*/ 163700 h 1634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2933" h="163485">
                    <a:moveTo>
                      <a:pt x="81675" y="163700"/>
                    </a:moveTo>
                    <a:cubicBezTo>
                      <a:pt x="103280" y="163700"/>
                      <a:pt x="124004" y="155087"/>
                      <a:pt x="139281" y="139758"/>
                    </a:cubicBezTo>
                    <a:cubicBezTo>
                      <a:pt x="154558" y="124429"/>
                      <a:pt x="163142" y="103636"/>
                      <a:pt x="163142" y="81958"/>
                    </a:cubicBezTo>
                    <a:cubicBezTo>
                      <a:pt x="163142" y="60279"/>
                      <a:pt x="154558" y="39486"/>
                      <a:pt x="139281" y="24157"/>
                    </a:cubicBezTo>
                    <a:cubicBezTo>
                      <a:pt x="124004" y="8828"/>
                      <a:pt x="103280" y="215"/>
                      <a:pt x="81675" y="215"/>
                    </a:cubicBezTo>
                    <a:cubicBezTo>
                      <a:pt x="60070" y="215"/>
                      <a:pt x="39346" y="8828"/>
                      <a:pt x="24069" y="24157"/>
                    </a:cubicBezTo>
                    <a:cubicBezTo>
                      <a:pt x="8792" y="39486"/>
                      <a:pt x="208" y="60279"/>
                      <a:pt x="208" y="81958"/>
                    </a:cubicBezTo>
                    <a:cubicBezTo>
                      <a:pt x="208" y="103636"/>
                      <a:pt x="8792" y="124429"/>
                      <a:pt x="24069" y="139758"/>
                    </a:cubicBezTo>
                    <a:cubicBezTo>
                      <a:pt x="39346" y="155087"/>
                      <a:pt x="60070" y="163700"/>
                      <a:pt x="81675" y="163700"/>
                    </a:cubicBezTo>
                    <a:close/>
                  </a:path>
                </a:pathLst>
              </a:custGeom>
              <a:solidFill>
                <a:srgbClr val="5AE9F6"/>
              </a:solidFill>
              <a:ln w="23253" cap="flat">
                <a:solidFill>
                  <a:srgbClr val="FFFFFF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de-CH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</p:grpSp>
        <p:grpSp>
          <p:nvGrpSpPr>
            <p:cNvPr id="275" name="Graphic 4">
              <a:extLst>
                <a:ext uri="{FF2B5EF4-FFF2-40B4-BE49-F238E27FC236}">
                  <a16:creationId xmlns:a16="http://schemas.microsoft.com/office/drawing/2014/main" id="{1364871D-2EB3-CA44-F913-8A9262559C5A}"/>
                </a:ext>
              </a:extLst>
            </p:cNvPr>
            <p:cNvGrpSpPr/>
            <p:nvPr/>
          </p:nvGrpSpPr>
          <p:grpSpPr>
            <a:xfrm>
              <a:off x="8893482" y="7926849"/>
              <a:ext cx="481644" cy="211432"/>
              <a:chOff x="5340474" y="5375754"/>
              <a:chExt cx="372420" cy="163485"/>
            </a:xfrm>
          </p:grpSpPr>
          <p:sp>
            <p:nvSpPr>
              <p:cNvPr id="3278" name="Freeform: Shape 3277">
                <a:extLst>
                  <a:ext uri="{FF2B5EF4-FFF2-40B4-BE49-F238E27FC236}">
                    <a16:creationId xmlns:a16="http://schemas.microsoft.com/office/drawing/2014/main" id="{2C8D9748-2BF5-C34C-D32B-618B8BF4EEC1}"/>
                  </a:ext>
                </a:extLst>
              </p:cNvPr>
              <p:cNvSpPr/>
              <p:nvPr/>
            </p:nvSpPr>
            <p:spPr>
              <a:xfrm>
                <a:off x="5340474" y="5457497"/>
                <a:ext cx="372420" cy="23355"/>
              </a:xfrm>
              <a:custGeom>
                <a:avLst/>
                <a:gdLst>
                  <a:gd name="connsiteX0" fmla="*/ 0 w 372420"/>
                  <a:gd name="connsiteY0" fmla="*/ 0 h 23355"/>
                  <a:gd name="connsiteX1" fmla="*/ 186210 w 372420"/>
                  <a:gd name="connsiteY1" fmla="*/ 0 h 23355"/>
                  <a:gd name="connsiteX2" fmla="*/ 372421 w 372420"/>
                  <a:gd name="connsiteY2" fmla="*/ 0 h 233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72420" h="23355">
                    <a:moveTo>
                      <a:pt x="0" y="0"/>
                    </a:moveTo>
                    <a:lnTo>
                      <a:pt x="186210" y="0"/>
                    </a:lnTo>
                    <a:lnTo>
                      <a:pt x="372421" y="0"/>
                    </a:lnTo>
                  </a:path>
                </a:pathLst>
              </a:custGeom>
              <a:noFill/>
              <a:ln w="34879" cap="sq">
                <a:solidFill>
                  <a:srgbClr val="FFFFFF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de-CH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3279" name="Freeform: Shape 3278">
                <a:extLst>
                  <a:ext uri="{FF2B5EF4-FFF2-40B4-BE49-F238E27FC236}">
                    <a16:creationId xmlns:a16="http://schemas.microsoft.com/office/drawing/2014/main" id="{220A9623-620B-3940-971E-FC27DD159D2B}"/>
                  </a:ext>
                </a:extLst>
              </p:cNvPr>
              <p:cNvSpPr/>
              <p:nvPr/>
            </p:nvSpPr>
            <p:spPr>
              <a:xfrm>
                <a:off x="5445217" y="5375754"/>
                <a:ext cx="162933" cy="163485"/>
              </a:xfrm>
              <a:custGeom>
                <a:avLst/>
                <a:gdLst>
                  <a:gd name="connsiteX0" fmla="*/ 81675 w 162933"/>
                  <a:gd name="connsiteY0" fmla="*/ 163712 h 163485"/>
                  <a:gd name="connsiteX1" fmla="*/ 139281 w 162933"/>
                  <a:gd name="connsiteY1" fmla="*/ 139770 h 163485"/>
                  <a:gd name="connsiteX2" fmla="*/ 163142 w 162933"/>
                  <a:gd name="connsiteY2" fmla="*/ 81969 h 163485"/>
                  <a:gd name="connsiteX3" fmla="*/ 139281 w 162933"/>
                  <a:gd name="connsiteY3" fmla="*/ 24168 h 163485"/>
                  <a:gd name="connsiteX4" fmla="*/ 81675 w 162933"/>
                  <a:gd name="connsiteY4" fmla="*/ 226 h 163485"/>
                  <a:gd name="connsiteX5" fmla="*/ 24069 w 162933"/>
                  <a:gd name="connsiteY5" fmla="*/ 24168 h 163485"/>
                  <a:gd name="connsiteX6" fmla="*/ 208 w 162933"/>
                  <a:gd name="connsiteY6" fmla="*/ 81969 h 163485"/>
                  <a:gd name="connsiteX7" fmla="*/ 24069 w 162933"/>
                  <a:gd name="connsiteY7" fmla="*/ 139770 h 163485"/>
                  <a:gd name="connsiteX8" fmla="*/ 81675 w 162933"/>
                  <a:gd name="connsiteY8" fmla="*/ 163712 h 1634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2933" h="163485">
                    <a:moveTo>
                      <a:pt x="81675" y="163712"/>
                    </a:moveTo>
                    <a:cubicBezTo>
                      <a:pt x="103280" y="163712"/>
                      <a:pt x="124004" y="155099"/>
                      <a:pt x="139281" y="139770"/>
                    </a:cubicBezTo>
                    <a:cubicBezTo>
                      <a:pt x="154558" y="124441"/>
                      <a:pt x="163142" y="103648"/>
                      <a:pt x="163142" y="81969"/>
                    </a:cubicBezTo>
                    <a:cubicBezTo>
                      <a:pt x="163142" y="60291"/>
                      <a:pt x="154558" y="39497"/>
                      <a:pt x="139281" y="24168"/>
                    </a:cubicBezTo>
                    <a:cubicBezTo>
                      <a:pt x="124004" y="8839"/>
                      <a:pt x="103280" y="226"/>
                      <a:pt x="81675" y="226"/>
                    </a:cubicBezTo>
                    <a:cubicBezTo>
                      <a:pt x="60070" y="226"/>
                      <a:pt x="39346" y="8839"/>
                      <a:pt x="24069" y="24168"/>
                    </a:cubicBezTo>
                    <a:cubicBezTo>
                      <a:pt x="8792" y="39497"/>
                      <a:pt x="208" y="60291"/>
                      <a:pt x="208" y="81969"/>
                    </a:cubicBezTo>
                    <a:cubicBezTo>
                      <a:pt x="208" y="103648"/>
                      <a:pt x="8792" y="124441"/>
                      <a:pt x="24069" y="139770"/>
                    </a:cubicBezTo>
                    <a:cubicBezTo>
                      <a:pt x="39346" y="155099"/>
                      <a:pt x="60070" y="163712"/>
                      <a:pt x="81675" y="163712"/>
                    </a:cubicBezTo>
                    <a:close/>
                  </a:path>
                </a:pathLst>
              </a:custGeom>
              <a:solidFill>
                <a:srgbClr val="5596FF"/>
              </a:solidFill>
              <a:ln w="23253" cap="flat">
                <a:solidFill>
                  <a:srgbClr val="FFFFFF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de-CH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</p:grpSp>
        <p:grpSp>
          <p:nvGrpSpPr>
            <p:cNvPr id="277" name="Graphic 4">
              <a:extLst>
                <a:ext uri="{FF2B5EF4-FFF2-40B4-BE49-F238E27FC236}">
                  <a16:creationId xmlns:a16="http://schemas.microsoft.com/office/drawing/2014/main" id="{2810BFB3-B62C-A172-77B4-4D56F1C32EDC}"/>
                </a:ext>
              </a:extLst>
            </p:cNvPr>
            <p:cNvGrpSpPr/>
            <p:nvPr/>
          </p:nvGrpSpPr>
          <p:grpSpPr>
            <a:xfrm>
              <a:off x="10716245" y="7574549"/>
              <a:ext cx="481644" cy="211432"/>
              <a:chOff x="6749882" y="5103347"/>
              <a:chExt cx="372420" cy="163485"/>
            </a:xfrm>
          </p:grpSpPr>
          <p:sp>
            <p:nvSpPr>
              <p:cNvPr id="3269" name="Freeform: Shape 3268">
                <a:extLst>
                  <a:ext uri="{FF2B5EF4-FFF2-40B4-BE49-F238E27FC236}">
                    <a16:creationId xmlns:a16="http://schemas.microsoft.com/office/drawing/2014/main" id="{88854C22-0CE6-1D0F-64F1-9926AD671E5C}"/>
                  </a:ext>
                </a:extLst>
              </p:cNvPr>
              <p:cNvSpPr/>
              <p:nvPr/>
            </p:nvSpPr>
            <p:spPr>
              <a:xfrm>
                <a:off x="6749882" y="5185089"/>
                <a:ext cx="372420" cy="23355"/>
              </a:xfrm>
              <a:custGeom>
                <a:avLst/>
                <a:gdLst>
                  <a:gd name="connsiteX0" fmla="*/ 0 w 372420"/>
                  <a:gd name="connsiteY0" fmla="*/ 0 h 23355"/>
                  <a:gd name="connsiteX1" fmla="*/ 186210 w 372420"/>
                  <a:gd name="connsiteY1" fmla="*/ 0 h 23355"/>
                  <a:gd name="connsiteX2" fmla="*/ 372421 w 372420"/>
                  <a:gd name="connsiteY2" fmla="*/ 0 h 233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72420" h="23355">
                    <a:moveTo>
                      <a:pt x="0" y="0"/>
                    </a:moveTo>
                    <a:lnTo>
                      <a:pt x="186210" y="0"/>
                    </a:lnTo>
                    <a:lnTo>
                      <a:pt x="372421" y="0"/>
                    </a:lnTo>
                  </a:path>
                </a:pathLst>
              </a:custGeom>
              <a:noFill/>
              <a:ln w="34879" cap="sq">
                <a:solidFill>
                  <a:srgbClr val="FFFFFF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de-CH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3270" name="Freeform: Shape 3269">
                <a:extLst>
                  <a:ext uri="{FF2B5EF4-FFF2-40B4-BE49-F238E27FC236}">
                    <a16:creationId xmlns:a16="http://schemas.microsoft.com/office/drawing/2014/main" id="{DD968BC9-F384-0397-3516-758EDBED80BB}"/>
                  </a:ext>
                </a:extLst>
              </p:cNvPr>
              <p:cNvSpPr/>
              <p:nvPr/>
            </p:nvSpPr>
            <p:spPr>
              <a:xfrm>
                <a:off x="6854625" y="5103347"/>
                <a:ext cx="162933" cy="163485"/>
              </a:xfrm>
              <a:custGeom>
                <a:avLst/>
                <a:gdLst>
                  <a:gd name="connsiteX0" fmla="*/ 81735 w 162933"/>
                  <a:gd name="connsiteY0" fmla="*/ 163700 h 163485"/>
                  <a:gd name="connsiteX1" fmla="*/ 139341 w 162933"/>
                  <a:gd name="connsiteY1" fmla="*/ 139758 h 163485"/>
                  <a:gd name="connsiteX2" fmla="*/ 163202 w 162933"/>
                  <a:gd name="connsiteY2" fmla="*/ 81958 h 163485"/>
                  <a:gd name="connsiteX3" fmla="*/ 139341 w 162933"/>
                  <a:gd name="connsiteY3" fmla="*/ 24157 h 163485"/>
                  <a:gd name="connsiteX4" fmla="*/ 81735 w 162933"/>
                  <a:gd name="connsiteY4" fmla="*/ 215 h 163485"/>
                  <a:gd name="connsiteX5" fmla="*/ 24130 w 162933"/>
                  <a:gd name="connsiteY5" fmla="*/ 24157 h 163485"/>
                  <a:gd name="connsiteX6" fmla="*/ 268 w 162933"/>
                  <a:gd name="connsiteY6" fmla="*/ 81958 h 163485"/>
                  <a:gd name="connsiteX7" fmla="*/ 24130 w 162933"/>
                  <a:gd name="connsiteY7" fmla="*/ 139758 h 163485"/>
                  <a:gd name="connsiteX8" fmla="*/ 81735 w 162933"/>
                  <a:gd name="connsiteY8" fmla="*/ 163700 h 1634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2933" h="163485">
                    <a:moveTo>
                      <a:pt x="81735" y="163700"/>
                    </a:moveTo>
                    <a:cubicBezTo>
                      <a:pt x="103341" y="163700"/>
                      <a:pt x="124064" y="155087"/>
                      <a:pt x="139341" y="139758"/>
                    </a:cubicBezTo>
                    <a:cubicBezTo>
                      <a:pt x="154619" y="124429"/>
                      <a:pt x="163202" y="103636"/>
                      <a:pt x="163202" y="81958"/>
                    </a:cubicBezTo>
                    <a:cubicBezTo>
                      <a:pt x="163202" y="60279"/>
                      <a:pt x="154619" y="39486"/>
                      <a:pt x="139341" y="24157"/>
                    </a:cubicBezTo>
                    <a:cubicBezTo>
                      <a:pt x="124064" y="8828"/>
                      <a:pt x="103341" y="215"/>
                      <a:pt x="81735" y="215"/>
                    </a:cubicBezTo>
                    <a:cubicBezTo>
                      <a:pt x="60130" y="215"/>
                      <a:pt x="39407" y="8828"/>
                      <a:pt x="24130" y="24157"/>
                    </a:cubicBezTo>
                    <a:cubicBezTo>
                      <a:pt x="8852" y="39486"/>
                      <a:pt x="268" y="60279"/>
                      <a:pt x="268" y="81958"/>
                    </a:cubicBezTo>
                    <a:cubicBezTo>
                      <a:pt x="268" y="103636"/>
                      <a:pt x="8852" y="124429"/>
                      <a:pt x="24130" y="139758"/>
                    </a:cubicBezTo>
                    <a:cubicBezTo>
                      <a:pt x="39407" y="155087"/>
                      <a:pt x="60130" y="163700"/>
                      <a:pt x="81735" y="163700"/>
                    </a:cubicBezTo>
                    <a:close/>
                  </a:path>
                </a:pathLst>
              </a:custGeom>
              <a:solidFill>
                <a:srgbClr val="674CFF"/>
              </a:solidFill>
              <a:ln w="23253" cap="flat">
                <a:solidFill>
                  <a:srgbClr val="FFFFFF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de-CH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</p:grpSp>
        <p:grpSp>
          <p:nvGrpSpPr>
            <p:cNvPr id="279" name="Graphic 4">
              <a:extLst>
                <a:ext uri="{FF2B5EF4-FFF2-40B4-BE49-F238E27FC236}">
                  <a16:creationId xmlns:a16="http://schemas.microsoft.com/office/drawing/2014/main" id="{1B880050-1CE4-088B-C758-B86434CC9F95}"/>
                </a:ext>
              </a:extLst>
            </p:cNvPr>
            <p:cNvGrpSpPr/>
            <p:nvPr/>
          </p:nvGrpSpPr>
          <p:grpSpPr>
            <a:xfrm>
              <a:off x="10716245" y="7955883"/>
              <a:ext cx="481644" cy="151023"/>
              <a:chOff x="6749882" y="5398204"/>
              <a:chExt cx="372420" cy="116775"/>
            </a:xfrm>
          </p:grpSpPr>
          <p:sp>
            <p:nvSpPr>
              <p:cNvPr id="297" name="Freeform: Shape 296">
                <a:extLst>
                  <a:ext uri="{FF2B5EF4-FFF2-40B4-BE49-F238E27FC236}">
                    <a16:creationId xmlns:a16="http://schemas.microsoft.com/office/drawing/2014/main" id="{81A91107-2EF2-D3D4-F41C-3B6802480A2E}"/>
                  </a:ext>
                </a:extLst>
              </p:cNvPr>
              <p:cNvSpPr/>
              <p:nvPr/>
            </p:nvSpPr>
            <p:spPr>
              <a:xfrm>
                <a:off x="6749882" y="5456592"/>
                <a:ext cx="372420" cy="23355"/>
              </a:xfrm>
              <a:custGeom>
                <a:avLst/>
                <a:gdLst>
                  <a:gd name="connsiteX0" fmla="*/ 0 w 372420"/>
                  <a:gd name="connsiteY0" fmla="*/ 0 h 23355"/>
                  <a:gd name="connsiteX1" fmla="*/ 186210 w 372420"/>
                  <a:gd name="connsiteY1" fmla="*/ 0 h 23355"/>
                  <a:gd name="connsiteX2" fmla="*/ 372421 w 372420"/>
                  <a:gd name="connsiteY2" fmla="*/ 0 h 233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72420" h="23355">
                    <a:moveTo>
                      <a:pt x="0" y="0"/>
                    </a:moveTo>
                    <a:lnTo>
                      <a:pt x="186210" y="0"/>
                    </a:lnTo>
                    <a:lnTo>
                      <a:pt x="372421" y="0"/>
                    </a:lnTo>
                  </a:path>
                </a:pathLst>
              </a:custGeom>
              <a:noFill/>
              <a:ln w="23253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de-CH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298" name="Freeform: Shape 297">
                <a:extLst>
                  <a:ext uri="{FF2B5EF4-FFF2-40B4-BE49-F238E27FC236}">
                    <a16:creationId xmlns:a16="http://schemas.microsoft.com/office/drawing/2014/main" id="{687FF3D1-E88E-1F97-391B-8A25A39F9924}"/>
                  </a:ext>
                </a:extLst>
              </p:cNvPr>
              <p:cNvSpPr/>
              <p:nvPr/>
            </p:nvSpPr>
            <p:spPr>
              <a:xfrm>
                <a:off x="6877901" y="5398204"/>
                <a:ext cx="116381" cy="116775"/>
              </a:xfrm>
              <a:custGeom>
                <a:avLst/>
                <a:gdLst>
                  <a:gd name="connsiteX0" fmla="*/ 58459 w 116381"/>
                  <a:gd name="connsiteY0" fmla="*/ 117002 h 116775"/>
                  <a:gd name="connsiteX1" fmla="*/ 99606 w 116381"/>
                  <a:gd name="connsiteY1" fmla="*/ 99900 h 116775"/>
                  <a:gd name="connsiteX2" fmla="*/ 116650 w 116381"/>
                  <a:gd name="connsiteY2" fmla="*/ 58614 h 116775"/>
                  <a:gd name="connsiteX3" fmla="*/ 99606 w 116381"/>
                  <a:gd name="connsiteY3" fmla="*/ 17328 h 116775"/>
                  <a:gd name="connsiteX4" fmla="*/ 58459 w 116381"/>
                  <a:gd name="connsiteY4" fmla="*/ 226 h 116775"/>
                  <a:gd name="connsiteX5" fmla="*/ 17312 w 116381"/>
                  <a:gd name="connsiteY5" fmla="*/ 17328 h 116775"/>
                  <a:gd name="connsiteX6" fmla="*/ 268 w 116381"/>
                  <a:gd name="connsiteY6" fmla="*/ 58614 h 116775"/>
                  <a:gd name="connsiteX7" fmla="*/ 17312 w 116381"/>
                  <a:gd name="connsiteY7" fmla="*/ 99900 h 116775"/>
                  <a:gd name="connsiteX8" fmla="*/ 58459 w 116381"/>
                  <a:gd name="connsiteY8" fmla="*/ 117002 h 116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16381" h="116775">
                    <a:moveTo>
                      <a:pt x="58459" y="117002"/>
                    </a:moveTo>
                    <a:cubicBezTo>
                      <a:pt x="73892" y="117002"/>
                      <a:pt x="88694" y="110850"/>
                      <a:pt x="99606" y="99900"/>
                    </a:cubicBezTo>
                    <a:cubicBezTo>
                      <a:pt x="110519" y="88951"/>
                      <a:pt x="116650" y="74099"/>
                      <a:pt x="116650" y="58614"/>
                    </a:cubicBezTo>
                    <a:cubicBezTo>
                      <a:pt x="116650" y="43129"/>
                      <a:pt x="110519" y="28277"/>
                      <a:pt x="99606" y="17328"/>
                    </a:cubicBezTo>
                    <a:cubicBezTo>
                      <a:pt x="88694" y="6379"/>
                      <a:pt x="73892" y="226"/>
                      <a:pt x="58459" y="226"/>
                    </a:cubicBezTo>
                    <a:cubicBezTo>
                      <a:pt x="43027" y="226"/>
                      <a:pt x="28224" y="6379"/>
                      <a:pt x="17312" y="17328"/>
                    </a:cubicBezTo>
                    <a:cubicBezTo>
                      <a:pt x="6400" y="28277"/>
                      <a:pt x="268" y="43129"/>
                      <a:pt x="268" y="58614"/>
                    </a:cubicBezTo>
                    <a:cubicBezTo>
                      <a:pt x="268" y="74099"/>
                      <a:pt x="6400" y="88951"/>
                      <a:pt x="17312" y="99900"/>
                    </a:cubicBezTo>
                    <a:cubicBezTo>
                      <a:pt x="28224" y="110850"/>
                      <a:pt x="43027" y="117002"/>
                      <a:pt x="58459" y="117002"/>
                    </a:cubicBezTo>
                    <a:close/>
                  </a:path>
                </a:pathLst>
              </a:custGeom>
              <a:solidFill>
                <a:srgbClr val="FFFFFF"/>
              </a:solidFill>
              <a:ln w="23253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de-CH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</p:grpSp>
        <p:sp>
          <p:nvSpPr>
            <p:cNvPr id="3343" name="TextBox 3342">
              <a:extLst>
                <a:ext uri="{FF2B5EF4-FFF2-40B4-BE49-F238E27FC236}">
                  <a16:creationId xmlns:a16="http://schemas.microsoft.com/office/drawing/2014/main" id="{8EA85BB2-5EBA-AFA0-E125-F5FA5232753B}"/>
                </a:ext>
              </a:extLst>
            </p:cNvPr>
            <p:cNvSpPr txBox="1"/>
            <p:nvPr/>
          </p:nvSpPr>
          <p:spPr>
            <a:xfrm>
              <a:off x="4671618" y="7491458"/>
              <a:ext cx="122309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de-DE" altLang="zh-CN" dirty="0" err="1">
                  <a:latin typeface="Roboto" panose="02000000000000000000" pitchFamily="2" charset="0"/>
                  <a:ea typeface="Roboto" panose="02000000000000000000" pitchFamily="2" charset="0"/>
                </a:rPr>
                <a:t>Acetylene</a:t>
              </a:r>
              <a:endParaRPr lang="en-US" dirty="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344" name="TextBox 3343">
              <a:extLst>
                <a:ext uri="{FF2B5EF4-FFF2-40B4-BE49-F238E27FC236}">
                  <a16:creationId xmlns:a16="http://schemas.microsoft.com/office/drawing/2014/main" id="{C16D53D5-66A7-502F-4075-82A28FAC9327}"/>
                </a:ext>
              </a:extLst>
            </p:cNvPr>
            <p:cNvSpPr txBox="1"/>
            <p:nvPr/>
          </p:nvSpPr>
          <p:spPr>
            <a:xfrm>
              <a:off x="4662585" y="7849723"/>
              <a:ext cx="122309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de-DE" altLang="zh-CN" dirty="0" err="1">
                  <a:latin typeface="Roboto" panose="02000000000000000000" pitchFamily="2" charset="0"/>
                  <a:ea typeface="Roboto" panose="02000000000000000000" pitchFamily="2" charset="0"/>
                </a:rPr>
                <a:t>Ethylene</a:t>
              </a:r>
              <a:endParaRPr lang="en-US" dirty="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345" name="TextBox 3344">
              <a:extLst>
                <a:ext uri="{FF2B5EF4-FFF2-40B4-BE49-F238E27FC236}">
                  <a16:creationId xmlns:a16="http://schemas.microsoft.com/office/drawing/2014/main" id="{0D6CCDA5-E10E-9DB5-BC3C-695661666C2B}"/>
                </a:ext>
              </a:extLst>
            </p:cNvPr>
            <p:cNvSpPr txBox="1"/>
            <p:nvPr/>
          </p:nvSpPr>
          <p:spPr>
            <a:xfrm>
              <a:off x="6701258" y="7491764"/>
              <a:ext cx="179344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de-DE" altLang="zh-CN" dirty="0" err="1">
                  <a:latin typeface="Roboto" panose="02000000000000000000" pitchFamily="2" charset="0"/>
                  <a:ea typeface="Roboto" panose="02000000000000000000" pitchFamily="2" charset="0"/>
                </a:rPr>
                <a:t>Chlorine</a:t>
              </a:r>
              <a:r>
                <a:rPr lang="de-DE" altLang="zh-CN" dirty="0">
                  <a:latin typeface="Roboto" panose="02000000000000000000" pitchFamily="2" charset="0"/>
                  <a:ea typeface="Roboto" panose="02000000000000000000" pitchFamily="2" charset="0"/>
                </a:rPr>
                <a:t> </a:t>
              </a:r>
              <a:r>
                <a:rPr lang="de-DE" altLang="zh-CN" dirty="0" err="1">
                  <a:latin typeface="Roboto" panose="02000000000000000000" pitchFamily="2" charset="0"/>
                  <a:ea typeface="Roboto" panose="02000000000000000000" pitchFamily="2" charset="0"/>
                </a:rPr>
                <a:t>or</a:t>
              </a:r>
              <a:r>
                <a:rPr lang="de-DE" altLang="zh-CN" dirty="0">
                  <a:latin typeface="Roboto" panose="02000000000000000000" pitchFamily="2" charset="0"/>
                  <a:ea typeface="Roboto" panose="02000000000000000000" pitchFamily="2" charset="0"/>
                </a:rPr>
                <a:t> HCl</a:t>
              </a:r>
              <a:endParaRPr lang="en-US" dirty="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346" name="TextBox 3345">
              <a:extLst>
                <a:ext uri="{FF2B5EF4-FFF2-40B4-BE49-F238E27FC236}">
                  <a16:creationId xmlns:a16="http://schemas.microsoft.com/office/drawing/2014/main" id="{C250C374-CA8D-5154-AE90-99DB62DB51E7}"/>
                </a:ext>
              </a:extLst>
            </p:cNvPr>
            <p:cNvSpPr txBox="1"/>
            <p:nvPr/>
          </p:nvSpPr>
          <p:spPr>
            <a:xfrm>
              <a:off x="6712233" y="7842793"/>
              <a:ext cx="179344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de-DE" altLang="zh-CN" dirty="0" err="1">
                  <a:latin typeface="Roboto" panose="02000000000000000000" pitchFamily="2" charset="0"/>
                  <a:ea typeface="Roboto" panose="02000000000000000000" pitchFamily="2" charset="0"/>
                </a:rPr>
                <a:t>Electricity</a:t>
              </a:r>
              <a:endParaRPr lang="en-US" dirty="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347" name="TextBox 3346">
              <a:extLst>
                <a:ext uri="{FF2B5EF4-FFF2-40B4-BE49-F238E27FC236}">
                  <a16:creationId xmlns:a16="http://schemas.microsoft.com/office/drawing/2014/main" id="{75565F3D-BCFC-D166-8F66-45156774B750}"/>
                </a:ext>
              </a:extLst>
            </p:cNvPr>
            <p:cNvSpPr txBox="1"/>
            <p:nvPr/>
          </p:nvSpPr>
          <p:spPr>
            <a:xfrm>
              <a:off x="9310278" y="7483975"/>
              <a:ext cx="119981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de-DE" altLang="zh-CN" dirty="0" err="1">
                  <a:latin typeface="Roboto" panose="02000000000000000000" pitchFamily="2" charset="0"/>
                  <a:ea typeface="Roboto" panose="02000000000000000000" pitchFamily="2" charset="0"/>
                </a:rPr>
                <a:t>Heating</a:t>
              </a:r>
              <a:endParaRPr lang="en-US" dirty="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348" name="TextBox 3347">
              <a:extLst>
                <a:ext uri="{FF2B5EF4-FFF2-40B4-BE49-F238E27FC236}">
                  <a16:creationId xmlns:a16="http://schemas.microsoft.com/office/drawing/2014/main" id="{2B91E018-C566-9892-B44B-995DA76E635B}"/>
                </a:ext>
              </a:extLst>
            </p:cNvPr>
            <p:cNvSpPr txBox="1"/>
            <p:nvPr/>
          </p:nvSpPr>
          <p:spPr>
            <a:xfrm>
              <a:off x="9312035" y="7849723"/>
              <a:ext cx="119981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de-DE" altLang="zh-CN" dirty="0">
                  <a:latin typeface="Roboto" panose="02000000000000000000" pitchFamily="2" charset="0"/>
                  <a:ea typeface="Roboto" panose="02000000000000000000" pitchFamily="2" charset="0"/>
                </a:rPr>
                <a:t>Cooling</a:t>
              </a:r>
              <a:endParaRPr lang="en-US" dirty="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349" name="TextBox 3348">
              <a:extLst>
                <a:ext uri="{FF2B5EF4-FFF2-40B4-BE49-F238E27FC236}">
                  <a16:creationId xmlns:a16="http://schemas.microsoft.com/office/drawing/2014/main" id="{90899368-37DE-BB35-99C7-72FB770A0A6C}"/>
                </a:ext>
              </a:extLst>
            </p:cNvPr>
            <p:cNvSpPr txBox="1"/>
            <p:nvPr/>
          </p:nvSpPr>
          <p:spPr>
            <a:xfrm>
              <a:off x="11145303" y="7492071"/>
              <a:ext cx="193454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de-DE" altLang="zh-CN" dirty="0" err="1">
                  <a:latin typeface="Roboto" panose="02000000000000000000" pitchFamily="2" charset="0"/>
                  <a:ea typeface="Roboto" panose="02000000000000000000" pitchFamily="2" charset="0"/>
                </a:rPr>
                <a:t>Direct</a:t>
              </a:r>
              <a:r>
                <a:rPr lang="de-DE" altLang="zh-CN" dirty="0">
                  <a:latin typeface="Roboto" panose="02000000000000000000" pitchFamily="2" charset="0"/>
                  <a:ea typeface="Roboto" panose="02000000000000000000" pitchFamily="2" charset="0"/>
                </a:rPr>
                <a:t> </a:t>
              </a:r>
              <a:r>
                <a:rPr lang="de-DE" altLang="zh-CN" dirty="0" err="1">
                  <a:latin typeface="Roboto" panose="02000000000000000000" pitchFamily="2" charset="0"/>
                  <a:ea typeface="Roboto" panose="02000000000000000000" pitchFamily="2" charset="0"/>
                </a:rPr>
                <a:t>emissions</a:t>
              </a:r>
              <a:endParaRPr lang="en-US" dirty="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350" name="TextBox 3349">
              <a:extLst>
                <a:ext uri="{FF2B5EF4-FFF2-40B4-BE49-F238E27FC236}">
                  <a16:creationId xmlns:a16="http://schemas.microsoft.com/office/drawing/2014/main" id="{920D3B0C-3922-2B60-2B64-5AEC89DF9595}"/>
                </a:ext>
              </a:extLst>
            </p:cNvPr>
            <p:cNvSpPr txBox="1"/>
            <p:nvPr/>
          </p:nvSpPr>
          <p:spPr>
            <a:xfrm>
              <a:off x="11145303" y="7849395"/>
              <a:ext cx="82014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de-DE" altLang="zh-CN" dirty="0">
                  <a:latin typeface="Roboto" panose="02000000000000000000" pitchFamily="2" charset="0"/>
                  <a:ea typeface="Roboto" panose="02000000000000000000" pitchFamily="2" charset="0"/>
                </a:rPr>
                <a:t>Total</a:t>
              </a:r>
              <a:endParaRPr lang="en-US" dirty="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</p:grpSp>
      <p:sp>
        <p:nvSpPr>
          <p:cNvPr id="3351" name="TextBox 3350">
            <a:extLst>
              <a:ext uri="{FF2B5EF4-FFF2-40B4-BE49-F238E27FC236}">
                <a16:creationId xmlns:a16="http://schemas.microsoft.com/office/drawing/2014/main" id="{0BB33B19-ED37-37E9-3D87-CB7EC153656E}"/>
              </a:ext>
            </a:extLst>
          </p:cNvPr>
          <p:cNvSpPr txBox="1"/>
          <p:nvPr/>
        </p:nvSpPr>
        <p:spPr>
          <a:xfrm>
            <a:off x="1741079" y="1290109"/>
            <a:ext cx="72925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200" b="1" dirty="0">
                <a:latin typeface="Roboto" panose="02000000000000000000" pitchFamily="2" charset="0"/>
                <a:ea typeface="Roboto" panose="02000000000000000000" pitchFamily="2" charset="0"/>
              </a:rPr>
              <a:t>a</a:t>
            </a:r>
            <a:endParaRPr lang="de-CH" sz="2200" b="1" u="sng" baseline="-25000" dirty="0">
              <a:latin typeface="Roboto" panose="02000000000000000000" pitchFamily="2" charset="0"/>
              <a:ea typeface="Roboto" panose="02000000000000000000" pitchFamily="2" charset="0"/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3352" name="TextBox 3351">
            <a:extLst>
              <a:ext uri="{FF2B5EF4-FFF2-40B4-BE49-F238E27FC236}">
                <a16:creationId xmlns:a16="http://schemas.microsoft.com/office/drawing/2014/main" id="{DEA5375A-3BBE-630D-A8B0-7588D2DE6C67}"/>
              </a:ext>
            </a:extLst>
          </p:cNvPr>
          <p:cNvSpPr txBox="1"/>
          <p:nvPr/>
        </p:nvSpPr>
        <p:spPr>
          <a:xfrm>
            <a:off x="9296122" y="1290109"/>
            <a:ext cx="37701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altLang="zh-CN" sz="2200" b="1" dirty="0">
                <a:latin typeface="Roboto" panose="02000000000000000000" pitchFamily="2" charset="0"/>
                <a:ea typeface="Roboto" panose="02000000000000000000" pitchFamily="2" charset="0"/>
              </a:rPr>
              <a:t>b</a:t>
            </a:r>
            <a:endParaRPr lang="de-CH" sz="2200" b="1" u="sng" baseline="-25000" dirty="0">
              <a:latin typeface="Roboto" panose="02000000000000000000" pitchFamily="2" charset="0"/>
              <a:ea typeface="Roboto" panose="02000000000000000000" pitchFamily="2" charset="0"/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9E47EC1-C9D7-55EB-74D9-D7107CD91135}"/>
              </a:ext>
            </a:extLst>
          </p:cNvPr>
          <p:cNvGrpSpPr/>
          <p:nvPr/>
        </p:nvGrpSpPr>
        <p:grpSpPr>
          <a:xfrm>
            <a:off x="9599452" y="13605741"/>
            <a:ext cx="6102837" cy="4571434"/>
            <a:chOff x="9599452" y="13605741"/>
            <a:chExt cx="6102837" cy="4571434"/>
          </a:xfrm>
        </p:grpSpPr>
        <p:sp>
          <p:nvSpPr>
            <p:cNvPr id="3203" name="Oval 3202">
              <a:extLst>
                <a:ext uri="{FF2B5EF4-FFF2-40B4-BE49-F238E27FC236}">
                  <a16:creationId xmlns:a16="http://schemas.microsoft.com/office/drawing/2014/main" id="{47D5B09D-F0EC-7A2E-0559-DE7F8FEABB41}"/>
                </a:ext>
              </a:extLst>
            </p:cNvPr>
            <p:cNvSpPr/>
            <p:nvPr/>
          </p:nvSpPr>
          <p:spPr>
            <a:xfrm>
              <a:off x="10617065" y="14878394"/>
              <a:ext cx="4210661" cy="3023322"/>
            </a:xfrm>
            <a:prstGeom prst="ellipse">
              <a:avLst/>
            </a:prstGeom>
            <a:noFill/>
            <a:ln w="38100">
              <a:solidFill>
                <a:srgbClr val="E26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 dirty="0">
                <a:noFill/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185" name="Rectangle: Rounded Corners 3184">
              <a:extLst>
                <a:ext uri="{FF2B5EF4-FFF2-40B4-BE49-F238E27FC236}">
                  <a16:creationId xmlns:a16="http://schemas.microsoft.com/office/drawing/2014/main" id="{F9316029-8858-9D8B-7B63-526C1B2EA5E6}"/>
                </a:ext>
              </a:extLst>
            </p:cNvPr>
            <p:cNvSpPr/>
            <p:nvPr/>
          </p:nvSpPr>
          <p:spPr>
            <a:xfrm>
              <a:off x="12172079" y="17662607"/>
              <a:ext cx="1066621" cy="445361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2 </a:t>
              </a:r>
              <a:r>
                <a:rPr lang="en-US" dirty="0" err="1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LiOH</a:t>
              </a:r>
              <a:endParaRPr lang="en-US" baseline="-250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182" name="TextBox 3181">
              <a:extLst>
                <a:ext uri="{FF2B5EF4-FFF2-40B4-BE49-F238E27FC236}">
                  <a16:creationId xmlns:a16="http://schemas.microsoft.com/office/drawing/2014/main" id="{C3E6E0B8-4E7B-5B5D-AC2F-C40412DBF10A}"/>
                </a:ext>
              </a:extLst>
            </p:cNvPr>
            <p:cNvSpPr txBox="1"/>
            <p:nvPr/>
          </p:nvSpPr>
          <p:spPr>
            <a:xfrm>
              <a:off x="9599452" y="16387999"/>
              <a:ext cx="1032392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Roboto" panose="02000000000000000000" pitchFamily="2" charset="0"/>
                  <a:ea typeface="Roboto" panose="02000000000000000000" pitchFamily="2" charset="0"/>
                </a:rPr>
                <a:t>H</a:t>
              </a:r>
              <a:r>
                <a:rPr lang="en-US" baseline="-25000" dirty="0">
                  <a:latin typeface="Roboto" panose="02000000000000000000" pitchFamily="2" charset="0"/>
                  <a:ea typeface="Roboto" panose="02000000000000000000" pitchFamily="2" charset="0"/>
                </a:rPr>
                <a:t>2</a:t>
              </a:r>
              <a:r>
                <a:rPr lang="en-US" dirty="0">
                  <a:latin typeface="Roboto" panose="02000000000000000000" pitchFamily="2" charset="0"/>
                  <a:ea typeface="Roboto" panose="02000000000000000000" pitchFamily="2" charset="0"/>
                </a:rPr>
                <a:t>O + 0.5 O</a:t>
              </a:r>
              <a:r>
                <a:rPr lang="en-US" baseline="-25000" dirty="0">
                  <a:latin typeface="Roboto" panose="02000000000000000000" pitchFamily="2" charset="0"/>
                  <a:ea typeface="Roboto" panose="02000000000000000000" pitchFamily="2" charset="0"/>
                </a:rPr>
                <a:t>2</a:t>
              </a:r>
            </a:p>
          </p:txBody>
        </p:sp>
        <p:sp>
          <p:nvSpPr>
            <p:cNvPr id="3205" name="Rectangle: Rounded Corners 3204">
              <a:extLst>
                <a:ext uri="{FF2B5EF4-FFF2-40B4-BE49-F238E27FC236}">
                  <a16:creationId xmlns:a16="http://schemas.microsoft.com/office/drawing/2014/main" id="{865F77AF-3297-8137-EC08-96B9A6E6F91C}"/>
                </a:ext>
              </a:extLst>
            </p:cNvPr>
            <p:cNvSpPr/>
            <p:nvPr/>
          </p:nvSpPr>
          <p:spPr>
            <a:xfrm>
              <a:off x="10404942" y="15325129"/>
              <a:ext cx="1066621" cy="445361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2 Li</a:t>
              </a:r>
              <a:endParaRPr lang="en-US" baseline="-250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206" name="Rectangle: Rounded Corners 3205">
              <a:extLst>
                <a:ext uri="{FF2B5EF4-FFF2-40B4-BE49-F238E27FC236}">
                  <a16:creationId xmlns:a16="http://schemas.microsoft.com/office/drawing/2014/main" id="{BEBE7B6F-602B-BE47-0938-C66C65C8D1A7}"/>
                </a:ext>
              </a:extLst>
            </p:cNvPr>
            <p:cNvSpPr/>
            <p:nvPr/>
          </p:nvSpPr>
          <p:spPr>
            <a:xfrm>
              <a:off x="13911672" y="15325129"/>
              <a:ext cx="1066621" cy="445361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Li</a:t>
              </a:r>
              <a:r>
                <a:rPr lang="en-US" baseline="-2500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2</a:t>
              </a:r>
              <a:r>
                <a:rPr lang="en-US" dirty="0">
                  <a:solidFill>
                    <a:srgbClr val="00C862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C</a:t>
              </a:r>
              <a:r>
                <a:rPr lang="en-US" baseline="-25000" dirty="0">
                  <a:solidFill>
                    <a:srgbClr val="00C862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2</a:t>
              </a:r>
            </a:p>
          </p:txBody>
        </p:sp>
        <p:sp>
          <p:nvSpPr>
            <p:cNvPr id="3210" name="Freeform: Shape 3209">
              <a:extLst>
                <a:ext uri="{FF2B5EF4-FFF2-40B4-BE49-F238E27FC236}">
                  <a16:creationId xmlns:a16="http://schemas.microsoft.com/office/drawing/2014/main" id="{1E7D2F7C-0FC8-8DFC-8A2E-9803619AA42D}"/>
                </a:ext>
              </a:extLst>
            </p:cNvPr>
            <p:cNvSpPr/>
            <p:nvPr/>
          </p:nvSpPr>
          <p:spPr>
            <a:xfrm>
              <a:off x="10279228" y="16748146"/>
              <a:ext cx="584200" cy="357703"/>
            </a:xfrm>
            <a:custGeom>
              <a:avLst/>
              <a:gdLst>
                <a:gd name="connsiteX0" fmla="*/ 584200 w 584200"/>
                <a:gd name="connsiteY0" fmla="*/ 357703 h 357703"/>
                <a:gd name="connsiteX1" fmla="*/ 304800 w 584200"/>
                <a:gd name="connsiteY1" fmla="*/ 40203 h 357703"/>
                <a:gd name="connsiteX2" fmla="*/ 0 w 584200"/>
                <a:gd name="connsiteY2" fmla="*/ 14803 h 3577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84200" h="357703">
                  <a:moveTo>
                    <a:pt x="584200" y="357703"/>
                  </a:moveTo>
                  <a:cubicBezTo>
                    <a:pt x="493183" y="227528"/>
                    <a:pt x="402167" y="97353"/>
                    <a:pt x="304800" y="40203"/>
                  </a:cubicBezTo>
                  <a:cubicBezTo>
                    <a:pt x="207433" y="-16947"/>
                    <a:pt x="103716" y="-1072"/>
                    <a:pt x="0" y="14803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 dirty="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211" name="TextBox 3210">
              <a:extLst>
                <a:ext uri="{FF2B5EF4-FFF2-40B4-BE49-F238E27FC236}">
                  <a16:creationId xmlns:a16="http://schemas.microsoft.com/office/drawing/2014/main" id="{CEAF68A3-281B-BFD1-8CED-E742C225D41E}"/>
                </a:ext>
              </a:extLst>
            </p:cNvPr>
            <p:cNvSpPr txBox="1"/>
            <p:nvPr/>
          </p:nvSpPr>
          <p:spPr>
            <a:xfrm>
              <a:off x="9908277" y="17310805"/>
              <a:ext cx="155073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Roboto" panose="02000000000000000000" pitchFamily="2" charset="0"/>
                  <a:ea typeface="Roboto" panose="02000000000000000000" pitchFamily="2" charset="0"/>
                </a:rPr>
                <a:t>electrolysis</a:t>
              </a:r>
              <a:endParaRPr lang="en-US" baseline="-25000" dirty="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216" name="TextBox 3215">
              <a:extLst>
                <a:ext uri="{FF2B5EF4-FFF2-40B4-BE49-F238E27FC236}">
                  <a16:creationId xmlns:a16="http://schemas.microsoft.com/office/drawing/2014/main" id="{E157FCDF-FD6E-B7F6-9BB9-C035533FCABF}"/>
                </a:ext>
              </a:extLst>
            </p:cNvPr>
            <p:cNvSpPr txBox="1"/>
            <p:nvPr/>
          </p:nvSpPr>
          <p:spPr>
            <a:xfrm>
              <a:off x="14818616" y="16600804"/>
              <a:ext cx="88367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Roboto" panose="02000000000000000000" pitchFamily="2" charset="0"/>
                  <a:ea typeface="Roboto" panose="02000000000000000000" pitchFamily="2" charset="0"/>
                </a:rPr>
                <a:t>2 </a:t>
              </a:r>
              <a:r>
                <a:rPr lang="en-US" dirty="0">
                  <a:solidFill>
                    <a:srgbClr val="00C862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H</a:t>
              </a:r>
              <a:r>
                <a:rPr lang="en-US" baseline="-25000" dirty="0">
                  <a:solidFill>
                    <a:srgbClr val="00C862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2</a:t>
              </a:r>
              <a:r>
                <a:rPr lang="en-US" dirty="0">
                  <a:latin typeface="Roboto" panose="02000000000000000000" pitchFamily="2" charset="0"/>
                  <a:ea typeface="Roboto" panose="02000000000000000000" pitchFamily="2" charset="0"/>
                </a:rPr>
                <a:t>O</a:t>
              </a:r>
              <a:endParaRPr lang="en-US" baseline="-25000" dirty="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3218" name="TextBox 3217">
              <a:extLst>
                <a:ext uri="{FF2B5EF4-FFF2-40B4-BE49-F238E27FC236}">
                  <a16:creationId xmlns:a16="http://schemas.microsoft.com/office/drawing/2014/main" id="{FA1719A1-EEFC-8DF8-CC97-DE4D35649572}"/>
                </a:ext>
              </a:extLst>
            </p:cNvPr>
            <p:cNvSpPr txBox="1"/>
            <p:nvPr/>
          </p:nvSpPr>
          <p:spPr>
            <a:xfrm>
              <a:off x="14132878" y="17586897"/>
              <a:ext cx="88367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solidFill>
                    <a:srgbClr val="00C862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C</a:t>
              </a:r>
              <a:r>
                <a:rPr lang="en-US" baseline="-25000" dirty="0">
                  <a:solidFill>
                    <a:srgbClr val="00C862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2</a:t>
              </a:r>
              <a:r>
                <a:rPr lang="en-US" dirty="0">
                  <a:solidFill>
                    <a:srgbClr val="00C862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H</a:t>
              </a:r>
              <a:r>
                <a:rPr lang="en-US" baseline="-25000" dirty="0">
                  <a:solidFill>
                    <a:srgbClr val="00C862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2</a:t>
              </a:r>
            </a:p>
          </p:txBody>
        </p: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66EE3B7E-B718-1139-FB05-47C26A47B4E9}"/>
                </a:ext>
              </a:extLst>
            </p:cNvPr>
            <p:cNvGrpSpPr/>
            <p:nvPr/>
          </p:nvGrpSpPr>
          <p:grpSpPr>
            <a:xfrm>
              <a:off x="11557546" y="13605741"/>
              <a:ext cx="3510888" cy="1266042"/>
              <a:chOff x="11659146" y="13573991"/>
              <a:chExt cx="3510888" cy="1266042"/>
            </a:xfrm>
          </p:grpSpPr>
          <p:sp>
            <p:nvSpPr>
              <p:cNvPr id="5" name="Arc 4">
                <a:extLst>
                  <a:ext uri="{FF2B5EF4-FFF2-40B4-BE49-F238E27FC236}">
                    <a16:creationId xmlns:a16="http://schemas.microsoft.com/office/drawing/2014/main" id="{74F97490-BD82-95EF-258F-297109723AB7}"/>
                  </a:ext>
                </a:extLst>
              </p:cNvPr>
              <p:cNvSpPr/>
              <p:nvPr/>
            </p:nvSpPr>
            <p:spPr>
              <a:xfrm rot="7879567">
                <a:off x="12119916" y="13573991"/>
                <a:ext cx="1266042" cy="1266042"/>
              </a:xfrm>
              <a:prstGeom prst="arc">
                <a:avLst/>
              </a:prstGeom>
              <a:ln w="25400">
                <a:head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191" name="TextBox 3190">
                <a:extLst>
                  <a:ext uri="{FF2B5EF4-FFF2-40B4-BE49-F238E27FC236}">
                    <a16:creationId xmlns:a16="http://schemas.microsoft.com/office/drawing/2014/main" id="{3C95D113-C898-1ACF-3AEA-5CF4D14A9B37}"/>
                  </a:ext>
                </a:extLst>
              </p:cNvPr>
              <p:cNvSpPr txBox="1"/>
              <p:nvPr/>
            </p:nvSpPr>
            <p:spPr>
              <a:xfrm>
                <a:off x="11659146" y="14374555"/>
                <a:ext cx="88367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solidFill>
                      <a:srgbClr val="00C862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2 C</a:t>
                </a:r>
                <a:r>
                  <a:rPr lang="en-US" dirty="0">
                    <a:latin typeface="Roboto" panose="02000000000000000000" pitchFamily="2" charset="0"/>
                    <a:ea typeface="Roboto" panose="02000000000000000000" pitchFamily="2" charset="0"/>
                  </a:rPr>
                  <a:t>O</a:t>
                </a:r>
                <a:r>
                  <a:rPr lang="en-US" baseline="-25000" dirty="0">
                    <a:latin typeface="Roboto" panose="02000000000000000000" pitchFamily="2" charset="0"/>
                    <a:ea typeface="Roboto" panose="02000000000000000000" pitchFamily="2" charset="0"/>
                  </a:rPr>
                  <a:t>2</a:t>
                </a:r>
              </a:p>
            </p:txBody>
          </p:sp>
          <p:sp>
            <p:nvSpPr>
              <p:cNvPr id="3220" name="TextBox 3219">
                <a:extLst>
                  <a:ext uri="{FF2B5EF4-FFF2-40B4-BE49-F238E27FC236}">
                    <a16:creationId xmlns:a16="http://schemas.microsoft.com/office/drawing/2014/main" id="{52917C8A-F8A5-5D79-E3C8-6EC280B86ECD}"/>
                  </a:ext>
                </a:extLst>
              </p:cNvPr>
              <p:cNvSpPr txBox="1"/>
              <p:nvPr/>
            </p:nvSpPr>
            <p:spPr>
              <a:xfrm>
                <a:off x="13163560" y="14369474"/>
                <a:ext cx="200647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latin typeface="Roboto" panose="02000000000000000000" pitchFamily="2" charset="0"/>
                    <a:ea typeface="Roboto" panose="02000000000000000000" pitchFamily="2" charset="0"/>
                  </a:rPr>
                  <a:t>Li</a:t>
                </a:r>
                <a:r>
                  <a:rPr lang="en-US" baseline="-25000" dirty="0">
                    <a:latin typeface="Roboto" panose="02000000000000000000" pitchFamily="2" charset="0"/>
                    <a:ea typeface="Roboto" panose="02000000000000000000" pitchFamily="2" charset="0"/>
                  </a:rPr>
                  <a:t>2</a:t>
                </a:r>
                <a:r>
                  <a:rPr lang="en-US" dirty="0">
                    <a:latin typeface="Roboto" panose="02000000000000000000" pitchFamily="2" charset="0"/>
                    <a:ea typeface="Roboto" panose="02000000000000000000" pitchFamily="2" charset="0"/>
                  </a:rPr>
                  <a:t>O or Li</a:t>
                </a:r>
                <a:r>
                  <a:rPr lang="en-US" baseline="-25000" dirty="0">
                    <a:latin typeface="Roboto" panose="02000000000000000000" pitchFamily="2" charset="0"/>
                    <a:ea typeface="Roboto" panose="02000000000000000000" pitchFamily="2" charset="0"/>
                  </a:rPr>
                  <a:t>2</a:t>
                </a:r>
                <a:r>
                  <a:rPr lang="en-US" dirty="0">
                    <a:latin typeface="Roboto" panose="02000000000000000000" pitchFamily="2" charset="0"/>
                    <a:ea typeface="Roboto" panose="02000000000000000000" pitchFamily="2" charset="0"/>
                  </a:rPr>
                  <a:t>CO</a:t>
                </a:r>
                <a:r>
                  <a:rPr lang="en-US" baseline="-25000" dirty="0">
                    <a:latin typeface="Roboto" panose="02000000000000000000" pitchFamily="2" charset="0"/>
                    <a:ea typeface="Roboto" panose="02000000000000000000" pitchFamily="2" charset="0"/>
                  </a:rPr>
                  <a:t>3</a:t>
                </a:r>
              </a:p>
            </p:txBody>
          </p:sp>
        </p:grpSp>
        <p:sp>
          <p:nvSpPr>
            <p:cNvPr id="3221" name="TextBox 3220">
              <a:extLst>
                <a:ext uri="{FF2B5EF4-FFF2-40B4-BE49-F238E27FC236}">
                  <a16:creationId xmlns:a16="http://schemas.microsoft.com/office/drawing/2014/main" id="{4A1BB535-853E-614A-FE76-BADD67976D2A}"/>
                </a:ext>
              </a:extLst>
            </p:cNvPr>
            <p:cNvSpPr txBox="1"/>
            <p:nvPr/>
          </p:nvSpPr>
          <p:spPr>
            <a:xfrm>
              <a:off x="11401228" y="16148247"/>
              <a:ext cx="284803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solidFill>
                    <a:srgbClr val="00C862"/>
                  </a:solidFill>
                  <a:latin typeface="Roboto" panose="02000000000000000000" pitchFamily="2" charset="0"/>
                  <a:ea typeface="Roboto" panose="02000000000000000000" pitchFamily="2" charset="0"/>
                  <a:cs typeface="Arial" panose="020B0604020202020204" pitchFamily="34" charset="0"/>
                </a:rPr>
                <a:t>2 C</a:t>
              </a:r>
              <a:r>
                <a:rPr lang="en-US" dirty="0">
                  <a:latin typeface="Roboto" panose="02000000000000000000" pitchFamily="2" charset="0"/>
                  <a:ea typeface="Roboto" panose="02000000000000000000" pitchFamily="2" charset="0"/>
                  <a:cs typeface="Arial" panose="020B0604020202020204" pitchFamily="34" charset="0"/>
                </a:rPr>
                <a:t>O</a:t>
              </a:r>
              <a:r>
                <a:rPr lang="en-US" baseline="-25000" dirty="0">
                  <a:latin typeface="Roboto" panose="02000000000000000000" pitchFamily="2" charset="0"/>
                  <a:ea typeface="Roboto" panose="02000000000000000000" pitchFamily="2" charset="0"/>
                  <a:cs typeface="Arial" panose="020B0604020202020204" pitchFamily="34" charset="0"/>
                </a:rPr>
                <a:t>2</a:t>
              </a:r>
              <a:r>
                <a:rPr lang="en-US" dirty="0">
                  <a:latin typeface="Roboto" panose="02000000000000000000" pitchFamily="2" charset="0"/>
                  <a:ea typeface="Roboto" panose="02000000000000000000" pitchFamily="2" charset="0"/>
                  <a:cs typeface="Arial" panose="020B0604020202020204" pitchFamily="34" charset="0"/>
                </a:rPr>
                <a:t> + </a:t>
              </a:r>
              <a:r>
                <a:rPr lang="en-US" dirty="0">
                  <a:solidFill>
                    <a:srgbClr val="00C862"/>
                  </a:solidFill>
                  <a:latin typeface="Roboto" panose="02000000000000000000" pitchFamily="2" charset="0"/>
                  <a:ea typeface="Roboto" panose="02000000000000000000" pitchFamily="2" charset="0"/>
                  <a:cs typeface="Arial" panose="020B0604020202020204" pitchFamily="34" charset="0"/>
                </a:rPr>
                <a:t>H</a:t>
              </a:r>
              <a:r>
                <a:rPr lang="en-US" baseline="-25000" dirty="0">
                  <a:solidFill>
                    <a:srgbClr val="00C862"/>
                  </a:solidFill>
                  <a:latin typeface="Roboto" panose="02000000000000000000" pitchFamily="2" charset="0"/>
                  <a:ea typeface="Roboto" panose="02000000000000000000" pitchFamily="2" charset="0"/>
                  <a:cs typeface="Arial" panose="020B0604020202020204" pitchFamily="34" charset="0"/>
                </a:rPr>
                <a:t>2</a:t>
              </a:r>
              <a:r>
                <a:rPr lang="en-US" dirty="0">
                  <a:latin typeface="Roboto" panose="02000000000000000000" pitchFamily="2" charset="0"/>
                  <a:ea typeface="Roboto" panose="02000000000000000000" pitchFamily="2" charset="0"/>
                  <a:cs typeface="Arial" panose="020B0604020202020204" pitchFamily="34" charset="0"/>
                </a:rPr>
                <a:t>O → </a:t>
              </a:r>
              <a:r>
                <a:rPr lang="en-US" dirty="0">
                  <a:solidFill>
                    <a:srgbClr val="00C862"/>
                  </a:solidFill>
                  <a:latin typeface="Roboto" panose="02000000000000000000" pitchFamily="2" charset="0"/>
                  <a:ea typeface="Roboto" panose="02000000000000000000" pitchFamily="2" charset="0"/>
                  <a:cs typeface="Arial" panose="020B0604020202020204" pitchFamily="34" charset="0"/>
                </a:rPr>
                <a:t>C</a:t>
              </a:r>
              <a:r>
                <a:rPr lang="en-US" baseline="-25000" dirty="0">
                  <a:solidFill>
                    <a:srgbClr val="00C862"/>
                  </a:solidFill>
                  <a:latin typeface="Roboto" panose="02000000000000000000" pitchFamily="2" charset="0"/>
                  <a:ea typeface="Roboto" panose="02000000000000000000" pitchFamily="2" charset="0"/>
                  <a:cs typeface="Arial" panose="020B0604020202020204" pitchFamily="34" charset="0"/>
                </a:rPr>
                <a:t>2</a:t>
              </a:r>
              <a:r>
                <a:rPr lang="en-US" dirty="0">
                  <a:solidFill>
                    <a:srgbClr val="00C862"/>
                  </a:solidFill>
                  <a:latin typeface="Roboto" panose="02000000000000000000" pitchFamily="2" charset="0"/>
                  <a:ea typeface="Roboto" panose="02000000000000000000" pitchFamily="2" charset="0"/>
                  <a:cs typeface="Arial" panose="020B0604020202020204" pitchFamily="34" charset="0"/>
                </a:rPr>
                <a:t>H</a:t>
              </a:r>
              <a:r>
                <a:rPr lang="en-US" baseline="-25000" dirty="0">
                  <a:solidFill>
                    <a:srgbClr val="00C862"/>
                  </a:solidFill>
                  <a:latin typeface="Roboto" panose="02000000000000000000" pitchFamily="2" charset="0"/>
                  <a:ea typeface="Roboto" panose="02000000000000000000" pitchFamily="2" charset="0"/>
                  <a:cs typeface="Arial" panose="020B0604020202020204" pitchFamily="34" charset="0"/>
                </a:rPr>
                <a:t>2</a:t>
              </a:r>
              <a:r>
                <a:rPr lang="en-US" dirty="0">
                  <a:latin typeface="Roboto" panose="02000000000000000000" pitchFamily="2" charset="0"/>
                  <a:ea typeface="Roboto" panose="02000000000000000000" pitchFamily="2" charset="0"/>
                  <a:cs typeface="Arial" panose="020B0604020202020204" pitchFamily="34" charset="0"/>
                </a:rPr>
                <a:t> + O</a:t>
              </a:r>
              <a:r>
                <a:rPr lang="en-US" baseline="-25000" dirty="0">
                  <a:latin typeface="Roboto" panose="02000000000000000000" pitchFamily="2" charset="0"/>
                  <a:ea typeface="Roboto" panose="02000000000000000000" pitchFamily="2" charset="0"/>
                  <a:cs typeface="Arial" panose="020B0604020202020204" pitchFamily="34" charset="0"/>
                </a:rPr>
                <a:t>2</a:t>
              </a:r>
              <a:r>
                <a:rPr lang="en-US" i="1" dirty="0">
                  <a:solidFill>
                    <a:srgbClr val="E4325C"/>
                  </a:solidFill>
                  <a:latin typeface="Roboto" panose="02000000000000000000" pitchFamily="2" charset="0"/>
                  <a:ea typeface="Roboto" panose="02000000000000000000" pitchFamily="2" charset="0"/>
                  <a:cs typeface="Arial" panose="020B0604020202020204" pitchFamily="34" charset="0"/>
                </a:rPr>
                <a:t> </a:t>
              </a:r>
              <a:endParaRPr lang="de-CH" dirty="0">
                <a:solidFill>
                  <a:srgbClr val="E4325C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05AFC506-6E4D-A10B-0FB5-FA5448D6FDD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70711" y="15978420"/>
              <a:ext cx="25867" cy="65975"/>
            </a:xfrm>
            <a:prstGeom prst="straightConnector1">
              <a:avLst/>
            </a:prstGeom>
            <a:ln w="38100">
              <a:solidFill>
                <a:srgbClr val="E26FFF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1E282726-1543-FA68-EAAF-9CAEA66A9856}"/>
                </a:ext>
              </a:extLst>
            </p:cNvPr>
            <p:cNvCxnSpPr>
              <a:cxnSpLocks/>
            </p:cNvCxnSpPr>
            <p:nvPr/>
          </p:nvCxnSpPr>
          <p:spPr>
            <a:xfrm>
              <a:off x="13885805" y="15125084"/>
              <a:ext cx="61055" cy="32392"/>
            </a:xfrm>
            <a:prstGeom prst="straightConnector1">
              <a:avLst/>
            </a:prstGeom>
            <a:ln w="38100">
              <a:solidFill>
                <a:srgbClr val="E26FFF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281C4A77-571B-212C-1BED-358F6E48941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439774" y="17791202"/>
              <a:ext cx="59881" cy="17384"/>
            </a:xfrm>
            <a:prstGeom prst="straightConnector1">
              <a:avLst/>
            </a:prstGeom>
            <a:ln w="38100">
              <a:solidFill>
                <a:srgbClr val="E26FFF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Arc 6">
              <a:extLst>
                <a:ext uri="{FF2B5EF4-FFF2-40B4-BE49-F238E27FC236}">
                  <a16:creationId xmlns:a16="http://schemas.microsoft.com/office/drawing/2014/main" id="{A840BF39-9EB8-EA03-E64E-FF95588C5D7B}"/>
                </a:ext>
              </a:extLst>
            </p:cNvPr>
            <p:cNvSpPr/>
            <p:nvPr/>
          </p:nvSpPr>
          <p:spPr>
            <a:xfrm rot="15454111">
              <a:off x="14433708" y="16911133"/>
              <a:ext cx="1266042" cy="1266042"/>
            </a:xfrm>
            <a:prstGeom prst="arc">
              <a:avLst/>
            </a:prstGeom>
            <a:ln w="25400">
              <a:head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7293492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b2c3d82-2c28-4afd-a961-ac8563f93fe6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55D8D02FCBFE4A45BE4A6066F3F20788" ma:contentTypeVersion="6" ma:contentTypeDescription="Ein neues Dokument erstellen." ma:contentTypeScope="" ma:versionID="69dc4bf7c9f0c5dd5390daa3ad860cd5">
  <xsd:schema xmlns:xsd="http://www.w3.org/2001/XMLSchema" xmlns:xs="http://www.w3.org/2001/XMLSchema" xmlns:p="http://schemas.microsoft.com/office/2006/metadata/properties" xmlns:ns3="fb2c3d82-2c28-4afd-a961-ac8563f93fe6" targetNamespace="http://schemas.microsoft.com/office/2006/metadata/properties" ma:root="true" ma:fieldsID="1c8d453700636c18605530afedd7f6cc" ns3:_="">
    <xsd:import namespace="fb2c3d82-2c28-4afd-a961-ac8563f93fe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2c3d82-2c28-4afd-a961-ac8563f93fe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B141B9D-D0FE-4207-8721-5E8DDAA8F67C}">
  <ds:schemaRefs>
    <ds:schemaRef ds:uri="http://purl.org/dc/elements/1.1/"/>
    <ds:schemaRef ds:uri="http://purl.org/dc/dcmitype/"/>
    <ds:schemaRef ds:uri="http://schemas.microsoft.com/office/2006/documentManagement/types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http://schemas.microsoft.com/office/2006/metadata/properties"/>
    <ds:schemaRef ds:uri="fb2c3d82-2c28-4afd-a961-ac8563f93fe6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DEB8DA1D-AC09-4518-85FC-5E14E3EF869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b2c3d82-2c28-4afd-a961-ac8563f93fe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CCB7CA0-AB87-42FF-9508-6695CE11E7D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93</TotalTime>
  <Words>120</Words>
  <Application>Microsoft Office PowerPoint</Application>
  <PresentationFormat>Custom</PresentationFormat>
  <Paragraphs>57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Roboto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Zhang  Zihao</dc:creator>
  <cp:lastModifiedBy>Zhang, Zihao</cp:lastModifiedBy>
  <cp:revision>581</cp:revision>
  <dcterms:created xsi:type="dcterms:W3CDTF">2024-06-05T14:30:51Z</dcterms:created>
  <dcterms:modified xsi:type="dcterms:W3CDTF">2025-01-04T23:46:15Z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0x01010055D8D02FCBFE4A45BE4A6066F3F20788</vt:lpwstr>
  </property>
</Properties>
</file>