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2" saveSubsetFonts="1">
  <p:sldMasterIdLst>
    <p:sldMasterId id="2147483792" r:id="rId4"/>
  </p:sldMasterIdLst>
  <p:notesMasterIdLst>
    <p:notesMasterId r:id="rId6"/>
  </p:notesMasterIdLst>
  <p:sldIdLst>
    <p:sldId id="260" r:id="rId5"/>
  </p:sldIdLst>
  <p:sldSz cx="17373600" cy="1920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6FFF"/>
    <a:srgbClr val="009890"/>
    <a:srgbClr val="E4325C"/>
    <a:srgbClr val="00C862"/>
    <a:srgbClr val="FA9B41"/>
    <a:srgbClr val="333300"/>
    <a:srgbClr val="00FFCC"/>
    <a:srgbClr val="66FFFF"/>
    <a:srgbClr val="6161AA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38631E-7A82-41E4-A521-569E943D35DE}" v="16" dt="2025-01-06T23:42:17.5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19" autoAdjust="0"/>
    <p:restoredTop sz="96247" autoAdjust="0"/>
  </p:normalViewPr>
  <p:slideViewPr>
    <p:cSldViewPr snapToGrid="0">
      <p:cViewPr>
        <p:scale>
          <a:sx n="50" d="100"/>
          <a:sy n="50" d="100"/>
        </p:scale>
        <p:origin x="3508" y="54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ang, Zihao" userId="26112959-846b-4648-8ed6-22f7e11ddcd4" providerId="ADAL" clId="{0064F97C-4543-4094-B197-74D62B237C8A}"/>
    <pc:docChg chg="undo custSel delSld modSld">
      <pc:chgData name="Zhang, Zihao" userId="26112959-846b-4648-8ed6-22f7e11ddcd4" providerId="ADAL" clId="{0064F97C-4543-4094-B197-74D62B237C8A}" dt="2025-01-04T23:46:40.199" v="231" actId="478"/>
      <pc:docMkLst>
        <pc:docMk/>
      </pc:docMkLst>
      <pc:sldChg chg="addSp delSp modSp mod">
        <pc:chgData name="Zhang, Zihao" userId="26112959-846b-4648-8ed6-22f7e11ddcd4" providerId="ADAL" clId="{0064F97C-4543-4094-B197-74D62B237C8A}" dt="2025-01-04T23:46:40.199" v="231" actId="478"/>
        <pc:sldMkLst>
          <pc:docMk/>
          <pc:sldMk cId="2865581521" sldId="260"/>
        </pc:sldMkLst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" creationId="{0DD7BEF3-FD24-8883-ECF6-B829B80070FB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" creationId="{0A6F7348-C19D-64D7-9BBE-896652D12573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4" creationId="{2D963BED-8020-41BC-6C57-06DB903ADB08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5" creationId="{164486BF-C09F-C992-D8DA-C558092CCCC1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7" creationId="{49C36704-64EA-DF44-A5C1-F0C348763FFB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8" creationId="{EAF48D73-EC51-5FC6-6D6E-99A58CF679A1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9" creationId="{8D05CDC3-3DDA-2ADF-A800-04611F32F8A9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10" creationId="{DF8E67A4-CC08-F78E-59BE-A0C79ED3DDE0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11" creationId="{B5C0C36C-554F-54EA-F12F-243DE31BA2EB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69" creationId="{EA12E90B-57C5-4B5E-CF85-FCD16FA0EF10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70" creationId="{9C81DF0F-F163-7142-A4E2-B360606FDDA4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71" creationId="{95FEAF96-28BD-1347-7A23-0CD953A459B0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72" creationId="{5F1179CD-965D-314B-5871-997B16035CCF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73" creationId="{6BFF249B-205D-756D-C0BB-9C8FBB37285D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74" creationId="{9D8F70EF-8749-B606-D291-B1EEB6443F53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75" creationId="{326B8012-F259-74AD-53A5-D762BE8B3D7E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76" creationId="{80F96624-2E83-BDC1-6B09-F56E967D3AF5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77" creationId="{927B05DB-56C4-86D5-E9EE-98A9EB6B90DE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78" creationId="{538CC8FA-ED68-BC05-D254-CCD99829486F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79" creationId="{B67F68FB-6828-1197-39B1-48633741D437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82" creationId="{88CB5E78-AFEE-8D63-9086-F4E6DE3913B1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83" creationId="{01219766-CDE3-77C4-71A1-C88E550AB83B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84" creationId="{06197D37-528A-CF45-2A2E-5D2D04870804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86" creationId="{4D0C643F-9899-E897-1D4A-3A4D57B2C587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87" creationId="{18098C8C-662C-C38D-B9EE-F0521F6C4E13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89" creationId="{99870266-1496-C794-6831-58C07498A431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90" creationId="{5583611E-0197-4469-D292-2BDCBB99D669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92" creationId="{5A4D12E0-F7F0-91E8-93DA-14D0BF6E070C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94" creationId="{FC6ABDA7-84C4-A181-A36D-3DE29314E2F5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97" creationId="{261D9FAC-6349-0CE8-47E9-72D16EB5DEE3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98" creationId="{96B90CEA-F955-3B4E-EA4B-B765D01FCCC3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99" creationId="{92DEE283-60DE-972F-8544-C055ED854C51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100" creationId="{87544D73-DB00-24E0-0FFA-308E32C972CC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102" creationId="{88337E60-0676-43C0-EAEA-E5B67B58525B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103" creationId="{9284952A-2615-9939-E56F-E385A80F8BE9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104" creationId="{1318A762-7B1C-9176-36C5-A101A20E79F1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105" creationId="{6EFEB4F2-B775-780A-E3A5-BEF324EDB5AC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106" creationId="{0DBE64C1-3BA3-4C0A-53AB-98E4FF9A8AB8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107" creationId="{AEE04E3A-7D81-78E2-7B5A-630A22D5854B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108" creationId="{277330C8-4AF1-5724-7420-A1EE3F8D2827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109" creationId="{421DE242-34C9-7EE3-AD79-1D5476A42BD9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111" creationId="{C5D98567-5236-AC6B-0F26-7F9DF9AC6008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114" creationId="{FED9348B-217D-EE37-72D1-AEDF9198AD31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115" creationId="{4AC94AE5-501F-ECBA-D2B6-36FDFF18B9D1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116" creationId="{4FD3F305-7851-38AA-E920-6392B254FA04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117" creationId="{EF646D7C-651F-410A-E350-868951A3DD0D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118" creationId="{FFC050A3-6EB5-08A1-9DC3-3C5328EFA964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119" creationId="{2833CB12-B130-634B-152A-E7FC0C768C19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120" creationId="{82C1B94F-D0BB-E039-A10A-78574816E09B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121" creationId="{3F17BD56-02A9-142B-0120-06C8E49720F1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122" creationId="{D859D22E-A21C-3DDE-A162-75277CE20969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123" creationId="{B65D9CBF-BED3-8D4A-657C-36F54915345D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125" creationId="{49C1C8C9-78CC-ABE1-1677-82F729A6FF1F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126" creationId="{411798BD-5AD8-6E40-BF98-330C3E49284A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127" creationId="{9EBFF04B-6125-5111-EF08-8C393DE57CF2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1381" creationId="{6E72B3CE-21E3-B85B-E0F7-C91E8F9CDBE5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1383" creationId="{879AA769-DEDF-AEEE-5C9E-9C3BEA4E5A48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1384" creationId="{005F30CC-E401-FF01-7ACF-BA187F68FA2A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1386" creationId="{8A161A01-8A4A-B5A4-FA28-7CDC023D9319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1391" creationId="{80087619-5336-B78B-F6B5-06A6EB4D57C6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1392" creationId="{E40FA6D0-FABD-DB8B-41CB-0A5CCE9CB8E9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1393" creationId="{5A9F14AA-0AD1-8E5B-EFA3-751D6AE69C50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1394" creationId="{607CC8A7-9845-221E-65D8-C2B0F46BF81D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1395" creationId="{14590D05-7DEB-631D-5591-AAD7A0C4501B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1396" creationId="{1B1041BA-56C6-42A3-16B6-28D222813B49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1397" creationId="{AD7A7FDC-3864-85D9-736F-679B88F0DFAE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1400" creationId="{B528B652-2343-AAEE-9EE4-1575E6D5725F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1401" creationId="{5FABBCE8-5CA8-D8EA-DACE-338EFB99A38A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1402" creationId="{06EBDD56-B0D9-EC61-F578-BA1B73580A67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1403" creationId="{42751403-4EFD-FC34-3DE5-DB85DBFD051F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1404" creationId="{D67B9C16-0FD6-8C1F-F229-A4ECEE9D562F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1405" creationId="{CAB55AC6-FBD3-E952-BCB0-E8CDF99B62ED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1406" creationId="{F769CC0B-2E6A-5736-3362-393E16D65A38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1407" creationId="{C98EAAE8-B15E-BCB6-3B8F-C639CB1AA39A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178" creationId="{4B67132D-C497-BAB6-5432-F10324AE08CA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179" creationId="{3C86F19D-A586-BBB5-95DC-618602509826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180" creationId="{0466B6EF-392F-34EE-4642-5609BA3F613D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181" creationId="{DB643422-E310-51C7-E226-E004EA068114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184" creationId="{184161DB-1CA2-A75F-6024-B18CECE7CF58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185" creationId="{B352D6F2-341E-0F3C-7FED-D9FB53A8325C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186" creationId="{26AF98BE-58C0-3C1B-9FD1-ED71BD6794E1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187" creationId="{89168900-A169-6281-B0EA-B4E8075DCAB6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188" creationId="{9E94F77E-8C2F-58C8-5201-2778A2392765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189" creationId="{423CB242-F665-9088-126D-438702895832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190" creationId="{4597D7D9-CFDD-2349-4894-36049435B7D6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191" creationId="{577A31F9-C555-FEC8-57A6-FA0BAEB28D3A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192" creationId="{33471C68-44DD-B13E-BE1D-FCBC35D606FC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194" creationId="{077DE78F-C24E-E136-D583-AF8D22E0FE41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195" creationId="{214EFDB4-5DEF-2DEF-E75A-7A8DE371F589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204" creationId="{D482B22E-8EA8-E85B-6D7B-3A727BA8666A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205" creationId="{6B26CF3D-88B9-B77F-E17E-03BC7834D1E1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207" creationId="{8AF79CB0-A42F-EAE1-3AE6-4C319242B884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208" creationId="{7A063336-A30D-2BB2-845D-9928B3A5B680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209" creationId="{057577CD-3FB9-4B16-A2BD-F37F001D7324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210" creationId="{2CD01F1B-2D45-8A8B-DC4F-8B33A97C6318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213" creationId="{9F143EDE-BD5F-090B-963D-9A69CEC30FB6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214" creationId="{3CA464F1-161E-6E46-6BB7-BF067D303790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216" creationId="{10659232-83C4-F666-0DB8-C7555A85C6FC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217" creationId="{442ED304-41F5-90EA-1606-B53EC038959D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219" creationId="{6B6BDE21-13EE-7AEC-6CBA-1E655DC9382D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220" creationId="{E90BB89E-EF96-2604-E91B-C617D168DFC6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221" creationId="{1E9F5375-12DE-AC8C-018A-18D0DC4ACF45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222" creationId="{F1021FBF-6E69-5992-CF68-3A61493212A8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223" creationId="{6178DCFE-3F44-5D1E-113D-5D733DD35DA9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224" creationId="{BE864A8C-165D-DCA4-AA72-52560F285A60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225" creationId="{DE5834C4-65CD-FFE0-D210-FC50DD469CF5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226" creationId="{2FC46B18-4B31-94C8-37C0-B29A015DCC7F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227" creationId="{41386684-1786-3516-BABC-F98DB3F99BD2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228" creationId="{A17926C3-6256-6AD9-8A96-741A4242B7DD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229" creationId="{5D272DCE-8151-B632-DEED-43C24D9CBB8B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230" creationId="{BDCD2F79-1A61-6E5F-FD27-985428C49E07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232" creationId="{2555DFE6-8B17-84B2-DD3C-4B77A0F6DFBF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233" creationId="{A7A8BA15-0FED-BB0B-4F8A-3FA0D629B144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234" creationId="{92EF573D-CEBA-4728-2DA2-A5C603B19E4D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235" creationId="{47E12C73-8948-8CE5-FCB4-13888A547320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236" creationId="{11054608-9C91-9863-D8CD-FB721CA6DD8E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237" creationId="{3E396155-A2A9-37F9-0479-F40E07260BA4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238" creationId="{5A48AAD7-23C6-5407-4409-F1626C4902F2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239" creationId="{C321F8B7-9674-6928-FE92-E0418E3E9379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561" creationId="{5D63D166-7DC5-3AD5-9E94-2595E0FEE863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563" creationId="{39ACBE55-64A1-ED5C-7F2E-2E98FAA6D040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564" creationId="{3EF6DD64-03E9-90D7-6248-D533000A9647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565" creationId="{710D11A2-6E3F-29C3-F2A3-E560D6FEF844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566" creationId="{6D7A472F-7163-23DA-468D-ADC41AC35080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567" creationId="{E2A0542A-8340-6090-2BB4-C96517B33EE6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568" creationId="{61BC7E22-47C7-DCA7-4EB2-4F3C0060E706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569" creationId="{39FE4657-6A3C-54D9-81D7-2AE69FB7687D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570" creationId="{9E87E988-5C8F-23AA-DF25-FFF81904B990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572" creationId="{221090C0-8472-DB19-D045-C6E8E1C6D276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573" creationId="{DDBDC35F-0D7C-DA48-2248-702A4F35F5A5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574" creationId="{8552B0E5-4168-8A71-024D-FBDA4A1DC273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575" creationId="{4C482464-D448-9153-13E7-2D9970F53CCD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577" creationId="{425DD8A8-A2C1-47A2-1C70-65EB6B914794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579" creationId="{92F8CC20-C4C5-5AB2-5F88-6795204102FE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580" creationId="{A6D7957E-103B-3752-A995-8AD57DDE8AA5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582" creationId="{4737076D-4216-ED98-7C76-D089D06D1364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586" creationId="{57F3AB90-CC58-7F8D-CAE3-2D383A446E35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587" creationId="{E8D36560-CB46-8C42-18C0-EBA4CBD39E18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588" creationId="{8655DCAA-9A70-D3C9-94EB-3749F3DEE07B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590" creationId="{8F8C5171-B567-BC23-A37C-AF59C6226061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591" creationId="{A781DF76-4F20-210A-4860-757F67E600AC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593" creationId="{918685B7-E7B9-AB72-5660-B523A8D85726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594" creationId="{F48F64EB-3E46-ABA2-A087-DEC64580333A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645" creationId="{CDC7AAD8-4E28-8240-F67F-EF39DF59CC7B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646" creationId="{9C1D85B8-ED94-C16C-4D8D-7965238B0599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648" creationId="{1E391AAC-677D-16E5-A69C-65DE9BBE6872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649" creationId="{DCA95CE4-EF58-F771-8940-1D6CA6080A11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650" creationId="{1F38B144-21E0-75E0-296B-5418D248B534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651" creationId="{17CE700E-2669-6F9A-4E3F-835D934318F3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652" creationId="{87486E4A-9131-9B9D-42FA-5E30E645165F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654" creationId="{A0A0A960-F222-91AA-5305-8A0B7C7D6E6E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657" creationId="{1477A8CA-9461-69C7-FF09-8AAD1D7AA28A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658" creationId="{73998BF4-3484-81C2-7895-F59594640C99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659" creationId="{50BD024F-6DFD-BCAB-C8D2-71736EA01091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660" creationId="{DF1933F0-A7D6-DA8D-A0E2-EB2B636C094B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661" creationId="{84FC3E8B-590C-8963-FDF7-8979130AAD61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662" creationId="{3EDFC98E-6E53-6F94-64E5-ED3D8C0E3C7D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663" creationId="{D1CB1F24-9B2E-814A-28B4-B79703D57751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664" creationId="{DE9B0FA8-F3B9-88E0-4A9D-E6F1A870EA2A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665" creationId="{F1A0A809-FCB3-FF6A-0A21-C6D3694B688C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666" creationId="{29779280-CFC8-1536-EA98-D65532B0CB1C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667" creationId="{2CF0C14E-CF71-34F6-7162-9CF4395263A7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668" creationId="{CC465B7C-5BDC-4DE0-D13E-D33AB028A4E0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669" creationId="{1CD09295-2F97-068A-FD89-4DACD15350BA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670" creationId="{0299707B-7E9C-48D8-BCFA-8BC51541ED25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671" creationId="{96698E9D-0E77-31CE-9B6A-FAA6CED87187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672" creationId="{9B5CCBF5-1789-73F4-FC1B-12AF3248C18C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673" creationId="{794D658A-36A7-62B7-6351-B3BD4AC41E99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674" creationId="{8444C7FE-4852-5B5B-0335-C579BA67486F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675" creationId="{367BCD24-810B-3274-9DFC-966B17317AFA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676" creationId="{21889562-C8AD-756E-FFEE-286C148284CA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677" creationId="{D61B9CE1-7532-9DDF-68A9-7C019DD6F4FB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678" creationId="{1E2FEFE2-93BA-8E89-4E46-BD9579DB7433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679" creationId="{1A4D6506-B9EC-8FCB-FB6E-AF198CCD9383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680" creationId="{08E38780-D43F-E246-B28B-DE95BF35326C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681" creationId="{BAEE51E9-D856-0E9E-213F-FE08D13AAEA5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682" creationId="{32D3032D-9689-5ABD-E6FF-7628B285C8F0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683" creationId="{2D3D256A-50E0-00EC-E1EE-5640D550990A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684" creationId="{AB1469F6-3288-50C2-11D4-120863B3B2A3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685" creationId="{44BA9909-042B-6CC1-19BA-C1855E994D34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686" creationId="{93DC3918-7E28-42E3-E10A-A83DC32CB2C5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687" creationId="{C5FC5E1A-E9E6-8B13-B21D-508E7D9479C8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692" creationId="{B4C159D7-80F2-F955-2CF8-56242FABAC5C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698" creationId="{820EC3CE-8D16-1647-EB1A-A30BC9333E20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699" creationId="{DA7FDC82-AFA9-56DF-AF87-9233582D9479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700" creationId="{2CF3E228-2165-44EA-25F9-428E588419BF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701" creationId="{60043814-0BD4-D40D-E07A-B2D218299BC1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702" creationId="{46EA2441-958B-7818-DBCD-26BC3BB2FB79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703" creationId="{BE28C84F-F461-BE80-0641-3A8036AF05A7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704" creationId="{A983330F-4FB4-63B2-1CA1-447EF2F3573A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705" creationId="{864D1258-EC8D-8225-BA1A-B0AE09F33B64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706" creationId="{6F540EBE-F28C-13AE-6C30-29A2D906D22E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707" creationId="{1768A5DF-D7F3-EBB6-42D1-884348A16D04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708" creationId="{667FFE89-ADEE-E6A7-2489-B80A47E1A29B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2709" creationId="{5D725E9A-BE27-4E10-2985-A7AAE5AB3873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520" creationId="{6F96C3AB-2B6C-32C4-6D5E-2909427DCAA3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521" creationId="{198B2CD4-ED2D-998B-0531-DA9C1E5113A1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522" creationId="{7EA2C4D9-10D9-45D3-CA78-9C3C2CA47099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523" creationId="{FEE82549-9867-F98A-D4B4-1B576D502266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524" creationId="{AE76C305-8822-C6DC-ECC9-429E10199EBB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525" creationId="{61BD017E-B80E-7009-2179-5FFFC45598C2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526" creationId="{5B14FA91-E6B4-4B05-610B-AACABF7BA073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530" creationId="{2C2A57C3-C54A-E7D5-3827-F103A836E9FB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531" creationId="{8DF2597B-B9EC-27B3-3F93-0224CF932C61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533" creationId="{490981C4-4BB8-F7E4-E338-DBFCCE7A8CC3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534" creationId="{9C21603E-4D90-87DE-983E-D88606D60804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535" creationId="{DDB75A23-2030-1953-CE80-749975257C6A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536" creationId="{B4E1F0E8-6616-663C-854A-E3EE5B0CE46E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537" creationId="{238D742B-232E-BE30-E899-F7B95EA347E2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538" creationId="{09966AAA-0712-B78F-B177-713E6519FDAC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539" creationId="{7D8BC775-E0C9-3F46-8C8C-9879D3C555DB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540" creationId="{73185BCF-9515-F4B4-FA04-863BEF6AAC35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541" creationId="{9D4E5265-8AF9-A533-B320-49C00469C2A4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542" creationId="{3D8F71DB-5E7A-AF1A-0DCD-04F2A0639F35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543" creationId="{619E2857-4B49-0BC7-4F6A-6DC0CA19DE20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544" creationId="{BD912EAD-1966-79B2-1862-5350CB2A195B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545" creationId="{9A28D795-64D2-3FA1-26D8-7535C63DF53A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546" creationId="{8C2657A1-05C2-7AFC-E7A2-FDFB09F2E162}"/>
          </ac:spMkLst>
        </pc:spChg>
        <pc:spChg chg="mod ord">
          <ac:chgData name="Zhang, Zihao" userId="26112959-846b-4648-8ed6-22f7e11ddcd4" providerId="ADAL" clId="{0064F97C-4543-4094-B197-74D62B237C8A}" dt="2025-01-03T00:46:30.121" v="211" actId="166"/>
          <ac:spMkLst>
            <pc:docMk/>
            <pc:sldMk cId="2865581521" sldId="260"/>
            <ac:spMk id="3547" creationId="{B5BE3C2B-C5B1-9066-F6BC-9FC3B598C584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548" creationId="{5835EE06-66F3-72F5-9E11-8EB7D6F98EBC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549" creationId="{A70CDFEF-F502-34C8-D014-731A5B2BF399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550" creationId="{CCCF1FE3-A7B4-042C-F64A-DF228C2A3D33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551" creationId="{7A4B2D9A-D569-BB21-7C54-16FA8F9435F3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552" creationId="{0C69EB77-FB1C-9171-567D-76DED5DAF480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553" creationId="{A7E3677B-276C-AD0D-ECE2-58D68C5F422E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554" creationId="{92DF256B-E20F-41FC-3E8C-5567269711DE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555" creationId="{D53DF8B7-6162-E73D-B896-C452FEE0CC02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556" creationId="{FBDB708D-11BA-22CE-B67A-872DBAE71BC9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557" creationId="{9F465ADB-8069-5A99-DE69-510303575EAA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558" creationId="{2F3F9B78-A45B-5271-B86C-8F45305E64DC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559" creationId="{A02FCC5A-3E94-BE82-47F7-770E6532F195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560" creationId="{55090EE8-E67E-F248-615B-84E299D7CB8A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561" creationId="{12E0515A-364B-AD0A-C987-9840E5B3D03A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562" creationId="{D5543AB7-F43B-2DED-C653-C9FBF3607664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563" creationId="{E0F950BB-F853-10E8-4CD0-78FBD637EEF9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564" creationId="{8A8D8CAA-0B04-1D1A-AB7B-0281A77989FD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565" creationId="{9ABB5C29-1033-120B-EFB0-B5B596DBEC8F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566" creationId="{C8FA4E43-BEEA-C7C6-F803-A42FDA21FBFA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567" creationId="{1F8053B8-B933-F505-2DB6-B39150D3BD32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568" creationId="{154B96A2-26C0-412D-8ED0-6EA826B44130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569" creationId="{241B27D4-30D1-626D-282E-EC531EA3D8E6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571" creationId="{5E1C4831-53AE-02DB-8E46-B02658EF6113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572" creationId="{9CE9422A-AC1F-E746-544C-9534322B9649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589" creationId="{6B0D8BCA-2934-4E56-38E4-2A31EF20C62A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590" creationId="{15D1E820-5395-9DF5-84A0-848B803F1763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593" creationId="{1E8109C2-4A3B-774B-3693-2E3EEED4F48B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595" creationId="{23D34F12-3300-24C8-DEDC-B70E6E97473E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596" creationId="{F5E01BB7-50C0-6A34-0178-6C9694DF2363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599" creationId="{A8466BC2-6782-9B18-C5C1-2C632E53413E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600" creationId="{1BA87F42-BED6-E5A8-EB92-89EC64E60A54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601" creationId="{70DBC830-0D46-1597-15CE-EE7CB15E26A6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602" creationId="{6652BFBC-7E7C-494D-A7A9-39DA59D1B061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603" creationId="{8E7548DA-C843-83DF-53C7-3C0A73114130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604" creationId="{D2715C66-B84A-9728-4699-B811604D1D42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605" creationId="{389CD474-CACF-15FB-B468-3C4A064FCB82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606" creationId="{61E0FBB8-29E8-5E5E-9DC5-5AE95138C713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607" creationId="{042FF425-09C8-5E7A-95E8-3696A0D52D7C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608" creationId="{E2FFD4B2-672E-171D-632E-AD81D2A6C251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609" creationId="{4651A542-3C0C-DF31-E963-F500056A4925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610" creationId="{527E55C3-7253-43FD-FAE5-6CCCF0E1AA5E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611" creationId="{898DA728-B447-5E0A-0974-94C3F0CF47E7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612" creationId="{E8F2FB1E-BAFC-CFE7-38B6-BFEF66B7E1EA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613" creationId="{F28659A2-0ABF-7180-EE71-9C536B0CD69F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614" creationId="{3DDD6BDA-4A23-7B4E-8F60-210955CF0F0B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615" creationId="{8875D7D5-B96C-F9EE-8A95-0633C3D823AA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616" creationId="{A4FA8059-DEA7-8110-36D0-8AD9FEDDFFD5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617" creationId="{FF415A37-1233-DA7E-9DF7-9FF3A8EAA6AB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618" creationId="{97C03B36-EDD5-9370-5BC6-AFF330B864FB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619" creationId="{0BFBF530-F0E2-C61D-1957-EACA66F0BB66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620" creationId="{5BEA6733-D24C-C501-D42F-26C50B767534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621" creationId="{F9A93276-EDC2-E634-588A-BFED3489DA34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622" creationId="{2101DB92-BCAA-FBA3-0ED5-0F8B3165B3D2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623" creationId="{756DF8CE-B0A1-13BC-1600-A1B94B678A0B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624" creationId="{7ECBBF10-B195-634B-CA14-172B65974E71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625" creationId="{1D81EB65-39B8-7CAA-D575-6429B679EC87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626" creationId="{67937697-3120-CA91-AF02-E041D6D2B0FF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627" creationId="{0C6320E7-9B31-D314-22D2-8F856EF11899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628" creationId="{5206AE04-E686-6E49-3179-31656B1B5A7A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629" creationId="{FDF50F9B-686C-0AA4-08E9-FCBA5349F45A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630" creationId="{EF64442E-8390-FA68-8BAA-102915B37BAF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631" creationId="{3DBEF277-3A1F-3A1B-4738-C2193B58ABCA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632" creationId="{ED62474B-6A11-2FAE-097E-A1A230EC7C68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633" creationId="{F3957B22-E659-4E41-2B47-CAFA8AA53742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634" creationId="{6F98E21E-CDD2-BA29-897B-D44B719E1A1C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635" creationId="{1164A55C-45D0-7AF8-13F7-5EE4244EDA6F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636" creationId="{1F81E74E-FD31-692D-7BF0-83FFA2B470C7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637" creationId="{72A162FA-6DD5-8ADB-376A-3FD04BFBC3A9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638" creationId="{20989235-546D-A87C-4744-11280D6CC803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639" creationId="{9634EE73-5E25-D146-943E-6446D838490C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640" creationId="{2DDFA818-8A38-F2E2-060D-B567F6947865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641" creationId="{3BB78F2E-A1F9-45E8-F336-AA0664E346EE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642" creationId="{F70BBDEE-031D-E09C-6A1B-FCCA806D0465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644" creationId="{65E2DA5B-8C47-2266-462C-D303E35329CF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645" creationId="{EF954CCD-8C51-1090-8570-2B4ABE6E23E0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646" creationId="{D44B7CF9-C1EA-2B74-E784-2A247B91F658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647" creationId="{84B0CB39-24DC-76BF-8968-5EFAEDC59B6E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648" creationId="{5FC79BE5-4E98-D1EF-EF84-73C3E5386321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650" creationId="{0E9BA34A-CC99-7F92-EF0E-919ACFC340EF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651" creationId="{35D211C9-E2B6-777B-CFDB-C5708D12D2B2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652" creationId="{1FF62AAE-A178-A45F-1CF9-08B100B29BDC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653" creationId="{1E4BEDE6-3D4D-8B9D-AD46-C26E10C78010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654" creationId="{95A0DFD6-739C-BB37-3EB3-D7DDAE7B6592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655" creationId="{234A3A52-54E6-CDBE-7099-1D114AF2ED39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656" creationId="{5AEE6858-B4C6-6720-EA4B-B377AE57F83E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657" creationId="{8D6078BC-69A4-29A8-D9B4-755A1A22D3A8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658" creationId="{2D693E25-86AC-3E1C-5E02-A65659451EAF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659" creationId="{CE1E1010-B059-9CB9-1A30-F8F80AF3793F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660" creationId="{3F69FF3B-B0B7-EF93-4D77-F84A0F881AEF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661" creationId="{2AA87667-0889-9EC3-01B7-BF3DE1EF581E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667" creationId="{891F3BEC-B6C2-1D6A-6215-207449A337E4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669" creationId="{19ACE973-A40B-5DF9-67F0-D99AB534FB30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670" creationId="{25B76210-A31A-F5E0-B910-024B72DA99B3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671" creationId="{7C3FA0DC-1130-50B5-E173-F34E18F5238B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688" creationId="{334D9538-52F6-8C20-856D-98C1B24C0360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689" creationId="{77768953-E27A-9B80-9ADF-A5CB25C46892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690" creationId="{8A16EA17-D2D6-EE15-2DCF-B644C3F6F7B7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692" creationId="{078BF467-0899-9F16-F640-BD041B1B8E1B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722" creationId="{405DDB84-975E-8E98-3543-89945C16F026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723" creationId="{8AA34C64-50C0-63EF-93CD-4690FC328F92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735" creationId="{F55F7B7E-87FA-7E6F-7F8E-6ACB450A7C56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736" creationId="{62F4976C-5A95-DBDA-0347-8E03B187F58D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759" creationId="{50EB8D3A-8DD9-CE7B-79C6-4426E96C289C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760" creationId="{76CE90CA-96FD-8F16-1A0D-D804591ED2A8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761" creationId="{D4B69617-3F73-F96A-6C72-426FD521AE19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762" creationId="{E14E255E-A194-617D-11A2-2A2753C39D79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763" creationId="{173F7ABD-502A-0AA6-DDAE-EC61438A68C1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764" creationId="{0653E270-B33C-FC98-2931-8E4DBB0BBD6D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765" creationId="{7659A722-6ECE-C38E-29F4-A5D4B1DC5EE5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776" creationId="{57819554-1969-1386-C133-435F05364FD8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777" creationId="{271AFEEB-C3F9-5823-869C-740B9D9B45D7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778" creationId="{93B62B07-574A-D0A9-D905-889E44B40EDC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779" creationId="{5FCD7CCB-31B6-6180-7224-054F30A70258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780" creationId="{06225CEE-6635-D510-B0C1-741CE1FD66AB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781" creationId="{ADABAB62-C61F-20EE-75CB-5EE106E6E477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787" creationId="{B8BF7B32-92C2-4C8C-7FE1-7A9DEA59FAF8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788" creationId="{02E90A0A-FF5E-D51E-6B2E-05417A0525CF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789" creationId="{F56BC228-A50B-CF9E-3904-3EEC090747BD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790" creationId="{33AB195D-0186-E23E-C8F8-38EDE2F52DAE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791" creationId="{695DCB35-82A5-1A94-912A-4E8B4F48F63C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792" creationId="{040D7AB5-3644-33B8-C422-38FE2D0AF1B3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793" creationId="{CD743581-42E9-8FC0-0FD1-8871096D7FEA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794" creationId="{193F4193-D59E-9C5A-574E-FD4F608C5BFD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795" creationId="{E0F261D4-59AA-17A3-DD53-820BA19DF8E6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796" creationId="{2E4EB768-15A2-99F7-9319-D0F45B62658A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802" creationId="{B4EE087D-2A4F-6149-3639-F309CB297A6B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803" creationId="{89FE1935-DFB9-EFD9-570B-BB2435664157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804" creationId="{D011F54C-A9FF-0555-5672-3DEC6055BD5C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805" creationId="{ED94623A-DCEF-5E1F-0ACA-B2D82E25871F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806" creationId="{0D59B0DF-F96E-2341-C10B-57FE9273536F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807" creationId="{C6A6A25E-DAE3-D482-3697-EFE333D931A5}"/>
          </ac:spMkLst>
        </pc:spChg>
        <pc:spChg chg="add mod ord topLvl">
          <ac:chgData name="Zhang, Zihao" userId="26112959-846b-4648-8ed6-22f7e11ddcd4" providerId="ADAL" clId="{0064F97C-4543-4094-B197-74D62B237C8A}" dt="2025-01-03T00:47:02.760" v="226" actId="1037"/>
          <ac:spMkLst>
            <pc:docMk/>
            <pc:sldMk cId="2865581521" sldId="260"/>
            <ac:spMk id="3808" creationId="{FA9B29D4-66B8-701B-D681-0885D5F81857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822" creationId="{956900F2-F5BE-C817-33A5-4FE888B9E67B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824" creationId="{8EF68D11-129E-4EC1-390E-A0C8E05EC4DD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825" creationId="{D8AEE059-5297-C525-7D40-DEDCFEE54C3F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826" creationId="{5DD784BF-15A9-4977-0F0C-E91934AEEC5A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827" creationId="{3E833F15-4DDF-70C0-95E3-FF3955A63197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832" creationId="{13A57F8E-E122-BA01-5745-7487CFCD2010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838" creationId="{971772A9-4A5A-50E7-9510-CDEF013F1C4B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839" creationId="{997714AB-6A6B-9CD6-69A8-4F93D74C05C0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840" creationId="{374A5EE4-AA57-77B1-D79A-64562E7F312C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848" creationId="{A42404B4-6CCC-CEB2-D23D-3D815A7ED28F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849" creationId="{7744B981-7105-515E-F417-FF24006B3F0A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850" creationId="{85FCE6E7-DB1D-4273-971F-4736FF160048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851" creationId="{5B507CDB-E326-CEF7-0CB0-1C18729F7BFE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852" creationId="{754CA405-5DC3-006E-2595-4521F55682FC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853" creationId="{919104AF-BE68-9098-82C0-45820242CAC1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854" creationId="{7A3D721E-72F8-C8E7-E3AA-B0D6422F0870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856" creationId="{569F4829-EF69-861C-5112-6B1E4CA066F8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858" creationId="{1287D3A1-E220-3107-CEB0-3AA0BD299A73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859" creationId="{C89CCA08-3056-D3CB-8DDA-56328F683F9D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860" creationId="{DB3337F4-141D-ED73-6FC3-A1B070531C75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861" creationId="{511DF5DD-7AED-6CEF-D931-F98A29889E3E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862" creationId="{0C71070E-994F-3865-55B1-E154480CF61C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863" creationId="{5548B040-ECFE-4607-D366-3779112782A9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864" creationId="{3123F22C-5AB6-93E2-259A-258C9249A301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865" creationId="{DDE195A3-9AF0-1EC0-4278-9B520D92AD59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866" creationId="{4A717F81-A308-DF16-0D96-37BBBF3FB217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867" creationId="{18FF413A-71CE-DCE2-2AEA-65F0CFA873DF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868" creationId="{DA502FB9-1237-C89F-B3B5-5C25617065F8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869" creationId="{A3A17094-E8D3-9315-D2A8-1B9EB6FDF43F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870" creationId="{1B990C0B-F052-E603-EC09-A58AE600FC61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871" creationId="{14DABDE6-FAF4-0EEC-E352-AB383A307CFF}"/>
          </ac:spMkLst>
        </pc:spChg>
        <pc:spChg chg="mod">
          <ac:chgData name="Zhang, Zihao" userId="26112959-846b-4648-8ed6-22f7e11ddcd4" providerId="ADAL" clId="{0064F97C-4543-4094-B197-74D62B237C8A}" dt="2025-01-02T23:56:41.853" v="138" actId="338"/>
          <ac:spMkLst>
            <pc:docMk/>
            <pc:sldMk cId="2865581521" sldId="260"/>
            <ac:spMk id="3872" creationId="{A4D90C0F-1FE6-357A-4219-974CC9E8B74F}"/>
          </ac:spMkLst>
        </pc:spChg>
        <pc:grpChg chg="mod">
          <ac:chgData name="Zhang, Zihao" userId="26112959-846b-4648-8ed6-22f7e11ddcd4" providerId="ADAL" clId="{0064F97C-4543-4094-B197-74D62B237C8A}" dt="2025-01-02T23:56:41.853" v="138" actId="338"/>
          <ac:grpSpMkLst>
            <pc:docMk/>
            <pc:sldMk cId="2865581521" sldId="260"/>
            <ac:grpSpMk id="1" creationId="{00000000-0000-0000-0000-000000000000}"/>
          </ac:grpSpMkLst>
        </pc:grpChg>
        <pc:grpChg chg="mod">
          <ac:chgData name="Zhang, Zihao" userId="26112959-846b-4648-8ed6-22f7e11ddcd4" providerId="ADAL" clId="{0064F97C-4543-4094-B197-74D62B237C8A}" dt="2025-01-02T23:56:41.853" v="138" actId="338"/>
          <ac:grpSpMkLst>
            <pc:docMk/>
            <pc:sldMk cId="2865581521" sldId="260"/>
            <ac:grpSpMk id="2576" creationId="{640BE1EA-3158-1C8C-DA42-071C197C53C5}"/>
          </ac:grpSpMkLst>
        </pc:grpChg>
        <pc:grpChg chg="mod">
          <ac:chgData name="Zhang, Zihao" userId="26112959-846b-4648-8ed6-22f7e11ddcd4" providerId="ADAL" clId="{0064F97C-4543-4094-B197-74D62B237C8A}" dt="2025-01-02T23:56:41.853" v="138" actId="338"/>
          <ac:grpSpMkLst>
            <pc:docMk/>
            <pc:sldMk cId="2865581521" sldId="260"/>
            <ac:grpSpMk id="2585" creationId="{3BB7B995-2039-5695-CA02-3513393FA239}"/>
          </ac:grpSpMkLst>
        </pc:grpChg>
        <pc:grpChg chg="mod">
          <ac:chgData name="Zhang, Zihao" userId="26112959-846b-4648-8ed6-22f7e11ddcd4" providerId="ADAL" clId="{0064F97C-4543-4094-B197-74D62B237C8A}" dt="2025-01-02T23:56:41.853" v="138" actId="338"/>
          <ac:grpSpMkLst>
            <pc:docMk/>
            <pc:sldMk cId="2865581521" sldId="260"/>
            <ac:grpSpMk id="3665" creationId="{9749B217-9073-4435-D7D3-66030B7C7E1C}"/>
          </ac:grpSpMkLst>
        </pc:grpChg>
        <pc:grpChg chg="mod">
          <ac:chgData name="Zhang, Zihao" userId="26112959-846b-4648-8ed6-22f7e11ddcd4" providerId="ADAL" clId="{0064F97C-4543-4094-B197-74D62B237C8A}" dt="2025-01-02T23:56:41.853" v="138" actId="338"/>
          <ac:grpSpMkLst>
            <pc:docMk/>
            <pc:sldMk cId="2865581521" sldId="260"/>
            <ac:grpSpMk id="3695" creationId="{424E550F-3B47-E00A-CFE4-E32AE863A3E6}"/>
          </ac:grpSpMkLst>
        </pc:grpChg>
        <pc:grpChg chg="mod">
          <ac:chgData name="Zhang, Zihao" userId="26112959-846b-4648-8ed6-22f7e11ddcd4" providerId="ADAL" clId="{0064F97C-4543-4094-B197-74D62B237C8A}" dt="2025-01-02T23:56:41.853" v="138" actId="338"/>
          <ac:grpSpMkLst>
            <pc:docMk/>
            <pc:sldMk cId="2865581521" sldId="260"/>
            <ac:grpSpMk id="3752" creationId="{149E4F75-03F5-FB88-DB13-FAB515163D5D}"/>
          </ac:grpSpMkLst>
        </pc:grpChg>
        <pc:graphicFrameChg chg="mod ord topLvl">
          <ac:chgData name="Zhang, Zihao" userId="26112959-846b-4648-8ed6-22f7e11ddcd4" providerId="ADAL" clId="{0064F97C-4543-4094-B197-74D62B237C8A}" dt="2025-01-03T00:48:08.273" v="230"/>
          <ac:graphicFrameMkLst>
            <pc:docMk/>
            <pc:sldMk cId="2865581521" sldId="260"/>
            <ac:graphicFrameMk id="3756" creationId="{094E6C7B-11CF-882A-6800-45767AFAC0D5}"/>
          </ac:graphicFrameMkLst>
        </pc:graphicFrameChg>
        <pc:cxnChg chg="mod">
          <ac:chgData name="Zhang, Zihao" userId="26112959-846b-4648-8ed6-22f7e11ddcd4" providerId="ADAL" clId="{0064F97C-4543-4094-B197-74D62B237C8A}" dt="2025-01-02T23:56:41.853" v="138" actId="338"/>
          <ac:cxnSpMkLst>
            <pc:docMk/>
            <pc:sldMk cId="2865581521" sldId="260"/>
            <ac:cxnSpMk id="80" creationId="{6D1CD1E4-D8E4-B548-6F2A-ACCE7ACB2CD9}"/>
          </ac:cxnSpMkLst>
        </pc:cxnChg>
        <pc:cxnChg chg="mod">
          <ac:chgData name="Zhang, Zihao" userId="26112959-846b-4648-8ed6-22f7e11ddcd4" providerId="ADAL" clId="{0064F97C-4543-4094-B197-74D62B237C8A}" dt="2025-01-02T23:56:41.853" v="138" actId="338"/>
          <ac:cxnSpMkLst>
            <pc:docMk/>
            <pc:sldMk cId="2865581521" sldId="260"/>
            <ac:cxnSpMk id="81" creationId="{4554F8F9-59F0-A138-CD54-549C08F959C2}"/>
          </ac:cxnSpMkLst>
        </pc:cxnChg>
        <pc:cxnChg chg="mod">
          <ac:chgData name="Zhang, Zihao" userId="26112959-846b-4648-8ed6-22f7e11ddcd4" providerId="ADAL" clId="{0064F97C-4543-4094-B197-74D62B237C8A}" dt="2025-01-02T23:56:41.853" v="138" actId="338"/>
          <ac:cxnSpMkLst>
            <pc:docMk/>
            <pc:sldMk cId="2865581521" sldId="260"/>
            <ac:cxnSpMk id="85" creationId="{37D1DCEB-DCAC-7ADD-033F-059ED4784B34}"/>
          </ac:cxnSpMkLst>
        </pc:cxnChg>
        <pc:cxnChg chg="mod">
          <ac:chgData name="Zhang, Zihao" userId="26112959-846b-4648-8ed6-22f7e11ddcd4" providerId="ADAL" clId="{0064F97C-4543-4094-B197-74D62B237C8A}" dt="2025-01-02T23:56:41.853" v="138" actId="338"/>
          <ac:cxnSpMkLst>
            <pc:docMk/>
            <pc:sldMk cId="2865581521" sldId="260"/>
            <ac:cxnSpMk id="88" creationId="{F428A166-B646-5C07-4B9D-20959688DC4B}"/>
          </ac:cxnSpMkLst>
        </pc:cxnChg>
        <pc:cxnChg chg="mod">
          <ac:chgData name="Zhang, Zihao" userId="26112959-846b-4648-8ed6-22f7e11ddcd4" providerId="ADAL" clId="{0064F97C-4543-4094-B197-74D62B237C8A}" dt="2025-01-02T23:56:41.853" v="138" actId="338"/>
          <ac:cxnSpMkLst>
            <pc:docMk/>
            <pc:sldMk cId="2865581521" sldId="260"/>
            <ac:cxnSpMk id="91" creationId="{39D9D74F-20E8-D704-2F9B-E67130F42AFD}"/>
          </ac:cxnSpMkLst>
        </pc:cxnChg>
        <pc:cxnChg chg="mod">
          <ac:chgData name="Zhang, Zihao" userId="26112959-846b-4648-8ed6-22f7e11ddcd4" providerId="ADAL" clId="{0064F97C-4543-4094-B197-74D62B237C8A}" dt="2025-01-02T23:56:41.853" v="138" actId="338"/>
          <ac:cxnSpMkLst>
            <pc:docMk/>
            <pc:sldMk cId="2865581521" sldId="260"/>
            <ac:cxnSpMk id="93" creationId="{D40ED859-856F-F862-42A3-9BE832E5621F}"/>
          </ac:cxnSpMkLst>
        </pc:cxnChg>
        <pc:cxnChg chg="mod">
          <ac:chgData name="Zhang, Zihao" userId="26112959-846b-4648-8ed6-22f7e11ddcd4" providerId="ADAL" clId="{0064F97C-4543-4094-B197-74D62B237C8A}" dt="2025-01-02T23:56:41.853" v="138" actId="338"/>
          <ac:cxnSpMkLst>
            <pc:docMk/>
            <pc:sldMk cId="2865581521" sldId="260"/>
            <ac:cxnSpMk id="101" creationId="{143357AA-8117-F121-CA5F-A1EF6E1D2608}"/>
          </ac:cxnSpMkLst>
        </pc:cxnChg>
        <pc:cxnChg chg="mod">
          <ac:chgData name="Zhang, Zihao" userId="26112959-846b-4648-8ed6-22f7e11ddcd4" providerId="ADAL" clId="{0064F97C-4543-4094-B197-74D62B237C8A}" dt="2025-01-02T23:56:41.853" v="138" actId="338"/>
          <ac:cxnSpMkLst>
            <pc:docMk/>
            <pc:sldMk cId="2865581521" sldId="260"/>
            <ac:cxnSpMk id="110" creationId="{6AA771C4-F73D-3AF5-EAAA-ED941FDE5CD1}"/>
          </ac:cxnSpMkLst>
        </pc:cxnChg>
        <pc:cxnChg chg="mod">
          <ac:chgData name="Zhang, Zihao" userId="26112959-846b-4648-8ed6-22f7e11ddcd4" providerId="ADAL" clId="{0064F97C-4543-4094-B197-74D62B237C8A}" dt="2025-01-02T23:56:41.853" v="138" actId="338"/>
          <ac:cxnSpMkLst>
            <pc:docMk/>
            <pc:sldMk cId="2865581521" sldId="260"/>
            <ac:cxnSpMk id="112" creationId="{EFFD1E7A-F19E-5E9B-8DD9-2CC620D33FCF}"/>
          </ac:cxnSpMkLst>
        </pc:cxnChg>
        <pc:cxnChg chg="mod">
          <ac:chgData name="Zhang, Zihao" userId="26112959-846b-4648-8ed6-22f7e11ddcd4" providerId="ADAL" clId="{0064F97C-4543-4094-B197-74D62B237C8A}" dt="2025-01-02T23:56:41.853" v="138" actId="338"/>
          <ac:cxnSpMkLst>
            <pc:docMk/>
            <pc:sldMk cId="2865581521" sldId="260"/>
            <ac:cxnSpMk id="113" creationId="{B0F4EBB3-1077-A874-6392-AD1150F0B541}"/>
          </ac:cxnSpMkLst>
        </pc:cxnChg>
        <pc:cxnChg chg="mod">
          <ac:chgData name="Zhang, Zihao" userId="26112959-846b-4648-8ed6-22f7e11ddcd4" providerId="ADAL" clId="{0064F97C-4543-4094-B197-74D62B237C8A}" dt="2025-01-02T23:56:41.853" v="138" actId="338"/>
          <ac:cxnSpMkLst>
            <pc:docMk/>
            <pc:sldMk cId="2865581521" sldId="260"/>
            <ac:cxnSpMk id="124" creationId="{26A10C74-0E77-C516-EBD1-50558E63FDC1}"/>
          </ac:cxnSpMkLst>
        </pc:cxnChg>
        <pc:cxnChg chg="mod">
          <ac:chgData name="Zhang, Zihao" userId="26112959-846b-4648-8ed6-22f7e11ddcd4" providerId="ADAL" clId="{0064F97C-4543-4094-B197-74D62B237C8A}" dt="2025-01-02T23:56:41.853" v="138" actId="338"/>
          <ac:cxnSpMkLst>
            <pc:docMk/>
            <pc:sldMk cId="2865581521" sldId="260"/>
            <ac:cxnSpMk id="2176" creationId="{3061436C-3F53-2E51-B9F0-BD529BF6365A}"/>
          </ac:cxnSpMkLst>
        </pc:cxnChg>
        <pc:cxnChg chg="mod">
          <ac:chgData name="Zhang, Zihao" userId="26112959-846b-4648-8ed6-22f7e11ddcd4" providerId="ADAL" clId="{0064F97C-4543-4094-B197-74D62B237C8A}" dt="2025-01-02T23:56:41.853" v="138" actId="338"/>
          <ac:cxnSpMkLst>
            <pc:docMk/>
            <pc:sldMk cId="2865581521" sldId="260"/>
            <ac:cxnSpMk id="2177" creationId="{155745D0-3D9E-1F40-1616-3D8A462D1357}"/>
          </ac:cxnSpMkLst>
        </pc:cxnChg>
        <pc:cxnChg chg="mod">
          <ac:chgData name="Zhang, Zihao" userId="26112959-846b-4648-8ed6-22f7e11ddcd4" providerId="ADAL" clId="{0064F97C-4543-4094-B197-74D62B237C8A}" dt="2025-01-02T23:56:41.853" v="138" actId="338"/>
          <ac:cxnSpMkLst>
            <pc:docMk/>
            <pc:sldMk cId="2865581521" sldId="260"/>
            <ac:cxnSpMk id="2182" creationId="{C95B0263-C534-890C-168B-0F2D6D0F2BF0}"/>
          </ac:cxnSpMkLst>
        </pc:cxnChg>
        <pc:cxnChg chg="mod">
          <ac:chgData name="Zhang, Zihao" userId="26112959-846b-4648-8ed6-22f7e11ddcd4" providerId="ADAL" clId="{0064F97C-4543-4094-B197-74D62B237C8A}" dt="2025-01-02T23:56:41.853" v="138" actId="338"/>
          <ac:cxnSpMkLst>
            <pc:docMk/>
            <pc:sldMk cId="2865581521" sldId="260"/>
            <ac:cxnSpMk id="2183" creationId="{93A3B47A-C133-06D8-255E-DFB074FDEE74}"/>
          </ac:cxnSpMkLst>
        </pc:cxnChg>
        <pc:cxnChg chg="mod">
          <ac:chgData name="Zhang, Zihao" userId="26112959-846b-4648-8ed6-22f7e11ddcd4" providerId="ADAL" clId="{0064F97C-4543-4094-B197-74D62B237C8A}" dt="2025-01-02T23:56:41.853" v="138" actId="338"/>
          <ac:cxnSpMkLst>
            <pc:docMk/>
            <pc:sldMk cId="2865581521" sldId="260"/>
            <ac:cxnSpMk id="2193" creationId="{D722F1B9-9685-0034-42C2-C535135D6CDD}"/>
          </ac:cxnSpMkLst>
        </pc:cxnChg>
        <pc:cxnChg chg="mod">
          <ac:chgData name="Zhang, Zihao" userId="26112959-846b-4648-8ed6-22f7e11ddcd4" providerId="ADAL" clId="{0064F97C-4543-4094-B197-74D62B237C8A}" dt="2025-01-02T23:56:41.853" v="138" actId="338"/>
          <ac:cxnSpMkLst>
            <pc:docMk/>
            <pc:sldMk cId="2865581521" sldId="260"/>
            <ac:cxnSpMk id="2203" creationId="{E7CEBBBD-F3FC-93A4-0B98-4F6DEA8C5DDC}"/>
          </ac:cxnSpMkLst>
        </pc:cxnChg>
        <pc:cxnChg chg="mod">
          <ac:chgData name="Zhang, Zihao" userId="26112959-846b-4648-8ed6-22f7e11ddcd4" providerId="ADAL" clId="{0064F97C-4543-4094-B197-74D62B237C8A}" dt="2025-01-02T23:56:41.853" v="138" actId="338"/>
          <ac:cxnSpMkLst>
            <pc:docMk/>
            <pc:sldMk cId="2865581521" sldId="260"/>
            <ac:cxnSpMk id="2206" creationId="{05413D44-667E-F09C-19C5-CE37C422CCEF}"/>
          </ac:cxnSpMkLst>
        </pc:cxnChg>
        <pc:cxnChg chg="mod">
          <ac:chgData name="Zhang, Zihao" userId="26112959-846b-4648-8ed6-22f7e11ddcd4" providerId="ADAL" clId="{0064F97C-4543-4094-B197-74D62B237C8A}" dt="2025-01-02T23:56:41.853" v="138" actId="338"/>
          <ac:cxnSpMkLst>
            <pc:docMk/>
            <pc:sldMk cId="2865581521" sldId="260"/>
            <ac:cxnSpMk id="2211" creationId="{47D86F16-A3B6-CF3C-205C-2B8D82C0AD58}"/>
          </ac:cxnSpMkLst>
        </pc:cxnChg>
        <pc:cxnChg chg="mod">
          <ac:chgData name="Zhang, Zihao" userId="26112959-846b-4648-8ed6-22f7e11ddcd4" providerId="ADAL" clId="{0064F97C-4543-4094-B197-74D62B237C8A}" dt="2025-01-02T23:56:41.853" v="138" actId="338"/>
          <ac:cxnSpMkLst>
            <pc:docMk/>
            <pc:sldMk cId="2865581521" sldId="260"/>
            <ac:cxnSpMk id="2212" creationId="{61362BD1-11D1-7B7B-682B-7D48A99FE0EB}"/>
          </ac:cxnSpMkLst>
        </pc:cxnChg>
        <pc:cxnChg chg="mod">
          <ac:chgData name="Zhang, Zihao" userId="26112959-846b-4648-8ed6-22f7e11ddcd4" providerId="ADAL" clId="{0064F97C-4543-4094-B197-74D62B237C8A}" dt="2025-01-02T23:56:41.853" v="138" actId="338"/>
          <ac:cxnSpMkLst>
            <pc:docMk/>
            <pc:sldMk cId="2865581521" sldId="260"/>
            <ac:cxnSpMk id="2215" creationId="{D0010034-1E53-2DE0-4927-92778961CC9D}"/>
          </ac:cxnSpMkLst>
        </pc:cxnChg>
        <pc:cxnChg chg="mod">
          <ac:chgData name="Zhang, Zihao" userId="26112959-846b-4648-8ed6-22f7e11ddcd4" providerId="ADAL" clId="{0064F97C-4543-4094-B197-74D62B237C8A}" dt="2025-01-02T23:56:41.853" v="138" actId="338"/>
          <ac:cxnSpMkLst>
            <pc:docMk/>
            <pc:sldMk cId="2865581521" sldId="260"/>
            <ac:cxnSpMk id="2218" creationId="{B27EB2DA-19E8-77F3-D3CF-A857A8C46B27}"/>
          </ac:cxnSpMkLst>
        </pc:cxnChg>
        <pc:cxnChg chg="mod">
          <ac:chgData name="Zhang, Zihao" userId="26112959-846b-4648-8ed6-22f7e11ddcd4" providerId="ADAL" clId="{0064F97C-4543-4094-B197-74D62B237C8A}" dt="2025-01-02T23:56:41.853" v="138" actId="338"/>
          <ac:cxnSpMkLst>
            <pc:docMk/>
            <pc:sldMk cId="2865581521" sldId="260"/>
            <ac:cxnSpMk id="2231" creationId="{6F2AFF57-C355-31CB-639C-3A9150FCC446}"/>
          </ac:cxnSpMkLst>
        </pc:cxnChg>
        <pc:cxnChg chg="mod">
          <ac:chgData name="Zhang, Zihao" userId="26112959-846b-4648-8ed6-22f7e11ddcd4" providerId="ADAL" clId="{0064F97C-4543-4094-B197-74D62B237C8A}" dt="2025-01-02T23:56:41.853" v="138" actId="338"/>
          <ac:cxnSpMkLst>
            <pc:docMk/>
            <pc:sldMk cId="2865581521" sldId="260"/>
            <ac:cxnSpMk id="2562" creationId="{25B78AA3-8091-A19B-623F-95DFCD203EBE}"/>
          </ac:cxnSpMkLst>
        </pc:cxnChg>
        <pc:cxnChg chg="mod">
          <ac:chgData name="Zhang, Zihao" userId="26112959-846b-4648-8ed6-22f7e11ddcd4" providerId="ADAL" clId="{0064F97C-4543-4094-B197-74D62B237C8A}" dt="2025-01-02T23:56:41.853" v="138" actId="338"/>
          <ac:cxnSpMkLst>
            <pc:docMk/>
            <pc:sldMk cId="2865581521" sldId="260"/>
            <ac:cxnSpMk id="2571" creationId="{E59E1F76-BE4A-B2B7-4F18-5AF2EC510896}"/>
          </ac:cxnSpMkLst>
        </pc:cxnChg>
        <pc:cxnChg chg="mod">
          <ac:chgData name="Zhang, Zihao" userId="26112959-846b-4648-8ed6-22f7e11ddcd4" providerId="ADAL" clId="{0064F97C-4543-4094-B197-74D62B237C8A}" dt="2025-01-02T23:56:41.853" v="138" actId="338"/>
          <ac:cxnSpMkLst>
            <pc:docMk/>
            <pc:sldMk cId="2865581521" sldId="260"/>
            <ac:cxnSpMk id="2578" creationId="{78734A17-661E-1332-39C3-0F1551382285}"/>
          </ac:cxnSpMkLst>
        </pc:cxnChg>
        <pc:cxnChg chg="mod">
          <ac:chgData name="Zhang, Zihao" userId="26112959-846b-4648-8ed6-22f7e11ddcd4" providerId="ADAL" clId="{0064F97C-4543-4094-B197-74D62B237C8A}" dt="2025-01-02T23:56:41.853" v="138" actId="338"/>
          <ac:cxnSpMkLst>
            <pc:docMk/>
            <pc:sldMk cId="2865581521" sldId="260"/>
            <ac:cxnSpMk id="2581" creationId="{A7BA8A72-C621-AD19-A4D7-92A990AF4FB5}"/>
          </ac:cxnSpMkLst>
        </pc:cxnChg>
        <pc:cxnChg chg="mod">
          <ac:chgData name="Zhang, Zihao" userId="26112959-846b-4648-8ed6-22f7e11ddcd4" providerId="ADAL" clId="{0064F97C-4543-4094-B197-74D62B237C8A}" dt="2025-01-02T23:56:41.853" v="138" actId="338"/>
          <ac:cxnSpMkLst>
            <pc:docMk/>
            <pc:sldMk cId="2865581521" sldId="260"/>
            <ac:cxnSpMk id="2583" creationId="{389F2DF6-5759-A921-8E6C-A90095589921}"/>
          </ac:cxnSpMkLst>
        </pc:cxnChg>
        <pc:cxnChg chg="mod">
          <ac:chgData name="Zhang, Zihao" userId="26112959-846b-4648-8ed6-22f7e11ddcd4" providerId="ADAL" clId="{0064F97C-4543-4094-B197-74D62B237C8A}" dt="2025-01-02T23:56:41.853" v="138" actId="338"/>
          <ac:cxnSpMkLst>
            <pc:docMk/>
            <pc:sldMk cId="2865581521" sldId="260"/>
            <ac:cxnSpMk id="2584" creationId="{E18FA7E3-0391-31C1-56A8-0E3A2270C1C9}"/>
          </ac:cxnSpMkLst>
        </pc:cxnChg>
        <pc:cxnChg chg="mod">
          <ac:chgData name="Zhang, Zihao" userId="26112959-846b-4648-8ed6-22f7e11ddcd4" providerId="ADAL" clId="{0064F97C-4543-4094-B197-74D62B237C8A}" dt="2025-01-02T23:56:41.853" v="138" actId="338"/>
          <ac:cxnSpMkLst>
            <pc:docMk/>
            <pc:sldMk cId="2865581521" sldId="260"/>
            <ac:cxnSpMk id="2592" creationId="{71DA328C-40E8-463E-1CC3-FCBA60288CF4}"/>
          </ac:cxnSpMkLst>
        </pc:cxnChg>
        <pc:cxnChg chg="mod">
          <ac:chgData name="Zhang, Zihao" userId="26112959-846b-4648-8ed6-22f7e11ddcd4" providerId="ADAL" clId="{0064F97C-4543-4094-B197-74D62B237C8A}" dt="2025-01-02T23:56:41.853" v="138" actId="338"/>
          <ac:cxnSpMkLst>
            <pc:docMk/>
            <pc:sldMk cId="2865581521" sldId="260"/>
            <ac:cxnSpMk id="2647" creationId="{23986E1C-0BD9-7DD8-A30B-82DBE95C32CC}"/>
          </ac:cxnSpMkLst>
        </pc:cxnChg>
        <pc:cxnChg chg="mod">
          <ac:chgData name="Zhang, Zihao" userId="26112959-846b-4648-8ed6-22f7e11ddcd4" providerId="ADAL" clId="{0064F97C-4543-4094-B197-74D62B237C8A}" dt="2025-01-02T23:56:41.853" v="138" actId="338"/>
          <ac:cxnSpMkLst>
            <pc:docMk/>
            <pc:sldMk cId="2865581521" sldId="260"/>
            <ac:cxnSpMk id="2653" creationId="{E1929F80-93B3-B3FD-701F-AE0E0A8F46DD}"/>
          </ac:cxnSpMkLst>
        </pc:cxnChg>
        <pc:cxnChg chg="mod">
          <ac:chgData name="Zhang, Zihao" userId="26112959-846b-4648-8ed6-22f7e11ddcd4" providerId="ADAL" clId="{0064F97C-4543-4094-B197-74D62B237C8A}" dt="2025-01-02T23:56:41.853" v="138" actId="338"/>
          <ac:cxnSpMkLst>
            <pc:docMk/>
            <pc:sldMk cId="2865581521" sldId="260"/>
            <ac:cxnSpMk id="2655" creationId="{547A9EBA-11B6-6EC7-33C2-C23D25331221}"/>
          </ac:cxnSpMkLst>
        </pc:cxnChg>
        <pc:cxnChg chg="mod">
          <ac:chgData name="Zhang, Zihao" userId="26112959-846b-4648-8ed6-22f7e11ddcd4" providerId="ADAL" clId="{0064F97C-4543-4094-B197-74D62B237C8A}" dt="2025-01-02T23:56:41.853" v="138" actId="338"/>
          <ac:cxnSpMkLst>
            <pc:docMk/>
            <pc:sldMk cId="2865581521" sldId="260"/>
            <ac:cxnSpMk id="2656" creationId="{51879C58-BAC8-E4CF-661B-203E526DA565}"/>
          </ac:cxnSpMkLst>
        </pc:cxnChg>
        <pc:cxnChg chg="mod">
          <ac:chgData name="Zhang, Zihao" userId="26112959-846b-4648-8ed6-22f7e11ddcd4" providerId="ADAL" clId="{0064F97C-4543-4094-B197-74D62B237C8A}" dt="2025-01-02T23:56:41.853" v="138" actId="338"/>
          <ac:cxnSpMkLst>
            <pc:docMk/>
            <pc:sldMk cId="2865581521" sldId="260"/>
            <ac:cxnSpMk id="3532" creationId="{BE03AC75-B277-77B9-B5AD-AC5E26D3DE78}"/>
          </ac:cxnSpMkLst>
        </pc:cxnChg>
        <pc:cxnChg chg="mod">
          <ac:chgData name="Zhang, Zihao" userId="26112959-846b-4648-8ed6-22f7e11ddcd4" providerId="ADAL" clId="{0064F97C-4543-4094-B197-74D62B237C8A}" dt="2025-01-02T23:56:41.853" v="138" actId="338"/>
          <ac:cxnSpMkLst>
            <pc:docMk/>
            <pc:sldMk cId="2865581521" sldId="260"/>
            <ac:cxnSpMk id="3586" creationId="{06CBF774-1A85-B1D3-1128-44D1F876CA7A}"/>
          </ac:cxnSpMkLst>
        </pc:cxnChg>
        <pc:cxnChg chg="mod">
          <ac:chgData name="Zhang, Zihao" userId="26112959-846b-4648-8ed6-22f7e11ddcd4" providerId="ADAL" clId="{0064F97C-4543-4094-B197-74D62B237C8A}" dt="2025-01-02T23:56:41.853" v="138" actId="338"/>
          <ac:cxnSpMkLst>
            <pc:docMk/>
            <pc:sldMk cId="2865581521" sldId="260"/>
            <ac:cxnSpMk id="3592" creationId="{5857A99F-C6DB-FE45-80AF-4186264BD70A}"/>
          </ac:cxnSpMkLst>
        </pc:cxnChg>
        <pc:cxnChg chg="mod">
          <ac:chgData name="Zhang, Zihao" userId="26112959-846b-4648-8ed6-22f7e11ddcd4" providerId="ADAL" clId="{0064F97C-4543-4094-B197-74D62B237C8A}" dt="2025-01-02T23:56:41.853" v="138" actId="338"/>
          <ac:cxnSpMkLst>
            <pc:docMk/>
            <pc:sldMk cId="2865581521" sldId="260"/>
            <ac:cxnSpMk id="3649" creationId="{925CF9E1-7746-FDD8-4794-08921D198DE4}"/>
          </ac:cxnSpMkLst>
        </pc:cxnChg>
        <pc:cxnChg chg="mod">
          <ac:chgData name="Zhang, Zihao" userId="26112959-846b-4648-8ed6-22f7e11ddcd4" providerId="ADAL" clId="{0064F97C-4543-4094-B197-74D62B237C8A}" dt="2025-01-02T23:56:41.853" v="138" actId="338"/>
          <ac:cxnSpMkLst>
            <pc:docMk/>
            <pc:sldMk cId="2865581521" sldId="260"/>
            <ac:cxnSpMk id="3666" creationId="{76DAFF57-206F-1458-84F0-72BA82E57866}"/>
          </ac:cxnSpMkLst>
        </pc:cxnChg>
        <pc:cxnChg chg="mod">
          <ac:chgData name="Zhang, Zihao" userId="26112959-846b-4648-8ed6-22f7e11ddcd4" providerId="ADAL" clId="{0064F97C-4543-4094-B197-74D62B237C8A}" dt="2025-01-02T23:56:41.853" v="138" actId="338"/>
          <ac:cxnSpMkLst>
            <pc:docMk/>
            <pc:sldMk cId="2865581521" sldId="260"/>
            <ac:cxnSpMk id="3685" creationId="{97FE30CC-CF6E-2033-7BC9-35150A2C68B1}"/>
          </ac:cxnSpMkLst>
        </pc:cxnChg>
        <pc:cxnChg chg="mod">
          <ac:chgData name="Zhang, Zihao" userId="26112959-846b-4648-8ed6-22f7e11ddcd4" providerId="ADAL" clId="{0064F97C-4543-4094-B197-74D62B237C8A}" dt="2025-01-02T23:56:41.853" v="138" actId="338"/>
          <ac:cxnSpMkLst>
            <pc:docMk/>
            <pc:sldMk cId="2865581521" sldId="260"/>
            <ac:cxnSpMk id="3687" creationId="{3DA2FE17-5A95-5237-B76A-F34BA386FD2F}"/>
          </ac:cxnSpMkLst>
        </pc:cxnChg>
        <pc:cxnChg chg="mod">
          <ac:chgData name="Zhang, Zihao" userId="26112959-846b-4648-8ed6-22f7e11ddcd4" providerId="ADAL" clId="{0064F97C-4543-4094-B197-74D62B237C8A}" dt="2025-01-02T23:56:41.853" v="138" actId="338"/>
          <ac:cxnSpMkLst>
            <pc:docMk/>
            <pc:sldMk cId="2865581521" sldId="260"/>
            <ac:cxnSpMk id="3767" creationId="{338BB656-256C-77C7-B461-757C30982542}"/>
          </ac:cxnSpMkLst>
        </pc:cxnChg>
        <pc:cxnChg chg="mod">
          <ac:chgData name="Zhang, Zihao" userId="26112959-846b-4648-8ed6-22f7e11ddcd4" providerId="ADAL" clId="{0064F97C-4543-4094-B197-74D62B237C8A}" dt="2025-01-02T23:56:41.853" v="138" actId="338"/>
          <ac:cxnSpMkLst>
            <pc:docMk/>
            <pc:sldMk cId="2865581521" sldId="260"/>
            <ac:cxnSpMk id="3768" creationId="{A49F104D-1A0E-B47E-676D-BEF4A155A3AE}"/>
          </ac:cxnSpMkLst>
        </pc:cxnChg>
        <pc:cxnChg chg="mod">
          <ac:chgData name="Zhang, Zihao" userId="26112959-846b-4648-8ed6-22f7e11ddcd4" providerId="ADAL" clId="{0064F97C-4543-4094-B197-74D62B237C8A}" dt="2025-01-02T23:56:41.853" v="138" actId="338"/>
          <ac:cxnSpMkLst>
            <pc:docMk/>
            <pc:sldMk cId="2865581521" sldId="260"/>
            <ac:cxnSpMk id="3770" creationId="{847723BC-7A51-988C-FAC3-8116AE29D827}"/>
          </ac:cxnSpMkLst>
        </pc:cxnChg>
        <pc:cxnChg chg="mod">
          <ac:chgData name="Zhang, Zihao" userId="26112959-846b-4648-8ed6-22f7e11ddcd4" providerId="ADAL" clId="{0064F97C-4543-4094-B197-74D62B237C8A}" dt="2025-01-02T23:56:41.853" v="138" actId="338"/>
          <ac:cxnSpMkLst>
            <pc:docMk/>
            <pc:sldMk cId="2865581521" sldId="260"/>
            <ac:cxnSpMk id="3774" creationId="{6AE87825-DD20-8A88-1CFA-D005CF96B010}"/>
          </ac:cxnSpMkLst>
        </pc:cxnChg>
      </pc:sldChg>
      <pc:sldChg chg="modSp del mod">
        <pc:chgData name="Zhang, Zihao" userId="26112959-846b-4648-8ed6-22f7e11ddcd4" providerId="ADAL" clId="{0064F97C-4543-4094-B197-74D62B237C8A}" dt="2025-01-02T00:07:14.319" v="5" actId="47"/>
        <pc:sldMkLst>
          <pc:docMk/>
          <pc:sldMk cId="729349239" sldId="268"/>
        </pc:sldMkLst>
      </pc:sldChg>
      <pc:sldChg chg="del">
        <pc:chgData name="Zhang, Zihao" userId="26112959-846b-4648-8ed6-22f7e11ddcd4" providerId="ADAL" clId="{0064F97C-4543-4094-B197-74D62B237C8A}" dt="2025-01-02T00:06:55.375" v="0" actId="47"/>
        <pc:sldMkLst>
          <pc:docMk/>
          <pc:sldMk cId="1416019772" sldId="270"/>
        </pc:sldMkLst>
      </pc:sldChg>
      <pc:sldChg chg="del">
        <pc:chgData name="Zhang, Zihao" userId="26112959-846b-4648-8ed6-22f7e11ddcd4" providerId="ADAL" clId="{0064F97C-4543-4094-B197-74D62B237C8A}" dt="2025-01-02T00:06:56.104" v="1" actId="47"/>
        <pc:sldMkLst>
          <pc:docMk/>
          <pc:sldMk cId="3822094833" sldId="271"/>
        </pc:sldMkLst>
      </pc:sldChg>
      <pc:sldChg chg="del">
        <pc:chgData name="Zhang, Zihao" userId="26112959-846b-4648-8ed6-22f7e11ddcd4" providerId="ADAL" clId="{0064F97C-4543-4094-B197-74D62B237C8A}" dt="2025-01-02T00:07:15.093" v="6" actId="47"/>
        <pc:sldMkLst>
          <pc:docMk/>
          <pc:sldMk cId="3669502245" sldId="273"/>
        </pc:sldMkLst>
      </pc:sldChg>
      <pc:sldChg chg="del">
        <pc:chgData name="Zhang, Zihao" userId="26112959-846b-4648-8ed6-22f7e11ddcd4" providerId="ADAL" clId="{0064F97C-4543-4094-B197-74D62B237C8A}" dt="2025-01-02T00:06:56.745" v="2" actId="47"/>
        <pc:sldMkLst>
          <pc:docMk/>
          <pc:sldMk cId="3264780388" sldId="275"/>
        </pc:sldMkLst>
      </pc:sldChg>
    </pc:docChg>
  </pc:docChgLst>
  <pc:docChgLst>
    <pc:chgData name="Zhang, Zihao" userId="26112959-846b-4648-8ed6-22f7e11ddcd4" providerId="ADAL" clId="{4538631E-7A82-41E4-A521-569E943D35DE}"/>
    <pc:docChg chg="undo custSel modSld">
      <pc:chgData name="Zhang, Zihao" userId="26112959-846b-4648-8ed6-22f7e11ddcd4" providerId="ADAL" clId="{4538631E-7A82-41E4-A521-569E943D35DE}" dt="2025-01-06T23:42:17.596" v="49" actId="478"/>
      <pc:docMkLst>
        <pc:docMk/>
      </pc:docMkLst>
      <pc:sldChg chg="addSp delSp modSp mod">
        <pc:chgData name="Zhang, Zihao" userId="26112959-846b-4648-8ed6-22f7e11ddcd4" providerId="ADAL" clId="{4538631E-7A82-41E4-A521-569E943D35DE}" dt="2025-01-06T23:42:17.596" v="49" actId="478"/>
        <pc:sldMkLst>
          <pc:docMk/>
          <pc:sldMk cId="2865581521" sldId="260"/>
        </pc:sldMkLst>
        <pc:spChg chg="mod">
          <ac:chgData name="Zhang, Zihao" userId="26112959-846b-4648-8ed6-22f7e11ddcd4" providerId="ADAL" clId="{4538631E-7A82-41E4-A521-569E943D35DE}" dt="2025-01-05T22:19:10.453" v="32" actId="1037"/>
          <ac:spMkLst>
            <pc:docMk/>
            <pc:sldMk cId="2865581521" sldId="260"/>
            <ac:spMk id="2" creationId="{0DD7BEF3-FD24-8883-ECF6-B829B80070FB}"/>
          </ac:spMkLst>
        </pc:spChg>
        <pc:spChg chg="mod">
          <ac:chgData name="Zhang, Zihao" userId="26112959-846b-4648-8ed6-22f7e11ddcd4" providerId="ADAL" clId="{4538631E-7A82-41E4-A521-569E943D35DE}" dt="2025-01-05T22:19:10.453" v="32" actId="1037"/>
          <ac:spMkLst>
            <pc:docMk/>
            <pc:sldMk cId="2865581521" sldId="260"/>
            <ac:spMk id="5" creationId="{164486BF-C09F-C992-D8DA-C558092CCCC1}"/>
          </ac:spMkLst>
        </pc:spChg>
        <pc:spChg chg="mod">
          <ac:chgData name="Zhang, Zihao" userId="26112959-846b-4648-8ed6-22f7e11ddcd4" providerId="ADAL" clId="{4538631E-7A82-41E4-A521-569E943D35DE}" dt="2025-01-05T22:19:10.453" v="32" actId="1037"/>
          <ac:spMkLst>
            <pc:docMk/>
            <pc:sldMk cId="2865581521" sldId="260"/>
            <ac:spMk id="8" creationId="{EAF48D73-EC51-5FC6-6D6E-99A58CF679A1}"/>
          </ac:spMkLst>
        </pc:spChg>
        <pc:spChg chg="add mod or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12" creationId="{4617E76F-79EC-A05C-BFB6-374803CEC81D}"/>
          </ac:spMkLst>
        </pc:spChg>
        <pc:spChg chg="add mod or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13" creationId="{59C58777-763F-D4B9-9880-63C9F5D4242A}"/>
          </ac:spMkLst>
        </pc:spChg>
        <pc:spChg chg="mod">
          <ac:chgData name="Zhang, Zihao" userId="26112959-846b-4648-8ed6-22f7e11ddcd4" providerId="ADAL" clId="{4538631E-7A82-41E4-A521-569E943D35DE}" dt="2025-01-06T23:41:54.642" v="43" actId="1076"/>
          <ac:spMkLst>
            <pc:docMk/>
            <pc:sldMk cId="2865581521" sldId="260"/>
            <ac:spMk id="20" creationId="{45A0800D-59EA-D195-C153-3D4EB7EA94C4}"/>
          </ac:spMkLst>
        </pc:spChg>
        <pc:spChg chg="mod">
          <ac:chgData name="Zhang, Zihao" userId="26112959-846b-4648-8ed6-22f7e11ddcd4" providerId="ADAL" clId="{4538631E-7A82-41E4-A521-569E943D35DE}" dt="2025-01-06T23:41:54.642" v="43" actId="1076"/>
          <ac:spMkLst>
            <pc:docMk/>
            <pc:sldMk cId="2865581521" sldId="260"/>
            <ac:spMk id="21" creationId="{25CABB87-5AAB-2428-E9B1-29BD38DA5DBC}"/>
          </ac:spMkLst>
        </pc:spChg>
        <pc:spChg chg="mod">
          <ac:chgData name="Zhang, Zihao" userId="26112959-846b-4648-8ed6-22f7e11ddcd4" providerId="ADAL" clId="{4538631E-7A82-41E4-A521-569E943D35DE}" dt="2025-01-06T23:41:54.642" v="43" actId="1076"/>
          <ac:spMkLst>
            <pc:docMk/>
            <pc:sldMk cId="2865581521" sldId="260"/>
            <ac:spMk id="22" creationId="{EE60B1C6-9B99-5F01-FD2F-C6BB9A054EE6}"/>
          </ac:spMkLst>
        </pc:spChg>
        <pc:spChg chg="mod">
          <ac:chgData name="Zhang, Zihao" userId="26112959-846b-4648-8ed6-22f7e11ddcd4" providerId="ADAL" clId="{4538631E-7A82-41E4-A521-569E943D35DE}" dt="2025-01-06T23:41:54.642" v="43" actId="1076"/>
          <ac:spMkLst>
            <pc:docMk/>
            <pc:sldMk cId="2865581521" sldId="260"/>
            <ac:spMk id="27" creationId="{9D8BFD4C-35FA-081D-8F33-171890720F29}"/>
          </ac:spMkLst>
        </pc:spChg>
        <pc:spChg chg="mod">
          <ac:chgData name="Zhang, Zihao" userId="26112959-846b-4648-8ed6-22f7e11ddcd4" providerId="ADAL" clId="{4538631E-7A82-41E4-A521-569E943D35DE}" dt="2025-01-06T23:41:54.642" v="43" actId="1076"/>
          <ac:spMkLst>
            <pc:docMk/>
            <pc:sldMk cId="2865581521" sldId="260"/>
            <ac:spMk id="28" creationId="{C8BE9306-F7E8-38A9-6C9C-F53E2883948A}"/>
          </ac:spMkLst>
        </pc:spChg>
        <pc:spChg chg="mod">
          <ac:chgData name="Zhang, Zihao" userId="26112959-846b-4648-8ed6-22f7e11ddcd4" providerId="ADAL" clId="{4538631E-7A82-41E4-A521-569E943D35DE}" dt="2025-01-06T23:41:54.642" v="43" actId="1076"/>
          <ac:spMkLst>
            <pc:docMk/>
            <pc:sldMk cId="2865581521" sldId="260"/>
            <ac:spMk id="29" creationId="{0A248069-9B98-D922-431B-59D2CD26F591}"/>
          </ac:spMkLst>
        </pc:spChg>
        <pc:spChg chg="mod">
          <ac:chgData name="Zhang, Zihao" userId="26112959-846b-4648-8ed6-22f7e11ddcd4" providerId="ADAL" clId="{4538631E-7A82-41E4-A521-569E943D35DE}" dt="2025-01-06T23:41:54.642" v="43" actId="1076"/>
          <ac:spMkLst>
            <pc:docMk/>
            <pc:sldMk cId="2865581521" sldId="260"/>
            <ac:spMk id="30" creationId="{AF8556AB-8F16-7D84-94ED-3B17E6379F14}"/>
          </ac:spMkLst>
        </pc:spChg>
        <pc:spChg chg="mod">
          <ac:chgData name="Zhang, Zihao" userId="26112959-846b-4648-8ed6-22f7e11ddcd4" providerId="ADAL" clId="{4538631E-7A82-41E4-A521-569E943D35DE}" dt="2025-01-06T23:41:54.642" v="43" actId="1076"/>
          <ac:spMkLst>
            <pc:docMk/>
            <pc:sldMk cId="2865581521" sldId="260"/>
            <ac:spMk id="31" creationId="{B3F63BAF-FB26-93B5-5AD5-C7ED84A1D770}"/>
          </ac:spMkLst>
        </pc:spChg>
        <pc:spChg chg="mod">
          <ac:chgData name="Zhang, Zihao" userId="26112959-846b-4648-8ed6-22f7e11ddcd4" providerId="ADAL" clId="{4538631E-7A82-41E4-A521-569E943D35DE}" dt="2025-01-06T23:41:54.642" v="43" actId="1076"/>
          <ac:spMkLst>
            <pc:docMk/>
            <pc:sldMk cId="2865581521" sldId="260"/>
            <ac:spMk id="32" creationId="{AE3988FE-DAD8-D05F-5B15-B9A870876449}"/>
          </ac:spMkLst>
        </pc:spChg>
        <pc:spChg chg="mod">
          <ac:chgData name="Zhang, Zihao" userId="26112959-846b-4648-8ed6-22f7e11ddcd4" providerId="ADAL" clId="{4538631E-7A82-41E4-A521-569E943D35DE}" dt="2025-01-06T23:41:54.642" v="43" actId="1076"/>
          <ac:spMkLst>
            <pc:docMk/>
            <pc:sldMk cId="2865581521" sldId="260"/>
            <ac:spMk id="33" creationId="{56B7DA27-B744-8527-AC4B-CC9F196632C7}"/>
          </ac:spMkLst>
        </pc:spChg>
        <pc:spChg chg="mod">
          <ac:chgData name="Zhang, Zihao" userId="26112959-846b-4648-8ed6-22f7e11ddcd4" providerId="ADAL" clId="{4538631E-7A82-41E4-A521-569E943D35DE}" dt="2025-01-06T23:41:54.642" v="43" actId="1076"/>
          <ac:spMkLst>
            <pc:docMk/>
            <pc:sldMk cId="2865581521" sldId="260"/>
            <ac:spMk id="34" creationId="{26C4A13A-EB03-7025-4240-99881B7F158F}"/>
          </ac:spMkLst>
        </pc:spChg>
        <pc:spChg chg="mod">
          <ac:chgData name="Zhang, Zihao" userId="26112959-846b-4648-8ed6-22f7e11ddcd4" providerId="ADAL" clId="{4538631E-7A82-41E4-A521-569E943D35DE}" dt="2025-01-06T23:41:54.642" v="43" actId="1076"/>
          <ac:spMkLst>
            <pc:docMk/>
            <pc:sldMk cId="2865581521" sldId="260"/>
            <ac:spMk id="35" creationId="{9A124805-9364-487C-A296-8A719F9400E8}"/>
          </ac:spMkLst>
        </pc:spChg>
        <pc:spChg chg="mod">
          <ac:chgData name="Zhang, Zihao" userId="26112959-846b-4648-8ed6-22f7e11ddcd4" providerId="ADAL" clId="{4538631E-7A82-41E4-A521-569E943D35DE}" dt="2025-01-06T23:41:54.642" v="43" actId="1076"/>
          <ac:spMkLst>
            <pc:docMk/>
            <pc:sldMk cId="2865581521" sldId="260"/>
            <ac:spMk id="36" creationId="{46940675-1D17-D7D1-E508-5F8942912FDB}"/>
          </ac:spMkLst>
        </pc:spChg>
        <pc:spChg chg="mod">
          <ac:chgData name="Zhang, Zihao" userId="26112959-846b-4648-8ed6-22f7e11ddcd4" providerId="ADAL" clId="{4538631E-7A82-41E4-A521-569E943D35DE}" dt="2025-01-06T23:41:54.642" v="43" actId="1076"/>
          <ac:spMkLst>
            <pc:docMk/>
            <pc:sldMk cId="2865581521" sldId="260"/>
            <ac:spMk id="37" creationId="{9A898EC7-F7EB-0640-48BD-E3ECA8756021}"/>
          </ac:spMkLst>
        </pc:spChg>
        <pc:spChg chg="mod">
          <ac:chgData name="Zhang, Zihao" userId="26112959-846b-4648-8ed6-22f7e11ddcd4" providerId="ADAL" clId="{4538631E-7A82-41E4-A521-569E943D35DE}" dt="2025-01-06T23:41:54.642" v="43" actId="1076"/>
          <ac:spMkLst>
            <pc:docMk/>
            <pc:sldMk cId="2865581521" sldId="260"/>
            <ac:spMk id="38" creationId="{E556DB1A-A362-9E21-90D4-D8A9FB90E678}"/>
          </ac:spMkLst>
        </pc:spChg>
        <pc:spChg chg="mod">
          <ac:chgData name="Zhang, Zihao" userId="26112959-846b-4648-8ed6-22f7e11ddcd4" providerId="ADAL" clId="{4538631E-7A82-41E4-A521-569E943D35DE}" dt="2025-01-06T23:41:54.642" v="43" actId="1076"/>
          <ac:spMkLst>
            <pc:docMk/>
            <pc:sldMk cId="2865581521" sldId="260"/>
            <ac:spMk id="39" creationId="{1C2CA92E-28B9-E961-7AF3-B63B762ABB8C}"/>
          </ac:spMkLst>
        </pc:spChg>
        <pc:spChg chg="mod">
          <ac:chgData name="Zhang, Zihao" userId="26112959-846b-4648-8ed6-22f7e11ddcd4" providerId="ADAL" clId="{4538631E-7A82-41E4-A521-569E943D35DE}" dt="2025-01-06T23:41:54.642" v="43" actId="1076"/>
          <ac:spMkLst>
            <pc:docMk/>
            <pc:sldMk cId="2865581521" sldId="260"/>
            <ac:spMk id="40" creationId="{3D1F11CA-F242-5770-488C-B7415DBC84D5}"/>
          </ac:spMkLst>
        </pc:spChg>
        <pc:spChg chg="mod">
          <ac:chgData name="Zhang, Zihao" userId="26112959-846b-4648-8ed6-22f7e11ddcd4" providerId="ADAL" clId="{4538631E-7A82-41E4-A521-569E943D35DE}" dt="2025-01-06T23:41:54.642" v="43" actId="1076"/>
          <ac:spMkLst>
            <pc:docMk/>
            <pc:sldMk cId="2865581521" sldId="260"/>
            <ac:spMk id="41" creationId="{5DE7A27F-13A6-38A0-B7A3-D31D8022F7E8}"/>
          </ac:spMkLst>
        </pc:spChg>
        <pc:spChg chg="mod">
          <ac:chgData name="Zhang, Zihao" userId="26112959-846b-4648-8ed6-22f7e11ddcd4" providerId="ADAL" clId="{4538631E-7A82-41E4-A521-569E943D35DE}" dt="2025-01-06T23:41:54.642" v="43" actId="1076"/>
          <ac:spMkLst>
            <pc:docMk/>
            <pc:sldMk cId="2865581521" sldId="260"/>
            <ac:spMk id="42" creationId="{B4C06A53-0AE9-B0C1-2782-E382C09E3C72}"/>
          </ac:spMkLst>
        </pc:spChg>
        <pc:spChg chg="add del mod">
          <ac:chgData name="Zhang, Zihao" userId="26112959-846b-4648-8ed6-22f7e11ddcd4" providerId="ADAL" clId="{4538631E-7A82-41E4-A521-569E943D35DE}" dt="2025-01-06T23:42:17.596" v="49" actId="478"/>
          <ac:spMkLst>
            <pc:docMk/>
            <pc:sldMk cId="2865581521" sldId="260"/>
            <ac:spMk id="43" creationId="{67B281AD-0F55-6F15-B880-92A271502D2F}"/>
          </ac:spMkLst>
        </pc:spChg>
        <pc:spChg chg="add del mod">
          <ac:chgData name="Zhang, Zihao" userId="26112959-846b-4648-8ed6-22f7e11ddcd4" providerId="ADAL" clId="{4538631E-7A82-41E4-A521-569E943D35DE}" dt="2025-01-06T23:42:17.596" v="49" actId="478"/>
          <ac:spMkLst>
            <pc:docMk/>
            <pc:sldMk cId="2865581521" sldId="260"/>
            <ac:spMk id="44" creationId="{715F986F-6F7C-3E8C-DEF8-A7239CA03B55}"/>
          </ac:spMkLst>
        </pc:spChg>
        <pc:spChg chg="mod">
          <ac:chgData name="Zhang, Zihao" userId="26112959-846b-4648-8ed6-22f7e11ddcd4" providerId="ADAL" clId="{4538631E-7A82-41E4-A521-569E943D35DE}" dt="2025-01-06T23:41:54.642" v="43" actId="1076"/>
          <ac:spMkLst>
            <pc:docMk/>
            <pc:sldMk cId="2865581521" sldId="260"/>
            <ac:spMk id="46" creationId="{555BA9BE-C903-8942-A4C5-FFF00B91E7B2}"/>
          </ac:spMkLst>
        </pc:spChg>
        <pc:spChg chg="mod">
          <ac:chgData name="Zhang, Zihao" userId="26112959-846b-4648-8ed6-22f7e11ddcd4" providerId="ADAL" clId="{4538631E-7A82-41E4-A521-569E943D35DE}" dt="2025-01-06T23:41:54.642" v="43" actId="1076"/>
          <ac:spMkLst>
            <pc:docMk/>
            <pc:sldMk cId="2865581521" sldId="260"/>
            <ac:spMk id="47" creationId="{83F9C6A3-BD6E-2B43-8E20-4435FF384EB0}"/>
          </ac:spMkLst>
        </pc:spChg>
        <pc:spChg chg="mod">
          <ac:chgData name="Zhang, Zihao" userId="26112959-846b-4648-8ed6-22f7e11ddcd4" providerId="ADAL" clId="{4538631E-7A82-41E4-A521-569E943D35DE}" dt="2025-01-06T23:41:54.642" v="43" actId="1076"/>
          <ac:spMkLst>
            <pc:docMk/>
            <pc:sldMk cId="2865581521" sldId="260"/>
            <ac:spMk id="48" creationId="{C6DFAB82-FE33-EE0D-03D3-5C091BC64981}"/>
          </ac:spMkLst>
        </pc:spChg>
        <pc:spChg chg="mod">
          <ac:chgData name="Zhang, Zihao" userId="26112959-846b-4648-8ed6-22f7e11ddcd4" providerId="ADAL" clId="{4538631E-7A82-41E4-A521-569E943D35DE}" dt="2025-01-06T23:41:54.642" v="43" actId="1076"/>
          <ac:spMkLst>
            <pc:docMk/>
            <pc:sldMk cId="2865581521" sldId="260"/>
            <ac:spMk id="49" creationId="{3902C4D8-E8B3-E3FE-27B1-EC82D5F08AEB}"/>
          </ac:spMkLst>
        </pc:spChg>
        <pc:spChg chg="mod">
          <ac:chgData name="Zhang, Zihao" userId="26112959-846b-4648-8ed6-22f7e11ddcd4" providerId="ADAL" clId="{4538631E-7A82-41E4-A521-569E943D35DE}" dt="2025-01-06T23:41:54.642" v="43" actId="1076"/>
          <ac:spMkLst>
            <pc:docMk/>
            <pc:sldMk cId="2865581521" sldId="260"/>
            <ac:spMk id="50" creationId="{E7B9EE14-4444-BF98-7FB6-C9952B36ECD2}"/>
          </ac:spMkLst>
        </pc:spChg>
        <pc:spChg chg="mod">
          <ac:chgData name="Zhang, Zihao" userId="26112959-846b-4648-8ed6-22f7e11ddcd4" providerId="ADAL" clId="{4538631E-7A82-41E4-A521-569E943D35DE}" dt="2025-01-06T23:41:54.642" v="43" actId="1076"/>
          <ac:spMkLst>
            <pc:docMk/>
            <pc:sldMk cId="2865581521" sldId="260"/>
            <ac:spMk id="51" creationId="{C8768911-C87C-5ABB-5CFA-305FC2ABD4F3}"/>
          </ac:spMkLst>
        </pc:spChg>
        <pc:spChg chg="mod">
          <ac:chgData name="Zhang, Zihao" userId="26112959-846b-4648-8ed6-22f7e11ddcd4" providerId="ADAL" clId="{4538631E-7A82-41E4-A521-569E943D35DE}" dt="2025-01-06T23:41:54.642" v="43" actId="1076"/>
          <ac:spMkLst>
            <pc:docMk/>
            <pc:sldMk cId="2865581521" sldId="260"/>
            <ac:spMk id="52" creationId="{0CA26769-41DD-AA6D-8A67-0195ABF15444}"/>
          </ac:spMkLst>
        </pc:spChg>
        <pc:spChg chg="mod">
          <ac:chgData name="Zhang, Zihao" userId="26112959-846b-4648-8ed6-22f7e11ddcd4" providerId="ADAL" clId="{4538631E-7A82-41E4-A521-569E943D35DE}" dt="2025-01-06T23:41:54.642" v="43" actId="1076"/>
          <ac:spMkLst>
            <pc:docMk/>
            <pc:sldMk cId="2865581521" sldId="260"/>
            <ac:spMk id="53" creationId="{0E0DDFC4-D6B6-D8FC-B81B-04A4AB8ED6C8}"/>
          </ac:spMkLst>
        </pc:spChg>
        <pc:spChg chg="mod">
          <ac:chgData name="Zhang, Zihao" userId="26112959-846b-4648-8ed6-22f7e11ddcd4" providerId="ADAL" clId="{4538631E-7A82-41E4-A521-569E943D35DE}" dt="2025-01-06T23:41:54.642" v="43" actId="1076"/>
          <ac:spMkLst>
            <pc:docMk/>
            <pc:sldMk cId="2865581521" sldId="260"/>
            <ac:spMk id="54" creationId="{68C33F17-B858-BDD0-FD8C-15C842E3BDAA}"/>
          </ac:spMkLst>
        </pc:spChg>
        <pc:spChg chg="mod">
          <ac:chgData name="Zhang, Zihao" userId="26112959-846b-4648-8ed6-22f7e11ddcd4" providerId="ADAL" clId="{4538631E-7A82-41E4-A521-569E943D35DE}" dt="2025-01-06T23:41:54.642" v="43" actId="1076"/>
          <ac:spMkLst>
            <pc:docMk/>
            <pc:sldMk cId="2865581521" sldId="260"/>
            <ac:spMk id="55" creationId="{4CD7B8B6-E611-A3AA-2184-7A5D4D5B3DDD}"/>
          </ac:spMkLst>
        </pc:spChg>
        <pc:spChg chg="mod">
          <ac:chgData name="Zhang, Zihao" userId="26112959-846b-4648-8ed6-22f7e11ddcd4" providerId="ADAL" clId="{4538631E-7A82-41E4-A521-569E943D35DE}" dt="2025-01-06T23:41:54.642" v="43" actId="1076"/>
          <ac:spMkLst>
            <pc:docMk/>
            <pc:sldMk cId="2865581521" sldId="260"/>
            <ac:spMk id="56" creationId="{0C1756AA-AC2B-CB75-53C6-AA3B14A4E8DB}"/>
          </ac:spMkLst>
        </pc:spChg>
        <pc:spChg chg="mod">
          <ac:chgData name="Zhang, Zihao" userId="26112959-846b-4648-8ed6-22f7e11ddcd4" providerId="ADAL" clId="{4538631E-7A82-41E4-A521-569E943D35DE}" dt="2025-01-06T23:41:54.642" v="43" actId="1076"/>
          <ac:spMkLst>
            <pc:docMk/>
            <pc:sldMk cId="2865581521" sldId="260"/>
            <ac:spMk id="57" creationId="{359E9FC3-CE3B-02A4-D468-964000A9B008}"/>
          </ac:spMkLst>
        </pc:spChg>
        <pc:spChg chg="mod">
          <ac:chgData name="Zhang, Zihao" userId="26112959-846b-4648-8ed6-22f7e11ddcd4" providerId="ADAL" clId="{4538631E-7A82-41E4-A521-569E943D35DE}" dt="2025-01-06T23:41:54.642" v="43" actId="1076"/>
          <ac:spMkLst>
            <pc:docMk/>
            <pc:sldMk cId="2865581521" sldId="260"/>
            <ac:spMk id="58" creationId="{8ACE4F83-D6D9-8C6C-D388-7A72A9D3C599}"/>
          </ac:spMkLst>
        </pc:spChg>
        <pc:spChg chg="mod">
          <ac:chgData name="Zhang, Zihao" userId="26112959-846b-4648-8ed6-22f7e11ddcd4" providerId="ADAL" clId="{4538631E-7A82-41E4-A521-569E943D35DE}" dt="2025-01-06T23:41:54.642" v="43" actId="1076"/>
          <ac:spMkLst>
            <pc:docMk/>
            <pc:sldMk cId="2865581521" sldId="260"/>
            <ac:spMk id="59" creationId="{4B582A22-5359-BB47-6982-A13EC325C8AF}"/>
          </ac:spMkLst>
        </pc:spChg>
        <pc:spChg chg="mod">
          <ac:chgData name="Zhang, Zihao" userId="26112959-846b-4648-8ed6-22f7e11ddcd4" providerId="ADAL" clId="{4538631E-7A82-41E4-A521-569E943D35DE}" dt="2025-01-06T23:41:54.642" v="43" actId="1076"/>
          <ac:spMkLst>
            <pc:docMk/>
            <pc:sldMk cId="2865581521" sldId="260"/>
            <ac:spMk id="60" creationId="{C81554CA-DD5F-AE98-1525-99B78C093CB8}"/>
          </ac:spMkLst>
        </pc:spChg>
        <pc:spChg chg="mod">
          <ac:chgData name="Zhang, Zihao" userId="26112959-846b-4648-8ed6-22f7e11ddcd4" providerId="ADAL" clId="{4538631E-7A82-41E4-A521-569E943D35DE}" dt="2025-01-06T23:41:54.642" v="43" actId="1076"/>
          <ac:spMkLst>
            <pc:docMk/>
            <pc:sldMk cId="2865581521" sldId="260"/>
            <ac:spMk id="61" creationId="{F4F25D68-0440-83B5-9598-E45F1F3A04C8}"/>
          </ac:spMkLst>
        </pc:spChg>
        <pc:spChg chg="mod">
          <ac:chgData name="Zhang, Zihao" userId="26112959-846b-4648-8ed6-22f7e11ddcd4" providerId="ADAL" clId="{4538631E-7A82-41E4-A521-569E943D35DE}" dt="2025-01-06T23:41:54.642" v="43" actId="1076"/>
          <ac:spMkLst>
            <pc:docMk/>
            <pc:sldMk cId="2865581521" sldId="260"/>
            <ac:spMk id="62" creationId="{3D8ED459-A310-A912-1424-F7707F108088}"/>
          </ac:spMkLst>
        </pc:spChg>
        <pc:spChg chg="mod">
          <ac:chgData name="Zhang, Zihao" userId="26112959-846b-4648-8ed6-22f7e11ddcd4" providerId="ADAL" clId="{4538631E-7A82-41E4-A521-569E943D35DE}" dt="2025-01-06T23:41:54.642" v="43" actId="1076"/>
          <ac:spMkLst>
            <pc:docMk/>
            <pc:sldMk cId="2865581521" sldId="260"/>
            <ac:spMk id="63" creationId="{3AD246CF-8F7E-BA03-3235-10454C5CDF45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69" creationId="{EA12E90B-57C5-4B5E-CF85-FCD16FA0EF10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70" creationId="{9C81DF0F-F163-7142-A4E2-B360606FDDA4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72" creationId="{5F1179CD-965D-314B-5871-997B16035CCF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73" creationId="{6BFF249B-205D-756D-C0BB-9C8FBB37285D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74" creationId="{9D8F70EF-8749-B606-D291-B1EEB6443F53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75" creationId="{326B8012-F259-74AD-53A5-D762BE8B3D7E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76" creationId="{80F96624-2E83-BDC1-6B09-F56E967D3AF5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77" creationId="{927B05DB-56C4-86D5-E9EE-98A9EB6B90DE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78" creationId="{538CC8FA-ED68-BC05-D254-CCD99829486F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79" creationId="{B67F68FB-6828-1197-39B1-48633741D437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84" creationId="{06197D37-528A-CF45-2A2E-5D2D04870804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86" creationId="{4D0C643F-9899-E897-1D4A-3A4D57B2C587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89" creationId="{99870266-1496-C794-6831-58C07498A431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90" creationId="{5583611E-0197-4469-D292-2BDCBB99D669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92" creationId="{5A4D12E0-F7F0-91E8-93DA-14D0BF6E070C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94" creationId="{FC6ABDA7-84C4-A181-A36D-3DE29314E2F5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98" creationId="{96B90CEA-F955-3B4E-EA4B-B765D01FCCC3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104" creationId="{1318A762-7B1C-9176-36C5-A101A20E79F1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107" creationId="{AEE04E3A-7D81-78E2-7B5A-630A22D5854B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108" creationId="{277330C8-4AF1-5724-7420-A1EE3F8D2827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109" creationId="{421DE242-34C9-7EE3-AD79-1D5476A42BD9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115" creationId="{4AC94AE5-501F-ECBA-D2B6-36FDFF18B9D1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121" creationId="{3F17BD56-02A9-142B-0120-06C8E49720F1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122" creationId="{D859D22E-A21C-3DDE-A162-75277CE20969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123" creationId="{B65D9CBF-BED3-8D4A-657C-36F54915345D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125" creationId="{49C1C8C9-78CC-ABE1-1677-82F729A6FF1F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126" creationId="{411798BD-5AD8-6E40-BF98-330C3E49284A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127" creationId="{9EBFF04B-6125-5111-EF08-8C393DE57CF2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1384" creationId="{005F30CC-E401-FF01-7ACF-BA187F68FA2A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1386" creationId="{8A161A01-8A4A-B5A4-FA28-7CDC023D9319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1391" creationId="{80087619-5336-B78B-F6B5-06A6EB4D57C6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1392" creationId="{E40FA6D0-FABD-DB8B-41CB-0A5CCE9CB8E9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1393" creationId="{5A9F14AA-0AD1-8E5B-EFA3-751D6AE69C50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1394" creationId="{607CC8A7-9845-221E-65D8-C2B0F46BF81D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1395" creationId="{14590D05-7DEB-631D-5591-AAD7A0C4501B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1396" creationId="{1B1041BA-56C6-42A3-16B6-28D222813B49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1397" creationId="{AD7A7FDC-3864-85D9-736F-679B88F0DFAE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2178" creationId="{4B67132D-C497-BAB6-5432-F10324AE08CA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2179" creationId="{3C86F19D-A586-BBB5-95DC-618602509826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2180" creationId="{0466B6EF-392F-34EE-4642-5609BA3F613D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2181" creationId="{DB643422-E310-51C7-E226-E004EA068114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2184" creationId="{184161DB-1CA2-A75F-6024-B18CECE7CF58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2185" creationId="{B352D6F2-341E-0F3C-7FED-D9FB53A8325C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2186" creationId="{26AF98BE-58C0-3C1B-9FD1-ED71BD6794E1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2187" creationId="{89168900-A169-6281-B0EA-B4E8075DCAB6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2188" creationId="{9E94F77E-8C2F-58C8-5201-2778A2392765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2189" creationId="{423CB242-F665-9088-126D-438702895832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2190" creationId="{4597D7D9-CFDD-2349-4894-36049435B7D6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2192" creationId="{33471C68-44DD-B13E-BE1D-FCBC35D606FC}"/>
          </ac:spMkLst>
        </pc:spChg>
        <pc:spChg chg="mod or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2194" creationId="{077DE78F-C24E-E136-D583-AF8D22E0FE41}"/>
          </ac:spMkLst>
        </pc:spChg>
        <pc:spChg chg="mod or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2195" creationId="{214EFDB4-5DEF-2DEF-E75A-7A8DE371F589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2204" creationId="{D482B22E-8EA8-E85B-6D7B-3A727BA8666A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2205" creationId="{6B26CF3D-88B9-B77F-E17E-03BC7834D1E1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2207" creationId="{8AF79CB0-A42F-EAE1-3AE6-4C319242B884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2213" creationId="{9F143EDE-BD5F-090B-963D-9A69CEC30FB6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2214" creationId="{3CA464F1-161E-6E46-6BB7-BF067D303790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2216" creationId="{10659232-83C4-F666-0DB8-C7555A85C6FC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2219" creationId="{6B6BDE21-13EE-7AEC-6CBA-1E655DC9382D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2220" creationId="{E90BB89E-EF96-2604-E91B-C617D168DFC6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2221" creationId="{1E9F5375-12DE-AC8C-018A-18D0DC4ACF45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2223" creationId="{6178DCFE-3F44-5D1E-113D-5D733DD35DA9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2224" creationId="{BE864A8C-165D-DCA4-AA72-52560F285A60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2225" creationId="{DE5834C4-65CD-FFE0-D210-FC50DD469CF5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2226" creationId="{2FC46B18-4B31-94C8-37C0-B29A015DCC7F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2227" creationId="{41386684-1786-3516-BABC-F98DB3F99BD2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2228" creationId="{A17926C3-6256-6AD9-8A96-741A4242B7DD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2232" creationId="{2555DFE6-8B17-84B2-DD3C-4B77A0F6DFBF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2234" creationId="{92EF573D-CEBA-4728-2DA2-A5C603B19E4D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2235" creationId="{47E12C73-8948-8CE5-FCB4-13888A547320}"/>
          </ac:spMkLst>
        </pc:spChg>
        <pc:spChg chg="mod or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2236" creationId="{11054608-9C91-9863-D8CD-FB721CA6DD8E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2238" creationId="{5A48AAD7-23C6-5407-4409-F1626C4902F2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2561" creationId="{5D63D166-7DC5-3AD5-9E94-2595E0FEE863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2563" creationId="{39ACBE55-64A1-ED5C-7F2E-2E98FAA6D040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2564" creationId="{3EF6DD64-03E9-90D7-6248-D533000A9647}"/>
          </ac:spMkLst>
        </pc:spChg>
        <pc:spChg chg="mod or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2565" creationId="{710D11A2-6E3F-29C3-F2A3-E560D6FEF844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2567" creationId="{E2A0542A-8340-6090-2BB4-C96517B33EE6}"/>
          </ac:spMkLst>
        </pc:spChg>
        <pc:spChg chg="mod or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2568" creationId="{61BC7E22-47C7-DCA7-4EB2-4F3C0060E706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2570" creationId="{9E87E988-5C8F-23AA-DF25-FFF81904B990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2572" creationId="{221090C0-8472-DB19-D045-C6E8E1C6D276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2575" creationId="{4C482464-D448-9153-13E7-2D9970F53CCD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2577" creationId="{425DD8A8-A2C1-47A2-1C70-65EB6B914794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2579" creationId="{92F8CC20-C4C5-5AB2-5F88-6795204102FE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2580" creationId="{A6D7957E-103B-3752-A995-8AD57DDE8AA5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2590" creationId="{8F8C5171-B567-BC23-A37C-AF59C6226061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2591" creationId="{A781DF76-4F20-210A-4860-757F67E600AC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2593" creationId="{918685B7-E7B9-AB72-5660-B523A8D85726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2659" creationId="{50BD024F-6DFD-BCAB-C8D2-71736EA01091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2660" creationId="{DF1933F0-A7D6-DA8D-A0E2-EB2B636C094B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2661" creationId="{84FC3E8B-590C-8963-FDF7-8979130AAD61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2662" creationId="{3EDFC98E-6E53-6F94-64E5-ED3D8C0E3C7D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2663" creationId="{D1CB1F24-9B2E-814A-28B4-B79703D57751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2664" creationId="{DE9B0FA8-F3B9-88E0-4A9D-E6F1A870EA2A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2665" creationId="{F1A0A809-FCB3-FF6A-0A21-C6D3694B688C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2666" creationId="{29779280-CFC8-1536-EA98-D65532B0CB1C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2667" creationId="{2CF0C14E-CF71-34F6-7162-9CF4395263A7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2668" creationId="{CC465B7C-5BDC-4DE0-D13E-D33AB028A4E0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2669" creationId="{1CD09295-2F97-068A-FD89-4DACD15350BA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2670" creationId="{0299707B-7E9C-48D8-BCFA-8BC51541ED25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2671" creationId="{96698E9D-0E77-31CE-9B6A-FAA6CED87187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2672" creationId="{9B5CCBF5-1789-73F4-FC1B-12AF3248C18C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2673" creationId="{794D658A-36A7-62B7-6351-B3BD4AC41E99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2674" creationId="{8444C7FE-4852-5B5B-0335-C579BA67486F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2675" creationId="{367BCD24-810B-3274-9DFC-966B17317AFA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2676" creationId="{21889562-C8AD-756E-FFEE-286C148284CA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2677" creationId="{D61B9CE1-7532-9DDF-68A9-7C019DD6F4FB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2678" creationId="{1E2FEFE2-93BA-8E89-4E46-BD9579DB7433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2679" creationId="{1A4D6506-B9EC-8FCB-FB6E-AF198CCD9383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2680" creationId="{08E38780-D43F-E246-B28B-DE95BF35326C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2681" creationId="{BAEE51E9-D856-0E9E-213F-FE08D13AAEA5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2682" creationId="{32D3032D-9689-5ABD-E6FF-7628B285C8F0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2683" creationId="{2D3D256A-50E0-00EC-E1EE-5640D550990A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2684" creationId="{AB1469F6-3288-50C2-11D4-120863B3B2A3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2685" creationId="{44BA9909-042B-6CC1-19BA-C1855E994D34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2686" creationId="{93DC3918-7E28-42E3-E10A-A83DC32CB2C5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2687" creationId="{C5FC5E1A-E9E6-8B13-B21D-508E7D9479C8}"/>
          </ac:spMkLst>
        </pc:spChg>
        <pc:spChg chg="mod">
          <ac:chgData name="Zhang, Zihao" userId="26112959-846b-4648-8ed6-22f7e11ddcd4" providerId="ADAL" clId="{4538631E-7A82-41E4-A521-569E943D35DE}" dt="2025-01-05T22:19:10.453" v="32" actId="1037"/>
          <ac:spMkLst>
            <pc:docMk/>
            <pc:sldMk cId="2865581521" sldId="260"/>
            <ac:spMk id="2692" creationId="{B4C159D7-80F2-F955-2CF8-56242FABAC5C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2698" creationId="{820EC3CE-8D16-1647-EB1A-A30BC9333E20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2699" creationId="{DA7FDC82-AFA9-56DF-AF87-9233582D9479}"/>
          </ac:spMkLst>
        </pc:spChg>
        <pc:spChg chg="mod or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2700" creationId="{2CF3E228-2165-44EA-25F9-428E588419BF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2703" creationId="{BE28C84F-F461-BE80-0641-3A8036AF05A7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2706" creationId="{6F540EBE-F28C-13AE-6C30-29A2D906D22E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3522" creationId="{7EA2C4D9-10D9-45D3-CA78-9C3C2CA47099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3523" creationId="{FEE82549-9867-F98A-D4B4-1B576D502266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3524" creationId="{AE76C305-8822-C6DC-ECC9-429E10199EBB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3525" creationId="{61BD017E-B80E-7009-2179-5FFFC45598C2}"/>
          </ac:spMkLst>
        </pc:spChg>
        <pc:spChg chg="mod">
          <ac:chgData name="Zhang, Zihao" userId="26112959-846b-4648-8ed6-22f7e11ddcd4" providerId="ADAL" clId="{4538631E-7A82-41E4-A521-569E943D35DE}" dt="2025-01-05T22:18:59.579" v="28" actId="1076"/>
          <ac:spMkLst>
            <pc:docMk/>
            <pc:sldMk cId="2865581521" sldId="260"/>
            <ac:spMk id="3526" creationId="{5B14FA91-E6B4-4B05-610B-AACABF7BA073}"/>
          </ac:spMkLst>
        </pc:spChg>
        <pc:spChg chg="mod">
          <ac:chgData name="Zhang, Zihao" userId="26112959-846b-4648-8ed6-22f7e11ddcd4" providerId="ADAL" clId="{4538631E-7A82-41E4-A521-569E943D35DE}" dt="2025-01-05T22:19:10.453" v="32" actId="1037"/>
          <ac:spMkLst>
            <pc:docMk/>
            <pc:sldMk cId="2865581521" sldId="260"/>
            <ac:spMk id="3530" creationId="{2C2A57C3-C54A-E7D5-3827-F103A836E9FB}"/>
          </ac:spMkLst>
        </pc:spChg>
        <pc:spChg chg="mod">
          <ac:chgData name="Zhang, Zihao" userId="26112959-846b-4648-8ed6-22f7e11ddcd4" providerId="ADAL" clId="{4538631E-7A82-41E4-A521-569E943D35DE}" dt="2025-01-05T22:19:10.453" v="32" actId="1037"/>
          <ac:spMkLst>
            <pc:docMk/>
            <pc:sldMk cId="2865581521" sldId="260"/>
            <ac:spMk id="3535" creationId="{DDB75A23-2030-1953-CE80-749975257C6A}"/>
          </ac:spMkLst>
        </pc:spChg>
        <pc:spChg chg="mod">
          <ac:chgData name="Zhang, Zihao" userId="26112959-846b-4648-8ed6-22f7e11ddcd4" providerId="ADAL" clId="{4538631E-7A82-41E4-A521-569E943D35DE}" dt="2025-01-05T22:19:10.453" v="32" actId="1037"/>
          <ac:spMkLst>
            <pc:docMk/>
            <pc:sldMk cId="2865581521" sldId="260"/>
            <ac:spMk id="3536" creationId="{B4E1F0E8-6616-663C-854A-E3EE5B0CE46E}"/>
          </ac:spMkLst>
        </pc:spChg>
        <pc:spChg chg="mod">
          <ac:chgData name="Zhang, Zihao" userId="26112959-846b-4648-8ed6-22f7e11ddcd4" providerId="ADAL" clId="{4538631E-7A82-41E4-A521-569E943D35DE}" dt="2025-01-05T22:19:10.453" v="32" actId="1037"/>
          <ac:spMkLst>
            <pc:docMk/>
            <pc:sldMk cId="2865581521" sldId="260"/>
            <ac:spMk id="3537" creationId="{238D742B-232E-BE30-E899-F7B95EA347E2}"/>
          </ac:spMkLst>
        </pc:spChg>
        <pc:spChg chg="mod">
          <ac:chgData name="Zhang, Zihao" userId="26112959-846b-4648-8ed6-22f7e11ddcd4" providerId="ADAL" clId="{4538631E-7A82-41E4-A521-569E943D35DE}" dt="2025-01-05T22:19:10.453" v="32" actId="1037"/>
          <ac:spMkLst>
            <pc:docMk/>
            <pc:sldMk cId="2865581521" sldId="260"/>
            <ac:spMk id="3538" creationId="{09966AAA-0712-B78F-B177-713E6519FDAC}"/>
          </ac:spMkLst>
        </pc:spChg>
        <pc:spChg chg="mod">
          <ac:chgData name="Zhang, Zihao" userId="26112959-846b-4648-8ed6-22f7e11ddcd4" providerId="ADAL" clId="{4538631E-7A82-41E4-A521-569E943D35DE}" dt="2025-01-05T22:19:10.453" v="32" actId="1037"/>
          <ac:spMkLst>
            <pc:docMk/>
            <pc:sldMk cId="2865581521" sldId="260"/>
            <ac:spMk id="3539" creationId="{7D8BC775-E0C9-3F46-8C8C-9879D3C555DB}"/>
          </ac:spMkLst>
        </pc:spChg>
        <pc:spChg chg="mod">
          <ac:chgData name="Zhang, Zihao" userId="26112959-846b-4648-8ed6-22f7e11ddcd4" providerId="ADAL" clId="{4538631E-7A82-41E4-A521-569E943D35DE}" dt="2025-01-05T22:19:10.453" v="32" actId="1037"/>
          <ac:spMkLst>
            <pc:docMk/>
            <pc:sldMk cId="2865581521" sldId="260"/>
            <ac:spMk id="3540" creationId="{73185BCF-9515-F4B4-FA04-863BEF6AAC35}"/>
          </ac:spMkLst>
        </pc:spChg>
        <pc:spChg chg="mod">
          <ac:chgData name="Zhang, Zihao" userId="26112959-846b-4648-8ed6-22f7e11ddcd4" providerId="ADAL" clId="{4538631E-7A82-41E4-A521-569E943D35DE}" dt="2025-01-05T22:19:10.453" v="32" actId="1037"/>
          <ac:spMkLst>
            <pc:docMk/>
            <pc:sldMk cId="2865581521" sldId="260"/>
            <ac:spMk id="3541" creationId="{9D4E5265-8AF9-A533-B320-49C00469C2A4}"/>
          </ac:spMkLst>
        </pc:spChg>
        <pc:spChg chg="mod">
          <ac:chgData name="Zhang, Zihao" userId="26112959-846b-4648-8ed6-22f7e11ddcd4" providerId="ADAL" clId="{4538631E-7A82-41E4-A521-569E943D35DE}" dt="2025-01-05T22:19:10.453" v="32" actId="1037"/>
          <ac:spMkLst>
            <pc:docMk/>
            <pc:sldMk cId="2865581521" sldId="260"/>
            <ac:spMk id="3542" creationId="{3D8F71DB-5E7A-AF1A-0DCD-04F2A0639F35}"/>
          </ac:spMkLst>
        </pc:spChg>
        <pc:spChg chg="mod">
          <ac:chgData name="Zhang, Zihao" userId="26112959-846b-4648-8ed6-22f7e11ddcd4" providerId="ADAL" clId="{4538631E-7A82-41E4-A521-569E943D35DE}" dt="2025-01-05T22:19:10.453" v="32" actId="1037"/>
          <ac:spMkLst>
            <pc:docMk/>
            <pc:sldMk cId="2865581521" sldId="260"/>
            <ac:spMk id="3543" creationId="{619E2857-4B49-0BC7-4F6A-6DC0CA19DE20}"/>
          </ac:spMkLst>
        </pc:spChg>
        <pc:spChg chg="mod">
          <ac:chgData name="Zhang, Zihao" userId="26112959-846b-4648-8ed6-22f7e11ddcd4" providerId="ADAL" clId="{4538631E-7A82-41E4-A521-569E943D35DE}" dt="2025-01-05T22:19:10.453" v="32" actId="1037"/>
          <ac:spMkLst>
            <pc:docMk/>
            <pc:sldMk cId="2865581521" sldId="260"/>
            <ac:spMk id="3544" creationId="{BD912EAD-1966-79B2-1862-5350CB2A195B}"/>
          </ac:spMkLst>
        </pc:spChg>
        <pc:spChg chg="mod">
          <ac:chgData name="Zhang, Zihao" userId="26112959-846b-4648-8ed6-22f7e11ddcd4" providerId="ADAL" clId="{4538631E-7A82-41E4-A521-569E943D35DE}" dt="2025-01-05T22:19:10.453" v="32" actId="1037"/>
          <ac:spMkLst>
            <pc:docMk/>
            <pc:sldMk cId="2865581521" sldId="260"/>
            <ac:spMk id="3545" creationId="{9A28D795-64D2-3FA1-26D8-7535C63DF53A}"/>
          </ac:spMkLst>
        </pc:spChg>
        <pc:spChg chg="mod">
          <ac:chgData name="Zhang, Zihao" userId="26112959-846b-4648-8ed6-22f7e11ddcd4" providerId="ADAL" clId="{4538631E-7A82-41E4-A521-569E943D35DE}" dt="2025-01-05T22:19:10.453" v="32" actId="1037"/>
          <ac:spMkLst>
            <pc:docMk/>
            <pc:sldMk cId="2865581521" sldId="260"/>
            <ac:spMk id="3546" creationId="{8C2657A1-05C2-7AFC-E7A2-FDFB09F2E162}"/>
          </ac:spMkLst>
        </pc:spChg>
        <pc:spChg chg="mod">
          <ac:chgData name="Zhang, Zihao" userId="26112959-846b-4648-8ed6-22f7e11ddcd4" providerId="ADAL" clId="{4538631E-7A82-41E4-A521-569E943D35DE}" dt="2025-01-05T22:19:10.453" v="32" actId="1037"/>
          <ac:spMkLst>
            <pc:docMk/>
            <pc:sldMk cId="2865581521" sldId="260"/>
            <ac:spMk id="3547" creationId="{B5BE3C2B-C5B1-9066-F6BC-9FC3B598C584}"/>
          </ac:spMkLst>
        </pc:spChg>
        <pc:spChg chg="mod">
          <ac:chgData name="Zhang, Zihao" userId="26112959-846b-4648-8ed6-22f7e11ddcd4" providerId="ADAL" clId="{4538631E-7A82-41E4-A521-569E943D35DE}" dt="2025-01-05T22:19:10.453" v="32" actId="1037"/>
          <ac:spMkLst>
            <pc:docMk/>
            <pc:sldMk cId="2865581521" sldId="260"/>
            <ac:spMk id="3548" creationId="{5835EE06-66F3-72F5-9E11-8EB7D6F98EBC}"/>
          </ac:spMkLst>
        </pc:spChg>
        <pc:spChg chg="mod">
          <ac:chgData name="Zhang, Zihao" userId="26112959-846b-4648-8ed6-22f7e11ddcd4" providerId="ADAL" clId="{4538631E-7A82-41E4-A521-569E943D35DE}" dt="2025-01-05T22:19:10.453" v="32" actId="1037"/>
          <ac:spMkLst>
            <pc:docMk/>
            <pc:sldMk cId="2865581521" sldId="260"/>
            <ac:spMk id="3549" creationId="{A70CDFEF-F502-34C8-D014-731A5B2BF399}"/>
          </ac:spMkLst>
        </pc:spChg>
        <pc:spChg chg="mod">
          <ac:chgData name="Zhang, Zihao" userId="26112959-846b-4648-8ed6-22f7e11ddcd4" providerId="ADAL" clId="{4538631E-7A82-41E4-A521-569E943D35DE}" dt="2025-01-05T22:19:10.453" v="32" actId="1037"/>
          <ac:spMkLst>
            <pc:docMk/>
            <pc:sldMk cId="2865581521" sldId="260"/>
            <ac:spMk id="3550" creationId="{CCCF1FE3-A7B4-042C-F64A-DF228C2A3D33}"/>
          </ac:spMkLst>
        </pc:spChg>
        <pc:spChg chg="mod">
          <ac:chgData name="Zhang, Zihao" userId="26112959-846b-4648-8ed6-22f7e11ddcd4" providerId="ADAL" clId="{4538631E-7A82-41E4-A521-569E943D35DE}" dt="2025-01-05T22:19:10.453" v="32" actId="1037"/>
          <ac:spMkLst>
            <pc:docMk/>
            <pc:sldMk cId="2865581521" sldId="260"/>
            <ac:spMk id="3551" creationId="{7A4B2D9A-D569-BB21-7C54-16FA8F9435F3}"/>
          </ac:spMkLst>
        </pc:spChg>
        <pc:spChg chg="mod">
          <ac:chgData name="Zhang, Zihao" userId="26112959-846b-4648-8ed6-22f7e11ddcd4" providerId="ADAL" clId="{4538631E-7A82-41E4-A521-569E943D35DE}" dt="2025-01-05T22:19:10.453" v="32" actId="1037"/>
          <ac:spMkLst>
            <pc:docMk/>
            <pc:sldMk cId="2865581521" sldId="260"/>
            <ac:spMk id="3552" creationId="{0C69EB77-FB1C-9171-567D-76DED5DAF480}"/>
          </ac:spMkLst>
        </pc:spChg>
        <pc:spChg chg="mod">
          <ac:chgData name="Zhang, Zihao" userId="26112959-846b-4648-8ed6-22f7e11ddcd4" providerId="ADAL" clId="{4538631E-7A82-41E4-A521-569E943D35DE}" dt="2025-01-05T22:19:10.453" v="32" actId="1037"/>
          <ac:spMkLst>
            <pc:docMk/>
            <pc:sldMk cId="2865581521" sldId="260"/>
            <ac:spMk id="3553" creationId="{A7E3677B-276C-AD0D-ECE2-58D68C5F422E}"/>
          </ac:spMkLst>
        </pc:spChg>
        <pc:spChg chg="mod">
          <ac:chgData name="Zhang, Zihao" userId="26112959-846b-4648-8ed6-22f7e11ddcd4" providerId="ADAL" clId="{4538631E-7A82-41E4-A521-569E943D35DE}" dt="2025-01-05T22:19:10.453" v="32" actId="1037"/>
          <ac:spMkLst>
            <pc:docMk/>
            <pc:sldMk cId="2865581521" sldId="260"/>
            <ac:spMk id="3554" creationId="{92DF256B-E20F-41FC-3E8C-5567269711DE}"/>
          </ac:spMkLst>
        </pc:spChg>
        <pc:spChg chg="mod">
          <ac:chgData name="Zhang, Zihao" userId="26112959-846b-4648-8ed6-22f7e11ddcd4" providerId="ADAL" clId="{4538631E-7A82-41E4-A521-569E943D35DE}" dt="2025-01-05T22:19:10.453" v="32" actId="1037"/>
          <ac:spMkLst>
            <pc:docMk/>
            <pc:sldMk cId="2865581521" sldId="260"/>
            <ac:spMk id="3555" creationId="{D53DF8B7-6162-E73D-B896-C452FEE0CC02}"/>
          </ac:spMkLst>
        </pc:spChg>
        <pc:spChg chg="mod">
          <ac:chgData name="Zhang, Zihao" userId="26112959-846b-4648-8ed6-22f7e11ddcd4" providerId="ADAL" clId="{4538631E-7A82-41E4-A521-569E943D35DE}" dt="2025-01-05T22:19:10.453" v="32" actId="1037"/>
          <ac:spMkLst>
            <pc:docMk/>
            <pc:sldMk cId="2865581521" sldId="260"/>
            <ac:spMk id="3556" creationId="{FBDB708D-11BA-22CE-B67A-872DBAE71BC9}"/>
          </ac:spMkLst>
        </pc:spChg>
        <pc:spChg chg="mod">
          <ac:chgData name="Zhang, Zihao" userId="26112959-846b-4648-8ed6-22f7e11ddcd4" providerId="ADAL" clId="{4538631E-7A82-41E4-A521-569E943D35DE}" dt="2025-01-05T22:19:10.453" v="32" actId="1037"/>
          <ac:spMkLst>
            <pc:docMk/>
            <pc:sldMk cId="2865581521" sldId="260"/>
            <ac:spMk id="3557" creationId="{9F465ADB-8069-5A99-DE69-510303575EAA}"/>
          </ac:spMkLst>
        </pc:spChg>
        <pc:spChg chg="mod">
          <ac:chgData name="Zhang, Zihao" userId="26112959-846b-4648-8ed6-22f7e11ddcd4" providerId="ADAL" clId="{4538631E-7A82-41E4-A521-569E943D35DE}" dt="2025-01-05T22:19:10.453" v="32" actId="1037"/>
          <ac:spMkLst>
            <pc:docMk/>
            <pc:sldMk cId="2865581521" sldId="260"/>
            <ac:spMk id="3558" creationId="{2F3F9B78-A45B-5271-B86C-8F45305E64DC}"/>
          </ac:spMkLst>
        </pc:spChg>
        <pc:spChg chg="mod">
          <ac:chgData name="Zhang, Zihao" userId="26112959-846b-4648-8ed6-22f7e11ddcd4" providerId="ADAL" clId="{4538631E-7A82-41E4-A521-569E943D35DE}" dt="2025-01-05T22:19:10.453" v="32" actId="1037"/>
          <ac:spMkLst>
            <pc:docMk/>
            <pc:sldMk cId="2865581521" sldId="260"/>
            <ac:spMk id="3559" creationId="{A02FCC5A-3E94-BE82-47F7-770E6532F195}"/>
          </ac:spMkLst>
        </pc:spChg>
        <pc:spChg chg="mod">
          <ac:chgData name="Zhang, Zihao" userId="26112959-846b-4648-8ed6-22f7e11ddcd4" providerId="ADAL" clId="{4538631E-7A82-41E4-A521-569E943D35DE}" dt="2025-01-05T22:19:10.453" v="32" actId="1037"/>
          <ac:spMkLst>
            <pc:docMk/>
            <pc:sldMk cId="2865581521" sldId="260"/>
            <ac:spMk id="3560" creationId="{55090EE8-E67E-F248-615B-84E299D7CB8A}"/>
          </ac:spMkLst>
        </pc:spChg>
        <pc:spChg chg="mod">
          <ac:chgData name="Zhang, Zihao" userId="26112959-846b-4648-8ed6-22f7e11ddcd4" providerId="ADAL" clId="{4538631E-7A82-41E4-A521-569E943D35DE}" dt="2025-01-05T22:19:10.453" v="32" actId="1037"/>
          <ac:spMkLst>
            <pc:docMk/>
            <pc:sldMk cId="2865581521" sldId="260"/>
            <ac:spMk id="3561" creationId="{12E0515A-364B-AD0A-C987-9840E5B3D03A}"/>
          </ac:spMkLst>
        </pc:spChg>
        <pc:spChg chg="mod">
          <ac:chgData name="Zhang, Zihao" userId="26112959-846b-4648-8ed6-22f7e11ddcd4" providerId="ADAL" clId="{4538631E-7A82-41E4-A521-569E943D35DE}" dt="2025-01-05T22:19:10.453" v="32" actId="1037"/>
          <ac:spMkLst>
            <pc:docMk/>
            <pc:sldMk cId="2865581521" sldId="260"/>
            <ac:spMk id="3562" creationId="{D5543AB7-F43B-2DED-C653-C9FBF3607664}"/>
          </ac:spMkLst>
        </pc:spChg>
        <pc:spChg chg="mod">
          <ac:chgData name="Zhang, Zihao" userId="26112959-846b-4648-8ed6-22f7e11ddcd4" providerId="ADAL" clId="{4538631E-7A82-41E4-A521-569E943D35DE}" dt="2025-01-05T22:19:10.453" v="32" actId="1037"/>
          <ac:spMkLst>
            <pc:docMk/>
            <pc:sldMk cId="2865581521" sldId="260"/>
            <ac:spMk id="3563" creationId="{E0F950BB-F853-10E8-4CD0-78FBD637EEF9}"/>
          </ac:spMkLst>
        </pc:spChg>
        <pc:spChg chg="mod">
          <ac:chgData name="Zhang, Zihao" userId="26112959-846b-4648-8ed6-22f7e11ddcd4" providerId="ADAL" clId="{4538631E-7A82-41E4-A521-569E943D35DE}" dt="2025-01-05T22:19:10.453" v="32" actId="1037"/>
          <ac:spMkLst>
            <pc:docMk/>
            <pc:sldMk cId="2865581521" sldId="260"/>
            <ac:spMk id="3564" creationId="{8A8D8CAA-0B04-1D1A-AB7B-0281A77989FD}"/>
          </ac:spMkLst>
        </pc:spChg>
        <pc:spChg chg="mod">
          <ac:chgData name="Zhang, Zihao" userId="26112959-846b-4648-8ed6-22f7e11ddcd4" providerId="ADAL" clId="{4538631E-7A82-41E4-A521-569E943D35DE}" dt="2025-01-05T22:19:10.453" v="32" actId="1037"/>
          <ac:spMkLst>
            <pc:docMk/>
            <pc:sldMk cId="2865581521" sldId="260"/>
            <ac:spMk id="3565" creationId="{9ABB5C29-1033-120B-EFB0-B5B596DBEC8F}"/>
          </ac:spMkLst>
        </pc:spChg>
        <pc:spChg chg="mod">
          <ac:chgData name="Zhang, Zihao" userId="26112959-846b-4648-8ed6-22f7e11ddcd4" providerId="ADAL" clId="{4538631E-7A82-41E4-A521-569E943D35DE}" dt="2025-01-05T22:19:10.453" v="32" actId="1037"/>
          <ac:spMkLst>
            <pc:docMk/>
            <pc:sldMk cId="2865581521" sldId="260"/>
            <ac:spMk id="3566" creationId="{C8FA4E43-BEEA-C7C6-F803-A42FDA21FBFA}"/>
          </ac:spMkLst>
        </pc:spChg>
        <pc:spChg chg="mod">
          <ac:chgData name="Zhang, Zihao" userId="26112959-846b-4648-8ed6-22f7e11ddcd4" providerId="ADAL" clId="{4538631E-7A82-41E4-A521-569E943D35DE}" dt="2025-01-05T22:19:10.453" v="32" actId="1037"/>
          <ac:spMkLst>
            <pc:docMk/>
            <pc:sldMk cId="2865581521" sldId="260"/>
            <ac:spMk id="3567" creationId="{1F8053B8-B933-F505-2DB6-B39150D3BD32}"/>
          </ac:spMkLst>
        </pc:spChg>
        <pc:spChg chg="mod">
          <ac:chgData name="Zhang, Zihao" userId="26112959-846b-4648-8ed6-22f7e11ddcd4" providerId="ADAL" clId="{4538631E-7A82-41E4-A521-569E943D35DE}" dt="2025-01-05T22:19:10.453" v="32" actId="1037"/>
          <ac:spMkLst>
            <pc:docMk/>
            <pc:sldMk cId="2865581521" sldId="260"/>
            <ac:spMk id="3568" creationId="{154B96A2-26C0-412D-8ED0-6EA826B44130}"/>
          </ac:spMkLst>
        </pc:spChg>
        <pc:spChg chg="mod">
          <ac:chgData name="Zhang, Zihao" userId="26112959-846b-4648-8ed6-22f7e11ddcd4" providerId="ADAL" clId="{4538631E-7A82-41E4-A521-569E943D35DE}" dt="2025-01-05T22:19:10.453" v="32" actId="1037"/>
          <ac:spMkLst>
            <pc:docMk/>
            <pc:sldMk cId="2865581521" sldId="260"/>
            <ac:spMk id="3569" creationId="{241B27D4-30D1-626D-282E-EC531EA3D8E6}"/>
          </ac:spMkLst>
        </pc:spChg>
        <pc:spChg chg="mod">
          <ac:chgData name="Zhang, Zihao" userId="26112959-846b-4648-8ed6-22f7e11ddcd4" providerId="ADAL" clId="{4538631E-7A82-41E4-A521-569E943D35DE}" dt="2025-01-05T22:19:10.453" v="32" actId="1037"/>
          <ac:spMkLst>
            <pc:docMk/>
            <pc:sldMk cId="2865581521" sldId="260"/>
            <ac:spMk id="3571" creationId="{5E1C4831-53AE-02DB-8E46-B02658EF6113}"/>
          </ac:spMkLst>
        </pc:spChg>
        <pc:spChg chg="mod">
          <ac:chgData name="Zhang, Zihao" userId="26112959-846b-4648-8ed6-22f7e11ddcd4" providerId="ADAL" clId="{4538631E-7A82-41E4-A521-569E943D35DE}" dt="2025-01-05T22:19:10.453" v="32" actId="1037"/>
          <ac:spMkLst>
            <pc:docMk/>
            <pc:sldMk cId="2865581521" sldId="260"/>
            <ac:spMk id="3572" creationId="{9CE9422A-AC1F-E746-544C-9534322B9649}"/>
          </ac:spMkLst>
        </pc:spChg>
        <pc:spChg chg="mod">
          <ac:chgData name="Zhang, Zihao" userId="26112959-846b-4648-8ed6-22f7e11ddcd4" providerId="ADAL" clId="{4538631E-7A82-41E4-A521-569E943D35DE}" dt="2025-01-05T22:19:10.453" v="32" actId="1037"/>
          <ac:spMkLst>
            <pc:docMk/>
            <pc:sldMk cId="2865581521" sldId="260"/>
            <ac:spMk id="3671" creationId="{7C3FA0DC-1130-50B5-E173-F34E18F5238B}"/>
          </ac:spMkLst>
        </pc:spChg>
        <pc:spChg chg="mod">
          <ac:chgData name="Zhang, Zihao" userId="26112959-846b-4648-8ed6-22f7e11ddcd4" providerId="ADAL" clId="{4538631E-7A82-41E4-A521-569E943D35DE}" dt="2025-01-06T23:41:54.642" v="43" actId="1076"/>
          <ac:spMkLst>
            <pc:docMk/>
            <pc:sldMk cId="2865581521" sldId="260"/>
            <ac:spMk id="3712" creationId="{2FD410B9-2C7A-F746-7410-8DDEC0DE9A8F}"/>
          </ac:spMkLst>
        </pc:spChg>
        <pc:spChg chg="mod">
          <ac:chgData name="Zhang, Zihao" userId="26112959-846b-4648-8ed6-22f7e11ddcd4" providerId="ADAL" clId="{4538631E-7A82-41E4-A521-569E943D35DE}" dt="2025-01-06T23:41:54.642" v="43" actId="1076"/>
          <ac:spMkLst>
            <pc:docMk/>
            <pc:sldMk cId="2865581521" sldId="260"/>
            <ac:spMk id="3713" creationId="{59044BCA-B4A5-4CF7-A224-4E622148C8AC}"/>
          </ac:spMkLst>
        </pc:spChg>
        <pc:spChg chg="mod">
          <ac:chgData name="Zhang, Zihao" userId="26112959-846b-4648-8ed6-22f7e11ddcd4" providerId="ADAL" clId="{4538631E-7A82-41E4-A521-569E943D35DE}" dt="2025-01-06T23:41:54.642" v="43" actId="1076"/>
          <ac:spMkLst>
            <pc:docMk/>
            <pc:sldMk cId="2865581521" sldId="260"/>
            <ac:spMk id="3714" creationId="{E5EF31EE-FD76-AFFF-DA90-81AA61892809}"/>
          </ac:spMkLst>
        </pc:spChg>
        <pc:spChg chg="mod">
          <ac:chgData name="Zhang, Zihao" userId="26112959-846b-4648-8ed6-22f7e11ddcd4" providerId="ADAL" clId="{4538631E-7A82-41E4-A521-569E943D35DE}" dt="2025-01-06T23:41:54.642" v="43" actId="1076"/>
          <ac:spMkLst>
            <pc:docMk/>
            <pc:sldMk cId="2865581521" sldId="260"/>
            <ac:spMk id="3715" creationId="{8A26F5A0-AF91-193F-3560-91FE5375D983}"/>
          </ac:spMkLst>
        </pc:spChg>
        <pc:spChg chg="mod">
          <ac:chgData name="Zhang, Zihao" userId="26112959-846b-4648-8ed6-22f7e11ddcd4" providerId="ADAL" clId="{4538631E-7A82-41E4-A521-569E943D35DE}" dt="2025-01-06T23:41:54.642" v="43" actId="1076"/>
          <ac:spMkLst>
            <pc:docMk/>
            <pc:sldMk cId="2865581521" sldId="260"/>
            <ac:spMk id="3716" creationId="{5F7DB965-12D3-012F-D7B7-478DEAD4A55F}"/>
          </ac:spMkLst>
        </pc:spChg>
        <pc:spChg chg="mod">
          <ac:chgData name="Zhang, Zihao" userId="26112959-846b-4648-8ed6-22f7e11ddcd4" providerId="ADAL" clId="{4538631E-7A82-41E4-A521-569E943D35DE}" dt="2025-01-06T23:41:54.642" v="43" actId="1076"/>
          <ac:spMkLst>
            <pc:docMk/>
            <pc:sldMk cId="2865581521" sldId="260"/>
            <ac:spMk id="3717" creationId="{84AFB904-D7F7-174A-6AB8-B58A65CB3158}"/>
          </ac:spMkLst>
        </pc:spChg>
        <pc:spChg chg="mod">
          <ac:chgData name="Zhang, Zihao" userId="26112959-846b-4648-8ed6-22f7e11ddcd4" providerId="ADAL" clId="{4538631E-7A82-41E4-A521-569E943D35DE}" dt="2025-01-06T23:41:54.642" v="43" actId="1076"/>
          <ac:spMkLst>
            <pc:docMk/>
            <pc:sldMk cId="2865581521" sldId="260"/>
            <ac:spMk id="3718" creationId="{E8482919-8946-314B-928F-7C6E70FFB5E9}"/>
          </ac:spMkLst>
        </pc:spChg>
        <pc:spChg chg="mod">
          <ac:chgData name="Zhang, Zihao" userId="26112959-846b-4648-8ed6-22f7e11ddcd4" providerId="ADAL" clId="{4538631E-7A82-41E4-A521-569E943D35DE}" dt="2025-01-06T23:41:54.642" v="43" actId="1076"/>
          <ac:spMkLst>
            <pc:docMk/>
            <pc:sldMk cId="2865581521" sldId="260"/>
            <ac:spMk id="3720" creationId="{546DA549-1915-14DC-2E2D-98F5164F1DBC}"/>
          </ac:spMkLst>
        </pc:spChg>
        <pc:spChg chg="mod">
          <ac:chgData name="Zhang, Zihao" userId="26112959-846b-4648-8ed6-22f7e11ddcd4" providerId="ADAL" clId="{4538631E-7A82-41E4-A521-569E943D35DE}" dt="2025-01-06T23:41:54.642" v="43" actId="1076"/>
          <ac:spMkLst>
            <pc:docMk/>
            <pc:sldMk cId="2865581521" sldId="260"/>
            <ac:spMk id="3721" creationId="{25EEC0EC-5E30-6756-761D-3EB988ED8AEB}"/>
          </ac:spMkLst>
        </pc:spChg>
        <pc:spChg chg="mod">
          <ac:chgData name="Zhang, Zihao" userId="26112959-846b-4648-8ed6-22f7e11ddcd4" providerId="ADAL" clId="{4538631E-7A82-41E4-A521-569E943D35DE}" dt="2025-01-05T22:19:10.453" v="32" actId="1037"/>
          <ac:spMkLst>
            <pc:docMk/>
            <pc:sldMk cId="2865581521" sldId="260"/>
            <ac:spMk id="3722" creationId="{405DDB84-975E-8E98-3543-89945C16F026}"/>
          </ac:spMkLst>
        </pc:spChg>
        <pc:spChg chg="mod">
          <ac:chgData name="Zhang, Zihao" userId="26112959-846b-4648-8ed6-22f7e11ddcd4" providerId="ADAL" clId="{4538631E-7A82-41E4-A521-569E943D35DE}" dt="2025-01-05T22:19:10.453" v="32" actId="1037"/>
          <ac:spMkLst>
            <pc:docMk/>
            <pc:sldMk cId="2865581521" sldId="260"/>
            <ac:spMk id="3723" creationId="{8AA34C64-50C0-63EF-93CD-4690FC328F92}"/>
          </ac:spMkLst>
        </pc:spChg>
        <pc:spChg chg="mod">
          <ac:chgData name="Zhang, Zihao" userId="26112959-846b-4648-8ed6-22f7e11ddcd4" providerId="ADAL" clId="{4538631E-7A82-41E4-A521-569E943D35DE}" dt="2025-01-06T23:41:54.642" v="43" actId="1076"/>
          <ac:spMkLst>
            <pc:docMk/>
            <pc:sldMk cId="2865581521" sldId="260"/>
            <ac:spMk id="3724" creationId="{16074035-3988-0E1C-8148-750164791AEC}"/>
          </ac:spMkLst>
        </pc:spChg>
        <pc:spChg chg="mod">
          <ac:chgData name="Zhang, Zihao" userId="26112959-846b-4648-8ed6-22f7e11ddcd4" providerId="ADAL" clId="{4538631E-7A82-41E4-A521-569E943D35DE}" dt="2025-01-06T23:41:54.642" v="43" actId="1076"/>
          <ac:spMkLst>
            <pc:docMk/>
            <pc:sldMk cId="2865581521" sldId="260"/>
            <ac:spMk id="3725" creationId="{C97DABAF-9E25-DE32-B562-F78698E465C6}"/>
          </ac:spMkLst>
        </pc:spChg>
        <pc:spChg chg="mod">
          <ac:chgData name="Zhang, Zihao" userId="26112959-846b-4648-8ed6-22f7e11ddcd4" providerId="ADAL" clId="{4538631E-7A82-41E4-A521-569E943D35DE}" dt="2025-01-06T23:41:54.642" v="43" actId="1076"/>
          <ac:spMkLst>
            <pc:docMk/>
            <pc:sldMk cId="2865581521" sldId="260"/>
            <ac:spMk id="3726" creationId="{0C9138A9-3288-6199-D3C9-947911994F03}"/>
          </ac:spMkLst>
        </pc:spChg>
        <pc:spChg chg="mod">
          <ac:chgData name="Zhang, Zihao" userId="26112959-846b-4648-8ed6-22f7e11ddcd4" providerId="ADAL" clId="{4538631E-7A82-41E4-A521-569E943D35DE}" dt="2025-01-06T23:41:54.642" v="43" actId="1076"/>
          <ac:spMkLst>
            <pc:docMk/>
            <pc:sldMk cId="2865581521" sldId="260"/>
            <ac:spMk id="3727" creationId="{F4263678-DA36-0A8E-46A9-90EDF2B91999}"/>
          </ac:spMkLst>
        </pc:spChg>
        <pc:spChg chg="mod">
          <ac:chgData name="Zhang, Zihao" userId="26112959-846b-4648-8ed6-22f7e11ddcd4" providerId="ADAL" clId="{4538631E-7A82-41E4-A521-569E943D35DE}" dt="2025-01-06T23:41:54.642" v="43" actId="1076"/>
          <ac:spMkLst>
            <pc:docMk/>
            <pc:sldMk cId="2865581521" sldId="260"/>
            <ac:spMk id="3728" creationId="{5449B34E-EC1E-3696-9E39-D0A8A68B42E0}"/>
          </ac:spMkLst>
        </pc:spChg>
        <pc:spChg chg="mod">
          <ac:chgData name="Zhang, Zihao" userId="26112959-846b-4648-8ed6-22f7e11ddcd4" providerId="ADAL" clId="{4538631E-7A82-41E4-A521-569E943D35DE}" dt="2025-01-06T23:41:54.642" v="43" actId="1076"/>
          <ac:spMkLst>
            <pc:docMk/>
            <pc:sldMk cId="2865581521" sldId="260"/>
            <ac:spMk id="3729" creationId="{5B25EE12-D809-C6A5-05D3-41BDA0A2B046}"/>
          </ac:spMkLst>
        </pc:spChg>
        <pc:spChg chg="mod">
          <ac:chgData name="Zhang, Zihao" userId="26112959-846b-4648-8ed6-22f7e11ddcd4" providerId="ADAL" clId="{4538631E-7A82-41E4-A521-569E943D35DE}" dt="2025-01-06T23:41:54.642" v="43" actId="1076"/>
          <ac:spMkLst>
            <pc:docMk/>
            <pc:sldMk cId="2865581521" sldId="260"/>
            <ac:spMk id="3730" creationId="{4D9D366B-865D-41AF-0C56-BEADE145ACEF}"/>
          </ac:spMkLst>
        </pc:spChg>
        <pc:spChg chg="mod">
          <ac:chgData name="Zhang, Zihao" userId="26112959-846b-4648-8ed6-22f7e11ddcd4" providerId="ADAL" clId="{4538631E-7A82-41E4-A521-569E943D35DE}" dt="2025-01-06T23:41:54.642" v="43" actId="1076"/>
          <ac:spMkLst>
            <pc:docMk/>
            <pc:sldMk cId="2865581521" sldId="260"/>
            <ac:spMk id="3731" creationId="{18EBB1FF-3807-03BD-6CC0-163E13AB80E8}"/>
          </ac:spMkLst>
        </pc:spChg>
        <pc:spChg chg="mod">
          <ac:chgData name="Zhang, Zihao" userId="26112959-846b-4648-8ed6-22f7e11ddcd4" providerId="ADAL" clId="{4538631E-7A82-41E4-A521-569E943D35DE}" dt="2025-01-06T23:41:54.642" v="43" actId="1076"/>
          <ac:spMkLst>
            <pc:docMk/>
            <pc:sldMk cId="2865581521" sldId="260"/>
            <ac:spMk id="3732" creationId="{63E41CEC-CCBD-4440-06A4-624B2943CC14}"/>
          </ac:spMkLst>
        </pc:spChg>
        <pc:spChg chg="mod">
          <ac:chgData name="Zhang, Zihao" userId="26112959-846b-4648-8ed6-22f7e11ddcd4" providerId="ADAL" clId="{4538631E-7A82-41E4-A521-569E943D35DE}" dt="2025-01-06T23:41:54.642" v="43" actId="1076"/>
          <ac:spMkLst>
            <pc:docMk/>
            <pc:sldMk cId="2865581521" sldId="260"/>
            <ac:spMk id="3733" creationId="{B7CEE53C-2D86-D99B-D52C-6E6CA5567834}"/>
          </ac:spMkLst>
        </pc:spChg>
        <pc:spChg chg="mod">
          <ac:chgData name="Zhang, Zihao" userId="26112959-846b-4648-8ed6-22f7e11ddcd4" providerId="ADAL" clId="{4538631E-7A82-41E4-A521-569E943D35DE}" dt="2025-01-05T22:19:10.453" v="32" actId="1037"/>
          <ac:spMkLst>
            <pc:docMk/>
            <pc:sldMk cId="2865581521" sldId="260"/>
            <ac:spMk id="3735" creationId="{F55F7B7E-87FA-7E6F-7F8E-6ACB450A7C56}"/>
          </ac:spMkLst>
        </pc:spChg>
        <pc:spChg chg="mod">
          <ac:chgData name="Zhang, Zihao" userId="26112959-846b-4648-8ed6-22f7e11ddcd4" providerId="ADAL" clId="{4538631E-7A82-41E4-A521-569E943D35DE}" dt="2025-01-05T22:19:10.453" v="32" actId="1037"/>
          <ac:spMkLst>
            <pc:docMk/>
            <pc:sldMk cId="2865581521" sldId="260"/>
            <ac:spMk id="3736" creationId="{62F4976C-5A95-DBDA-0347-8E03B187F58D}"/>
          </ac:spMkLst>
        </pc:spChg>
        <pc:spChg chg="mod">
          <ac:chgData name="Zhang, Zihao" userId="26112959-846b-4648-8ed6-22f7e11ddcd4" providerId="ADAL" clId="{4538631E-7A82-41E4-A521-569E943D35DE}" dt="2025-01-06T23:41:54.642" v="43" actId="1076"/>
          <ac:spMkLst>
            <pc:docMk/>
            <pc:sldMk cId="2865581521" sldId="260"/>
            <ac:spMk id="3737" creationId="{8C2CD785-7871-7455-B0FF-0C77A7AB490E}"/>
          </ac:spMkLst>
        </pc:spChg>
        <pc:spChg chg="mod">
          <ac:chgData name="Zhang, Zihao" userId="26112959-846b-4648-8ed6-22f7e11ddcd4" providerId="ADAL" clId="{4538631E-7A82-41E4-A521-569E943D35DE}" dt="2025-01-06T23:41:54.642" v="43" actId="1076"/>
          <ac:spMkLst>
            <pc:docMk/>
            <pc:sldMk cId="2865581521" sldId="260"/>
            <ac:spMk id="3738" creationId="{289279E8-501D-2B5F-15D4-79B0DA643A10}"/>
          </ac:spMkLst>
        </pc:spChg>
        <pc:spChg chg="mod">
          <ac:chgData name="Zhang, Zihao" userId="26112959-846b-4648-8ed6-22f7e11ddcd4" providerId="ADAL" clId="{4538631E-7A82-41E4-A521-569E943D35DE}" dt="2025-01-06T23:41:54.642" v="43" actId="1076"/>
          <ac:spMkLst>
            <pc:docMk/>
            <pc:sldMk cId="2865581521" sldId="260"/>
            <ac:spMk id="3741" creationId="{C9237D07-1ABC-4011-84D4-5D1AD4CAEC93}"/>
          </ac:spMkLst>
        </pc:spChg>
        <pc:spChg chg="mod">
          <ac:chgData name="Zhang, Zihao" userId="26112959-846b-4648-8ed6-22f7e11ddcd4" providerId="ADAL" clId="{4538631E-7A82-41E4-A521-569E943D35DE}" dt="2025-01-06T23:41:54.642" v="43" actId="1076"/>
          <ac:spMkLst>
            <pc:docMk/>
            <pc:sldMk cId="2865581521" sldId="260"/>
            <ac:spMk id="3742" creationId="{9F75B1B9-880A-8573-C682-3DA701C7ED98}"/>
          </ac:spMkLst>
        </pc:spChg>
        <pc:spChg chg="mod">
          <ac:chgData name="Zhang, Zihao" userId="26112959-846b-4648-8ed6-22f7e11ddcd4" providerId="ADAL" clId="{4538631E-7A82-41E4-A521-569E943D35DE}" dt="2025-01-06T23:41:54.642" v="43" actId="1076"/>
          <ac:spMkLst>
            <pc:docMk/>
            <pc:sldMk cId="2865581521" sldId="260"/>
            <ac:spMk id="3743" creationId="{3FA4166A-DCDA-3782-8498-0DB1269542B6}"/>
          </ac:spMkLst>
        </pc:spChg>
        <pc:spChg chg="mod">
          <ac:chgData name="Zhang, Zihao" userId="26112959-846b-4648-8ed6-22f7e11ddcd4" providerId="ADAL" clId="{4538631E-7A82-41E4-A521-569E943D35DE}" dt="2025-01-06T23:41:54.642" v="43" actId="1076"/>
          <ac:spMkLst>
            <pc:docMk/>
            <pc:sldMk cId="2865581521" sldId="260"/>
            <ac:spMk id="3747" creationId="{B59D0C92-0DA3-D747-C429-457F20EDB956}"/>
          </ac:spMkLst>
        </pc:spChg>
        <pc:spChg chg="mod">
          <ac:chgData name="Zhang, Zihao" userId="26112959-846b-4648-8ed6-22f7e11ddcd4" providerId="ADAL" clId="{4538631E-7A82-41E4-A521-569E943D35DE}" dt="2025-01-06T23:41:54.642" v="43" actId="1076"/>
          <ac:spMkLst>
            <pc:docMk/>
            <pc:sldMk cId="2865581521" sldId="260"/>
            <ac:spMk id="3748" creationId="{806D0338-565E-4491-157C-C3F1A19A01B7}"/>
          </ac:spMkLst>
        </pc:spChg>
        <pc:spChg chg="mod">
          <ac:chgData name="Zhang, Zihao" userId="26112959-846b-4648-8ed6-22f7e11ddcd4" providerId="ADAL" clId="{4538631E-7A82-41E4-A521-569E943D35DE}" dt="2025-01-06T23:41:54.642" v="43" actId="1076"/>
          <ac:spMkLst>
            <pc:docMk/>
            <pc:sldMk cId="2865581521" sldId="260"/>
            <ac:spMk id="3749" creationId="{342C78D3-B0BE-702E-E9F8-5C94A4A5E3F2}"/>
          </ac:spMkLst>
        </pc:spChg>
        <pc:spChg chg="mod">
          <ac:chgData name="Zhang, Zihao" userId="26112959-846b-4648-8ed6-22f7e11ddcd4" providerId="ADAL" clId="{4538631E-7A82-41E4-A521-569E943D35DE}" dt="2025-01-06T23:41:54.642" v="43" actId="1076"/>
          <ac:spMkLst>
            <pc:docMk/>
            <pc:sldMk cId="2865581521" sldId="260"/>
            <ac:spMk id="3750" creationId="{C658C5DA-5666-1CD6-6F79-C1AA8930C4EC}"/>
          </ac:spMkLst>
        </pc:spChg>
        <pc:spChg chg="mod">
          <ac:chgData name="Zhang, Zihao" userId="26112959-846b-4648-8ed6-22f7e11ddcd4" providerId="ADAL" clId="{4538631E-7A82-41E4-A521-569E943D35DE}" dt="2025-01-06T23:41:54.642" v="43" actId="1076"/>
          <ac:spMkLst>
            <pc:docMk/>
            <pc:sldMk cId="2865581521" sldId="260"/>
            <ac:spMk id="3751" creationId="{EB0F3974-A5DE-A6E0-1464-68CDF9E9089E}"/>
          </ac:spMkLst>
        </pc:spChg>
        <pc:spChg chg="mod">
          <ac:chgData name="Zhang, Zihao" userId="26112959-846b-4648-8ed6-22f7e11ddcd4" providerId="ADAL" clId="{4538631E-7A82-41E4-A521-569E943D35DE}" dt="2025-01-06T23:41:54.642" v="43" actId="1076"/>
          <ac:spMkLst>
            <pc:docMk/>
            <pc:sldMk cId="2865581521" sldId="260"/>
            <ac:spMk id="3753" creationId="{7989970F-7E94-9887-6A1E-462089698257}"/>
          </ac:spMkLst>
        </pc:spChg>
        <pc:spChg chg="mod">
          <ac:chgData name="Zhang, Zihao" userId="26112959-846b-4648-8ed6-22f7e11ddcd4" providerId="ADAL" clId="{4538631E-7A82-41E4-A521-569E943D35DE}" dt="2025-01-06T23:41:54.642" v="43" actId="1076"/>
          <ac:spMkLst>
            <pc:docMk/>
            <pc:sldMk cId="2865581521" sldId="260"/>
            <ac:spMk id="3754" creationId="{2A2FFA71-F7D4-41C2-4CF2-AA6719968943}"/>
          </ac:spMkLst>
        </pc:spChg>
        <pc:spChg chg="add del mod">
          <ac:chgData name="Zhang, Zihao" userId="26112959-846b-4648-8ed6-22f7e11ddcd4" providerId="ADAL" clId="{4538631E-7A82-41E4-A521-569E943D35DE}" dt="2025-01-06T23:42:17.596" v="49" actId="478"/>
          <ac:spMkLst>
            <pc:docMk/>
            <pc:sldMk cId="2865581521" sldId="260"/>
            <ac:spMk id="3755" creationId="{B21F8C1C-1985-9132-8214-D367F2700E6E}"/>
          </ac:spMkLst>
        </pc:spChg>
        <pc:spChg chg="add del mod">
          <ac:chgData name="Zhang, Zihao" userId="26112959-846b-4648-8ed6-22f7e11ddcd4" providerId="ADAL" clId="{4538631E-7A82-41E4-A521-569E943D35DE}" dt="2025-01-06T23:42:17.596" v="49" actId="478"/>
          <ac:spMkLst>
            <pc:docMk/>
            <pc:sldMk cId="2865581521" sldId="260"/>
            <ac:spMk id="3758" creationId="{8D502579-202E-629C-0F13-2108D1BB9343}"/>
          </ac:spMkLst>
        </pc:spChg>
        <pc:spChg chg="mod">
          <ac:chgData name="Zhang, Zihao" userId="26112959-846b-4648-8ed6-22f7e11ddcd4" providerId="ADAL" clId="{4538631E-7A82-41E4-A521-569E943D35DE}" dt="2025-01-05T22:19:10.453" v="32" actId="1037"/>
          <ac:spMkLst>
            <pc:docMk/>
            <pc:sldMk cId="2865581521" sldId="260"/>
            <ac:spMk id="3759" creationId="{50EB8D3A-8DD9-CE7B-79C6-4426E96C289C}"/>
          </ac:spMkLst>
        </pc:spChg>
        <pc:spChg chg="mod">
          <ac:chgData name="Zhang, Zihao" userId="26112959-846b-4648-8ed6-22f7e11ddcd4" providerId="ADAL" clId="{4538631E-7A82-41E4-A521-569E943D35DE}" dt="2025-01-05T22:19:10.453" v="32" actId="1037"/>
          <ac:spMkLst>
            <pc:docMk/>
            <pc:sldMk cId="2865581521" sldId="260"/>
            <ac:spMk id="3760" creationId="{76CE90CA-96FD-8F16-1A0D-D804591ED2A8}"/>
          </ac:spMkLst>
        </pc:spChg>
        <pc:spChg chg="mod">
          <ac:chgData name="Zhang, Zihao" userId="26112959-846b-4648-8ed6-22f7e11ddcd4" providerId="ADAL" clId="{4538631E-7A82-41E4-A521-569E943D35DE}" dt="2025-01-05T22:19:10.453" v="32" actId="1037"/>
          <ac:spMkLst>
            <pc:docMk/>
            <pc:sldMk cId="2865581521" sldId="260"/>
            <ac:spMk id="3761" creationId="{D4B69617-3F73-F96A-6C72-426FD521AE19}"/>
          </ac:spMkLst>
        </pc:spChg>
        <pc:spChg chg="mod">
          <ac:chgData name="Zhang, Zihao" userId="26112959-846b-4648-8ed6-22f7e11ddcd4" providerId="ADAL" clId="{4538631E-7A82-41E4-A521-569E943D35DE}" dt="2025-01-05T22:19:10.453" v="32" actId="1037"/>
          <ac:spMkLst>
            <pc:docMk/>
            <pc:sldMk cId="2865581521" sldId="260"/>
            <ac:spMk id="3762" creationId="{E14E255E-A194-617D-11A2-2A2753C39D79}"/>
          </ac:spMkLst>
        </pc:spChg>
        <pc:spChg chg="mod">
          <ac:chgData name="Zhang, Zihao" userId="26112959-846b-4648-8ed6-22f7e11ddcd4" providerId="ADAL" clId="{4538631E-7A82-41E4-A521-569E943D35DE}" dt="2025-01-05T22:19:10.453" v="32" actId="1037"/>
          <ac:spMkLst>
            <pc:docMk/>
            <pc:sldMk cId="2865581521" sldId="260"/>
            <ac:spMk id="3763" creationId="{173F7ABD-502A-0AA6-DDAE-EC61438A68C1}"/>
          </ac:spMkLst>
        </pc:spChg>
        <pc:spChg chg="mod">
          <ac:chgData name="Zhang, Zihao" userId="26112959-846b-4648-8ed6-22f7e11ddcd4" providerId="ADAL" clId="{4538631E-7A82-41E4-A521-569E943D35DE}" dt="2025-01-05T22:19:10.453" v="32" actId="1037"/>
          <ac:spMkLst>
            <pc:docMk/>
            <pc:sldMk cId="2865581521" sldId="260"/>
            <ac:spMk id="3764" creationId="{0653E270-B33C-FC98-2931-8E4DBB0BBD6D}"/>
          </ac:spMkLst>
        </pc:spChg>
        <pc:spChg chg="mod">
          <ac:chgData name="Zhang, Zihao" userId="26112959-846b-4648-8ed6-22f7e11ddcd4" providerId="ADAL" clId="{4538631E-7A82-41E4-A521-569E943D35DE}" dt="2025-01-05T22:19:10.453" v="32" actId="1037"/>
          <ac:spMkLst>
            <pc:docMk/>
            <pc:sldMk cId="2865581521" sldId="260"/>
            <ac:spMk id="3765" creationId="{7659A722-6ECE-C38E-29F4-A5D4B1DC5EE5}"/>
          </ac:spMkLst>
        </pc:spChg>
        <pc:spChg chg="mod">
          <ac:chgData name="Zhang, Zihao" userId="26112959-846b-4648-8ed6-22f7e11ddcd4" providerId="ADAL" clId="{4538631E-7A82-41E4-A521-569E943D35DE}" dt="2025-01-05T22:19:10.453" v="32" actId="1037"/>
          <ac:spMkLst>
            <pc:docMk/>
            <pc:sldMk cId="2865581521" sldId="260"/>
            <ac:spMk id="3776" creationId="{57819554-1969-1386-C133-435F05364FD8}"/>
          </ac:spMkLst>
        </pc:spChg>
        <pc:spChg chg="mod">
          <ac:chgData name="Zhang, Zihao" userId="26112959-846b-4648-8ed6-22f7e11ddcd4" providerId="ADAL" clId="{4538631E-7A82-41E4-A521-569E943D35DE}" dt="2025-01-05T22:16:38.321" v="0" actId="164"/>
          <ac:spMkLst>
            <pc:docMk/>
            <pc:sldMk cId="2865581521" sldId="260"/>
            <ac:spMk id="3808" creationId="{FA9B29D4-66B8-701B-D681-0885D5F81857}"/>
          </ac:spMkLst>
        </pc:spChg>
        <pc:grpChg chg="add mod">
          <ac:chgData name="Zhang, Zihao" userId="26112959-846b-4648-8ed6-22f7e11ddcd4" providerId="ADAL" clId="{4538631E-7A82-41E4-A521-569E943D35DE}" dt="2025-01-05T22:16:38.321" v="0" actId="164"/>
          <ac:grpSpMkLst>
            <pc:docMk/>
            <pc:sldMk cId="2865581521" sldId="260"/>
            <ac:grpSpMk id="6" creationId="{E6868884-8EA3-B244-3ADF-EAD04EC3A7CE}"/>
          </ac:grpSpMkLst>
        </pc:grpChg>
        <pc:grpChg chg="add mod">
          <ac:chgData name="Zhang, Zihao" userId="26112959-846b-4648-8ed6-22f7e11ddcd4" providerId="ADAL" clId="{4538631E-7A82-41E4-A521-569E943D35DE}" dt="2025-01-05T22:18:59.579" v="28" actId="1076"/>
          <ac:grpSpMkLst>
            <pc:docMk/>
            <pc:sldMk cId="2865581521" sldId="260"/>
            <ac:grpSpMk id="14" creationId="{DBB5C8AE-45D7-2C2A-F251-8E6441EE4C32}"/>
          </ac:grpSpMkLst>
        </pc:grpChg>
        <pc:grpChg chg="add mod">
          <ac:chgData name="Zhang, Zihao" userId="26112959-846b-4648-8ed6-22f7e11ddcd4" providerId="ADAL" clId="{4538631E-7A82-41E4-A521-569E943D35DE}" dt="2025-01-05T22:19:10.453" v="32" actId="1037"/>
          <ac:grpSpMkLst>
            <pc:docMk/>
            <pc:sldMk cId="2865581521" sldId="260"/>
            <ac:grpSpMk id="15" creationId="{E8A55400-C23B-C3EF-A248-3D112558E5BF}"/>
          </ac:grpSpMkLst>
        </pc:grpChg>
        <pc:grpChg chg="add del mod">
          <ac:chgData name="Zhang, Zihao" userId="26112959-846b-4648-8ed6-22f7e11ddcd4" providerId="ADAL" clId="{4538631E-7A82-41E4-A521-569E943D35DE}" dt="2025-01-06T23:42:17.596" v="49" actId="478"/>
          <ac:grpSpMkLst>
            <pc:docMk/>
            <pc:sldMk cId="2865581521" sldId="260"/>
            <ac:grpSpMk id="17" creationId="{FEEBA7FC-14EF-EC4C-FC2B-F0CD577C1DCA}"/>
          </ac:grpSpMkLst>
        </pc:grpChg>
        <pc:grpChg chg="mod">
          <ac:chgData name="Zhang, Zihao" userId="26112959-846b-4648-8ed6-22f7e11ddcd4" providerId="ADAL" clId="{4538631E-7A82-41E4-A521-569E943D35DE}" dt="2025-01-06T23:41:54.642" v="43" actId="1076"/>
          <ac:grpSpMkLst>
            <pc:docMk/>
            <pc:sldMk cId="2865581521" sldId="260"/>
            <ac:grpSpMk id="23" creationId="{8E1C1AEC-0649-1BBC-F222-85CB2A73B311}"/>
          </ac:grpSpMkLst>
        </pc:grpChg>
        <pc:grpChg chg="mod">
          <ac:chgData name="Zhang, Zihao" userId="26112959-846b-4648-8ed6-22f7e11ddcd4" providerId="ADAL" clId="{4538631E-7A82-41E4-A521-569E943D35DE}" dt="2025-01-06T23:41:54.642" v="43" actId="1076"/>
          <ac:grpSpMkLst>
            <pc:docMk/>
            <pc:sldMk cId="2865581521" sldId="260"/>
            <ac:grpSpMk id="24" creationId="{5979AC25-CA5C-67B0-4BB8-699DDD808F1C}"/>
          </ac:grpSpMkLst>
        </pc:grpChg>
        <pc:grpChg chg="mod">
          <ac:chgData name="Zhang, Zihao" userId="26112959-846b-4648-8ed6-22f7e11ddcd4" providerId="ADAL" clId="{4538631E-7A82-41E4-A521-569E943D35DE}" dt="2025-01-06T23:41:54.642" v="43" actId="1076"/>
          <ac:grpSpMkLst>
            <pc:docMk/>
            <pc:sldMk cId="2865581521" sldId="260"/>
            <ac:grpSpMk id="25" creationId="{5FD6DBCF-C03C-6D90-0F60-3229935C9F93}"/>
          </ac:grpSpMkLst>
        </pc:grpChg>
        <pc:grpChg chg="mod">
          <ac:chgData name="Zhang, Zihao" userId="26112959-846b-4648-8ed6-22f7e11ddcd4" providerId="ADAL" clId="{4538631E-7A82-41E4-A521-569E943D35DE}" dt="2025-01-06T23:41:54.642" v="43" actId="1076"/>
          <ac:grpSpMkLst>
            <pc:docMk/>
            <pc:sldMk cId="2865581521" sldId="260"/>
            <ac:grpSpMk id="26" creationId="{13958C67-9939-9885-AE47-498D5FBB9950}"/>
          </ac:grpSpMkLst>
        </pc:grpChg>
        <pc:grpChg chg="add del mod">
          <ac:chgData name="Zhang, Zihao" userId="26112959-846b-4648-8ed6-22f7e11ddcd4" providerId="ADAL" clId="{4538631E-7A82-41E4-A521-569E943D35DE}" dt="2025-01-06T23:42:17.596" v="49" actId="478"/>
          <ac:grpSpMkLst>
            <pc:docMk/>
            <pc:sldMk cId="2865581521" sldId="260"/>
            <ac:grpSpMk id="45" creationId="{BBC1F150-C3A0-9DF8-3EE9-D635F401B3DF}"/>
          </ac:grpSpMkLst>
        </pc:grpChg>
        <pc:grpChg chg="mod">
          <ac:chgData name="Zhang, Zihao" userId="26112959-846b-4648-8ed6-22f7e11ddcd4" providerId="ADAL" clId="{4538631E-7A82-41E4-A521-569E943D35DE}" dt="2025-01-05T22:19:10.453" v="32" actId="1037"/>
          <ac:grpSpMkLst>
            <pc:docMk/>
            <pc:sldMk cId="2865581521" sldId="260"/>
            <ac:grpSpMk id="3752" creationId="{149E4F75-03F5-FB88-DB13-FAB515163D5D}"/>
          </ac:grpSpMkLst>
        </pc:grpChg>
        <pc:graphicFrameChg chg="mod">
          <ac:chgData name="Zhang, Zihao" userId="26112959-846b-4648-8ed6-22f7e11ddcd4" providerId="ADAL" clId="{4538631E-7A82-41E4-A521-569E943D35DE}" dt="2025-01-05T22:16:38.321" v="0" actId="164"/>
          <ac:graphicFrameMkLst>
            <pc:docMk/>
            <pc:sldMk cId="2865581521" sldId="260"/>
            <ac:graphicFrameMk id="3756" creationId="{094E6C7B-11CF-882A-6800-45767AFAC0D5}"/>
          </ac:graphicFrameMkLst>
        </pc:graphicFrameChg>
        <pc:graphicFrameChg chg="add del mod">
          <ac:chgData name="Zhang, Zihao" userId="26112959-846b-4648-8ed6-22f7e11ddcd4" providerId="ADAL" clId="{4538631E-7A82-41E4-A521-569E943D35DE}" dt="2025-01-06T23:42:17.596" v="49" actId="478"/>
          <ac:graphicFrameMkLst>
            <pc:docMk/>
            <pc:sldMk cId="2865581521" sldId="260"/>
            <ac:graphicFrameMk id="3757" creationId="{F9029C83-7177-8D86-8687-40529F8ABF31}"/>
          </ac:graphicFrameMkLst>
        </pc:graphicFrameChg>
        <pc:picChg chg="add del mod">
          <ac:chgData name="Zhang, Zihao" userId="26112959-846b-4648-8ed6-22f7e11ddcd4" providerId="ADAL" clId="{4538631E-7A82-41E4-A521-569E943D35DE}" dt="2025-01-06T23:42:14.133" v="48" actId="478"/>
          <ac:picMkLst>
            <pc:docMk/>
            <pc:sldMk cId="2865581521" sldId="260"/>
            <ac:picMk id="16" creationId="{EC060CAA-B8AF-1B46-510A-E615B79EE5B6}"/>
          </ac:picMkLst>
        </pc:picChg>
        <pc:cxnChg chg="mod">
          <ac:chgData name="Zhang, Zihao" userId="26112959-846b-4648-8ed6-22f7e11ddcd4" providerId="ADAL" clId="{4538631E-7A82-41E4-A521-569E943D35DE}" dt="2025-01-06T23:41:54.642" v="43" actId="1076"/>
          <ac:cxnSpMkLst>
            <pc:docMk/>
            <pc:sldMk cId="2865581521" sldId="260"/>
            <ac:cxnSpMk id="18" creationId="{F6AF676D-15B0-331C-52DA-D47160A9E4FC}"/>
          </ac:cxnSpMkLst>
        </pc:cxnChg>
        <pc:cxnChg chg="mod">
          <ac:chgData name="Zhang, Zihao" userId="26112959-846b-4648-8ed6-22f7e11ddcd4" providerId="ADAL" clId="{4538631E-7A82-41E4-A521-569E943D35DE}" dt="2025-01-06T23:41:54.642" v="43" actId="1076"/>
          <ac:cxnSpMkLst>
            <pc:docMk/>
            <pc:sldMk cId="2865581521" sldId="260"/>
            <ac:cxnSpMk id="19" creationId="{7E526B0F-88F6-2F8E-45EB-93E240A070DB}"/>
          </ac:cxnSpMkLst>
        </pc:cxnChg>
        <pc:cxnChg chg="mod">
          <ac:chgData name="Zhang, Zihao" userId="26112959-846b-4648-8ed6-22f7e11ddcd4" providerId="ADAL" clId="{4538631E-7A82-41E4-A521-569E943D35DE}" dt="2025-01-06T23:41:54.642" v="43" actId="1076"/>
          <ac:cxnSpMkLst>
            <pc:docMk/>
            <pc:sldMk cId="2865581521" sldId="260"/>
            <ac:cxnSpMk id="3719" creationId="{AF17B9E2-92B7-3872-8182-4D109E822A7A}"/>
          </ac:cxnSpMkLst>
        </pc:cxnChg>
        <pc:cxnChg chg="mod">
          <ac:chgData name="Zhang, Zihao" userId="26112959-846b-4648-8ed6-22f7e11ddcd4" providerId="ADAL" clId="{4538631E-7A82-41E4-A521-569E943D35DE}" dt="2025-01-06T23:41:54.642" v="43" actId="1076"/>
          <ac:cxnSpMkLst>
            <pc:docMk/>
            <pc:sldMk cId="2865581521" sldId="260"/>
            <ac:cxnSpMk id="3734" creationId="{D434701E-1B7A-C604-44A2-7C8CC120DF22}"/>
          </ac:cxnSpMkLst>
        </pc:cxnChg>
        <pc:cxnChg chg="mod">
          <ac:chgData name="Zhang, Zihao" userId="26112959-846b-4648-8ed6-22f7e11ddcd4" providerId="ADAL" clId="{4538631E-7A82-41E4-A521-569E943D35DE}" dt="2025-01-06T23:41:54.642" v="43" actId="1076"/>
          <ac:cxnSpMkLst>
            <pc:docMk/>
            <pc:sldMk cId="2865581521" sldId="260"/>
            <ac:cxnSpMk id="3739" creationId="{2323BE6C-ED60-A6C4-103F-1708975E934F}"/>
          </ac:cxnSpMkLst>
        </pc:cxnChg>
        <pc:cxnChg chg="mod">
          <ac:chgData name="Zhang, Zihao" userId="26112959-846b-4648-8ed6-22f7e11ddcd4" providerId="ADAL" clId="{4538631E-7A82-41E4-A521-569E943D35DE}" dt="2025-01-06T23:41:54.642" v="43" actId="1076"/>
          <ac:cxnSpMkLst>
            <pc:docMk/>
            <pc:sldMk cId="2865581521" sldId="260"/>
            <ac:cxnSpMk id="3740" creationId="{44C54353-EF0E-826A-1208-270FF362E24D}"/>
          </ac:cxnSpMkLst>
        </pc:cxnChg>
        <pc:cxnChg chg="mod">
          <ac:chgData name="Zhang, Zihao" userId="26112959-846b-4648-8ed6-22f7e11ddcd4" providerId="ADAL" clId="{4538631E-7A82-41E4-A521-569E943D35DE}" dt="2025-01-06T23:41:54.642" v="43" actId="1076"/>
          <ac:cxnSpMkLst>
            <pc:docMk/>
            <pc:sldMk cId="2865581521" sldId="260"/>
            <ac:cxnSpMk id="3744" creationId="{F0A7FBB4-143D-5B94-2592-11509620B095}"/>
          </ac:cxnSpMkLst>
        </pc:cxnChg>
        <pc:cxnChg chg="mod">
          <ac:chgData name="Zhang, Zihao" userId="26112959-846b-4648-8ed6-22f7e11ddcd4" providerId="ADAL" clId="{4538631E-7A82-41E4-A521-569E943D35DE}" dt="2025-01-06T23:41:54.642" v="43" actId="1076"/>
          <ac:cxnSpMkLst>
            <pc:docMk/>
            <pc:sldMk cId="2865581521" sldId="260"/>
            <ac:cxnSpMk id="3745" creationId="{2F0442CD-6741-DB5D-820F-2DBA5CC63DE5}"/>
          </ac:cxnSpMkLst>
        </pc:cxnChg>
        <pc:cxnChg chg="mod">
          <ac:chgData name="Zhang, Zihao" userId="26112959-846b-4648-8ed6-22f7e11ddcd4" providerId="ADAL" clId="{4538631E-7A82-41E4-A521-569E943D35DE}" dt="2025-01-06T23:41:54.642" v="43" actId="1076"/>
          <ac:cxnSpMkLst>
            <pc:docMk/>
            <pc:sldMk cId="2865581521" sldId="260"/>
            <ac:cxnSpMk id="3746" creationId="{B5B99232-B773-98A5-3A3B-FD06E38023AA}"/>
          </ac:cxnSpMkLst>
        </pc:cxnChg>
        <pc:cxnChg chg="mod">
          <ac:chgData name="Zhang, Zihao" userId="26112959-846b-4648-8ed6-22f7e11ddcd4" providerId="ADAL" clId="{4538631E-7A82-41E4-A521-569E943D35DE}" dt="2025-01-05T22:19:10.453" v="32" actId="1037"/>
          <ac:cxnSpMkLst>
            <pc:docMk/>
            <pc:sldMk cId="2865581521" sldId="260"/>
            <ac:cxnSpMk id="3767" creationId="{338BB656-256C-77C7-B461-757C30982542}"/>
          </ac:cxnSpMkLst>
        </pc:cxnChg>
        <pc:cxnChg chg="mod">
          <ac:chgData name="Zhang, Zihao" userId="26112959-846b-4648-8ed6-22f7e11ddcd4" providerId="ADAL" clId="{4538631E-7A82-41E4-A521-569E943D35DE}" dt="2025-01-05T22:19:10.453" v="32" actId="1037"/>
          <ac:cxnSpMkLst>
            <pc:docMk/>
            <pc:sldMk cId="2865581521" sldId="260"/>
            <ac:cxnSpMk id="3768" creationId="{A49F104D-1A0E-B47E-676D-BEF4A155A3AE}"/>
          </ac:cxnSpMkLst>
        </pc:cxnChg>
        <pc:cxnChg chg="mod">
          <ac:chgData name="Zhang, Zihao" userId="26112959-846b-4648-8ed6-22f7e11ddcd4" providerId="ADAL" clId="{4538631E-7A82-41E4-A521-569E943D35DE}" dt="2025-01-05T22:19:10.453" v="32" actId="1037"/>
          <ac:cxnSpMkLst>
            <pc:docMk/>
            <pc:sldMk cId="2865581521" sldId="260"/>
            <ac:cxnSpMk id="3770" creationId="{847723BC-7A51-988C-FAC3-8116AE29D827}"/>
          </ac:cxnSpMkLst>
        </pc:cxnChg>
        <pc:cxnChg chg="mod">
          <ac:chgData name="Zhang, Zihao" userId="26112959-846b-4648-8ed6-22f7e11ddcd4" providerId="ADAL" clId="{4538631E-7A82-41E4-A521-569E943D35DE}" dt="2025-01-05T22:19:10.453" v="32" actId="1037"/>
          <ac:cxnSpMkLst>
            <pc:docMk/>
            <pc:sldMk cId="2865581521" sldId="260"/>
            <ac:cxnSpMk id="3774" creationId="{6AE87825-DD20-8A88-1CFA-D005CF96B010}"/>
          </ac:cxnSpMkLst>
        </pc:cxnChg>
      </pc:sldChg>
    </pc:docChg>
  </pc:docChgLst>
  <pc:docChgLst>
    <pc:chgData name="Zhang, Zihao" userId="26112959-846b-4648-8ed6-22f7e11ddcd4" providerId="ADAL" clId="{25D79D08-D0E7-4502-87CF-FD5C747A4D03}"/>
    <pc:docChg chg="delSld">
      <pc:chgData name="Zhang, Zihao" userId="26112959-846b-4648-8ed6-22f7e11ddcd4" providerId="ADAL" clId="{25D79D08-D0E7-4502-87CF-FD5C747A4D03}" dt="2025-01-02T00:03:13.382" v="1" actId="47"/>
      <pc:docMkLst>
        <pc:docMk/>
      </pc:docMkLst>
      <pc:sldChg chg="del">
        <pc:chgData name="Zhang, Zihao" userId="26112959-846b-4648-8ed6-22f7e11ddcd4" providerId="ADAL" clId="{25D79D08-D0E7-4502-87CF-FD5C747A4D03}" dt="2025-01-02T00:03:13.382" v="1" actId="47"/>
        <pc:sldMkLst>
          <pc:docMk/>
          <pc:sldMk cId="1892413208" sldId="272"/>
        </pc:sldMkLst>
      </pc:sldChg>
      <pc:sldChg chg="del">
        <pc:chgData name="Zhang, Zihao" userId="26112959-846b-4648-8ed6-22f7e11ddcd4" providerId="ADAL" clId="{25D79D08-D0E7-4502-87CF-FD5C747A4D03}" dt="2025-01-02T00:03:09.965" v="0" actId="47"/>
        <pc:sldMkLst>
          <pc:docMk/>
          <pc:sldMk cId="3470546515" sldId="27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92CD3C-B33B-43D3-97C7-5595ADBAC9F7}" type="datetimeFigureOut">
              <a:rPr lang="de-CH" smtClean="0"/>
              <a:t>06.01.2025</a:t>
            </a:fld>
            <a:endParaRPr lang="de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33588" y="1143000"/>
            <a:ext cx="27908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1ABF19-8814-492F-B913-F98008D5E4B4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578181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33588" y="1143000"/>
            <a:ext cx="27908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1ABF19-8814-492F-B913-F98008D5E4B4}" type="slidenum">
              <a:rPr lang="de-CH" smtClean="0"/>
              <a:t>12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469529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03020" y="3142616"/>
            <a:ext cx="14767560" cy="6685280"/>
          </a:xfrm>
        </p:spPr>
        <p:txBody>
          <a:bodyPr anchor="b"/>
          <a:lstStyle>
            <a:lvl1pPr algn="ctr">
              <a:defRPr sz="11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71700" y="10085706"/>
            <a:ext cx="13030200" cy="4636134"/>
          </a:xfrm>
        </p:spPr>
        <p:txBody>
          <a:bodyPr/>
          <a:lstStyle>
            <a:lvl1pPr marL="0" indent="0" algn="ctr">
              <a:buNone/>
              <a:defRPr sz="4560"/>
            </a:lvl1pPr>
            <a:lvl2pPr marL="868680" indent="0" algn="ctr">
              <a:buNone/>
              <a:defRPr sz="3800"/>
            </a:lvl2pPr>
            <a:lvl3pPr marL="1737360" indent="0" algn="ctr">
              <a:buNone/>
              <a:defRPr sz="3420"/>
            </a:lvl3pPr>
            <a:lvl4pPr marL="2606040" indent="0" algn="ctr">
              <a:buNone/>
              <a:defRPr sz="3040"/>
            </a:lvl4pPr>
            <a:lvl5pPr marL="3474720" indent="0" algn="ctr">
              <a:buNone/>
              <a:defRPr sz="3040"/>
            </a:lvl5pPr>
            <a:lvl6pPr marL="4343400" indent="0" algn="ctr">
              <a:buNone/>
              <a:defRPr sz="3040"/>
            </a:lvl6pPr>
            <a:lvl7pPr marL="5212080" indent="0" algn="ctr">
              <a:buNone/>
              <a:defRPr sz="3040"/>
            </a:lvl7pPr>
            <a:lvl8pPr marL="6080760" indent="0" algn="ctr">
              <a:buNone/>
              <a:defRPr sz="3040"/>
            </a:lvl8pPr>
            <a:lvl9pPr marL="6949440" indent="0" algn="ctr">
              <a:buNone/>
              <a:defRPr sz="30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63825-4EC8-497F-B8F1-0B4DD83B134A}" type="datetimeFigureOut">
              <a:rPr lang="de-CH" smtClean="0"/>
              <a:t>06.01.2025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E7B5A-ACEA-482D-9939-D58235B30EE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51081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63825-4EC8-497F-B8F1-0B4DD83B134A}" type="datetimeFigureOut">
              <a:rPr lang="de-CH" smtClean="0"/>
              <a:t>06.01.2025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E7B5A-ACEA-482D-9939-D58235B30EE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57808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5387" y="4787270"/>
            <a:ext cx="14984730" cy="7987664"/>
          </a:xfrm>
        </p:spPr>
        <p:txBody>
          <a:bodyPr anchor="b"/>
          <a:lstStyle>
            <a:lvl1pPr>
              <a:defRPr sz="11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85387" y="12850500"/>
            <a:ext cx="14984730" cy="4200524"/>
          </a:xfrm>
        </p:spPr>
        <p:txBody>
          <a:bodyPr/>
          <a:lstStyle>
            <a:lvl1pPr marL="0" indent="0">
              <a:buNone/>
              <a:defRPr sz="4560">
                <a:solidFill>
                  <a:schemeClr val="tx1">
                    <a:tint val="82000"/>
                  </a:schemeClr>
                </a:solidFill>
              </a:defRPr>
            </a:lvl1pPr>
            <a:lvl2pPr marL="868680" indent="0">
              <a:buNone/>
              <a:defRPr sz="3800">
                <a:solidFill>
                  <a:schemeClr val="tx1">
                    <a:tint val="82000"/>
                  </a:schemeClr>
                </a:solidFill>
              </a:defRPr>
            </a:lvl2pPr>
            <a:lvl3pPr marL="1737360" indent="0">
              <a:buNone/>
              <a:defRPr sz="3420">
                <a:solidFill>
                  <a:schemeClr val="tx1">
                    <a:tint val="82000"/>
                  </a:schemeClr>
                </a:solidFill>
              </a:defRPr>
            </a:lvl3pPr>
            <a:lvl4pPr marL="2606040" indent="0">
              <a:buNone/>
              <a:defRPr sz="3040">
                <a:solidFill>
                  <a:schemeClr val="tx1">
                    <a:tint val="82000"/>
                  </a:schemeClr>
                </a:solidFill>
              </a:defRPr>
            </a:lvl4pPr>
            <a:lvl5pPr marL="3474720" indent="0">
              <a:buNone/>
              <a:defRPr sz="3040">
                <a:solidFill>
                  <a:schemeClr val="tx1">
                    <a:tint val="82000"/>
                  </a:schemeClr>
                </a:solidFill>
              </a:defRPr>
            </a:lvl5pPr>
            <a:lvl6pPr marL="4343400" indent="0">
              <a:buNone/>
              <a:defRPr sz="3040">
                <a:solidFill>
                  <a:schemeClr val="tx1">
                    <a:tint val="82000"/>
                  </a:schemeClr>
                </a:solidFill>
              </a:defRPr>
            </a:lvl6pPr>
            <a:lvl7pPr marL="5212080" indent="0">
              <a:buNone/>
              <a:defRPr sz="3040">
                <a:solidFill>
                  <a:schemeClr val="tx1">
                    <a:tint val="82000"/>
                  </a:schemeClr>
                </a:solidFill>
              </a:defRPr>
            </a:lvl7pPr>
            <a:lvl8pPr marL="6080760" indent="0">
              <a:buNone/>
              <a:defRPr sz="3040">
                <a:solidFill>
                  <a:schemeClr val="tx1">
                    <a:tint val="82000"/>
                  </a:schemeClr>
                </a:solidFill>
              </a:defRPr>
            </a:lvl8pPr>
            <a:lvl9pPr marL="6949440" indent="0">
              <a:buNone/>
              <a:defRPr sz="30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63825-4EC8-497F-B8F1-0B4DD83B134A}" type="datetimeFigureOut">
              <a:rPr lang="de-CH" smtClean="0"/>
              <a:t>06.01.2025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E7B5A-ACEA-482D-9939-D58235B30EE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219154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94435" y="5111750"/>
            <a:ext cx="7383780" cy="121837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795385" y="5111750"/>
            <a:ext cx="7383780" cy="121837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63825-4EC8-497F-B8F1-0B4DD83B134A}" type="datetimeFigureOut">
              <a:rPr lang="de-CH" smtClean="0"/>
              <a:t>06.01.2025</a:t>
            </a:fld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E7B5A-ACEA-482D-9939-D58235B30EE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756965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6698" y="1022354"/>
            <a:ext cx="14984730" cy="37115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6700" y="4707256"/>
            <a:ext cx="7349846" cy="2306954"/>
          </a:xfrm>
        </p:spPr>
        <p:txBody>
          <a:bodyPr anchor="b"/>
          <a:lstStyle>
            <a:lvl1pPr marL="0" indent="0">
              <a:buNone/>
              <a:defRPr sz="4560" b="1"/>
            </a:lvl1pPr>
            <a:lvl2pPr marL="868680" indent="0">
              <a:buNone/>
              <a:defRPr sz="3800" b="1"/>
            </a:lvl2pPr>
            <a:lvl3pPr marL="1737360" indent="0">
              <a:buNone/>
              <a:defRPr sz="3420" b="1"/>
            </a:lvl3pPr>
            <a:lvl4pPr marL="2606040" indent="0">
              <a:buNone/>
              <a:defRPr sz="3040" b="1"/>
            </a:lvl4pPr>
            <a:lvl5pPr marL="3474720" indent="0">
              <a:buNone/>
              <a:defRPr sz="3040" b="1"/>
            </a:lvl5pPr>
            <a:lvl6pPr marL="4343400" indent="0">
              <a:buNone/>
              <a:defRPr sz="3040" b="1"/>
            </a:lvl6pPr>
            <a:lvl7pPr marL="5212080" indent="0">
              <a:buNone/>
              <a:defRPr sz="3040" b="1"/>
            </a:lvl7pPr>
            <a:lvl8pPr marL="6080760" indent="0">
              <a:buNone/>
              <a:defRPr sz="3040" b="1"/>
            </a:lvl8pPr>
            <a:lvl9pPr marL="6949440" indent="0">
              <a:buNone/>
              <a:defRPr sz="30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96700" y="7014210"/>
            <a:ext cx="7349846" cy="103168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795386" y="4707256"/>
            <a:ext cx="7386043" cy="2306954"/>
          </a:xfrm>
        </p:spPr>
        <p:txBody>
          <a:bodyPr anchor="b"/>
          <a:lstStyle>
            <a:lvl1pPr marL="0" indent="0">
              <a:buNone/>
              <a:defRPr sz="4560" b="1"/>
            </a:lvl1pPr>
            <a:lvl2pPr marL="868680" indent="0">
              <a:buNone/>
              <a:defRPr sz="3800" b="1"/>
            </a:lvl2pPr>
            <a:lvl3pPr marL="1737360" indent="0">
              <a:buNone/>
              <a:defRPr sz="3420" b="1"/>
            </a:lvl3pPr>
            <a:lvl4pPr marL="2606040" indent="0">
              <a:buNone/>
              <a:defRPr sz="3040" b="1"/>
            </a:lvl4pPr>
            <a:lvl5pPr marL="3474720" indent="0">
              <a:buNone/>
              <a:defRPr sz="3040" b="1"/>
            </a:lvl5pPr>
            <a:lvl6pPr marL="4343400" indent="0">
              <a:buNone/>
              <a:defRPr sz="3040" b="1"/>
            </a:lvl6pPr>
            <a:lvl7pPr marL="5212080" indent="0">
              <a:buNone/>
              <a:defRPr sz="3040" b="1"/>
            </a:lvl7pPr>
            <a:lvl8pPr marL="6080760" indent="0">
              <a:buNone/>
              <a:defRPr sz="3040" b="1"/>
            </a:lvl8pPr>
            <a:lvl9pPr marL="6949440" indent="0">
              <a:buNone/>
              <a:defRPr sz="30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795386" y="7014210"/>
            <a:ext cx="7386043" cy="103168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63825-4EC8-497F-B8F1-0B4DD83B134A}" type="datetimeFigureOut">
              <a:rPr lang="de-CH" smtClean="0"/>
              <a:t>06.01.2025</a:t>
            </a:fld>
            <a:endParaRPr lang="de-C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E7B5A-ACEA-482D-9939-D58235B30EE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2301924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63825-4EC8-497F-B8F1-0B4DD83B134A}" type="datetimeFigureOut">
              <a:rPr lang="de-CH" smtClean="0"/>
              <a:t>06.01.2025</a:t>
            </a:fld>
            <a:endParaRPr lang="de-C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E7B5A-ACEA-482D-9939-D58235B30EE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508728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63825-4EC8-497F-B8F1-0B4DD83B134A}" type="datetimeFigureOut">
              <a:rPr lang="de-CH" smtClean="0"/>
              <a:t>06.01.2025</a:t>
            </a:fld>
            <a:endParaRPr lang="de-C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E7B5A-ACEA-482D-9939-D58235B30EE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704407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6698" y="1280160"/>
            <a:ext cx="5603438" cy="4480560"/>
          </a:xfrm>
        </p:spPr>
        <p:txBody>
          <a:bodyPr anchor="b"/>
          <a:lstStyle>
            <a:lvl1pPr>
              <a:defRPr sz="60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86043" y="2764794"/>
            <a:ext cx="8795385" cy="13646150"/>
          </a:xfrm>
        </p:spPr>
        <p:txBody>
          <a:bodyPr/>
          <a:lstStyle>
            <a:lvl1pPr>
              <a:defRPr sz="6080"/>
            </a:lvl1pPr>
            <a:lvl2pPr>
              <a:defRPr sz="5320"/>
            </a:lvl2pPr>
            <a:lvl3pPr>
              <a:defRPr sz="4560"/>
            </a:lvl3pPr>
            <a:lvl4pPr>
              <a:defRPr sz="3800"/>
            </a:lvl4pPr>
            <a:lvl5pPr>
              <a:defRPr sz="3800"/>
            </a:lvl5pPr>
            <a:lvl6pPr>
              <a:defRPr sz="3800"/>
            </a:lvl6pPr>
            <a:lvl7pPr>
              <a:defRPr sz="3800"/>
            </a:lvl7pPr>
            <a:lvl8pPr>
              <a:defRPr sz="3800"/>
            </a:lvl8pPr>
            <a:lvl9pPr>
              <a:defRPr sz="3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6698" y="5760720"/>
            <a:ext cx="5603438" cy="10672446"/>
          </a:xfrm>
        </p:spPr>
        <p:txBody>
          <a:bodyPr/>
          <a:lstStyle>
            <a:lvl1pPr marL="0" indent="0">
              <a:buNone/>
              <a:defRPr sz="3040"/>
            </a:lvl1pPr>
            <a:lvl2pPr marL="868680" indent="0">
              <a:buNone/>
              <a:defRPr sz="2660"/>
            </a:lvl2pPr>
            <a:lvl3pPr marL="1737360" indent="0">
              <a:buNone/>
              <a:defRPr sz="2280"/>
            </a:lvl3pPr>
            <a:lvl4pPr marL="2606040" indent="0">
              <a:buNone/>
              <a:defRPr sz="1900"/>
            </a:lvl4pPr>
            <a:lvl5pPr marL="3474720" indent="0">
              <a:buNone/>
              <a:defRPr sz="1900"/>
            </a:lvl5pPr>
            <a:lvl6pPr marL="4343400" indent="0">
              <a:buNone/>
              <a:defRPr sz="1900"/>
            </a:lvl6pPr>
            <a:lvl7pPr marL="5212080" indent="0">
              <a:buNone/>
              <a:defRPr sz="1900"/>
            </a:lvl7pPr>
            <a:lvl8pPr marL="6080760" indent="0">
              <a:buNone/>
              <a:defRPr sz="1900"/>
            </a:lvl8pPr>
            <a:lvl9pPr marL="6949440" indent="0">
              <a:buNone/>
              <a:defRPr sz="1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63825-4EC8-497F-B8F1-0B4DD83B134A}" type="datetimeFigureOut">
              <a:rPr lang="de-CH" smtClean="0"/>
              <a:t>06.01.2025</a:t>
            </a:fld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E7B5A-ACEA-482D-9939-D58235B30EE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13660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6698" y="1280160"/>
            <a:ext cx="5603438" cy="4480560"/>
          </a:xfrm>
        </p:spPr>
        <p:txBody>
          <a:bodyPr anchor="b"/>
          <a:lstStyle>
            <a:lvl1pPr>
              <a:defRPr sz="60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6043" y="2764794"/>
            <a:ext cx="8795385" cy="13646150"/>
          </a:xfrm>
        </p:spPr>
        <p:txBody>
          <a:bodyPr anchor="t"/>
          <a:lstStyle>
            <a:lvl1pPr marL="0" indent="0">
              <a:buNone/>
              <a:defRPr sz="6080"/>
            </a:lvl1pPr>
            <a:lvl2pPr marL="868680" indent="0">
              <a:buNone/>
              <a:defRPr sz="5320"/>
            </a:lvl2pPr>
            <a:lvl3pPr marL="1737360" indent="0">
              <a:buNone/>
              <a:defRPr sz="4560"/>
            </a:lvl3pPr>
            <a:lvl4pPr marL="2606040" indent="0">
              <a:buNone/>
              <a:defRPr sz="3800"/>
            </a:lvl4pPr>
            <a:lvl5pPr marL="3474720" indent="0">
              <a:buNone/>
              <a:defRPr sz="3800"/>
            </a:lvl5pPr>
            <a:lvl6pPr marL="4343400" indent="0">
              <a:buNone/>
              <a:defRPr sz="3800"/>
            </a:lvl6pPr>
            <a:lvl7pPr marL="5212080" indent="0">
              <a:buNone/>
              <a:defRPr sz="3800"/>
            </a:lvl7pPr>
            <a:lvl8pPr marL="6080760" indent="0">
              <a:buNone/>
              <a:defRPr sz="3800"/>
            </a:lvl8pPr>
            <a:lvl9pPr marL="6949440" indent="0">
              <a:buNone/>
              <a:defRPr sz="3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6698" y="5760720"/>
            <a:ext cx="5603438" cy="10672446"/>
          </a:xfrm>
        </p:spPr>
        <p:txBody>
          <a:bodyPr/>
          <a:lstStyle>
            <a:lvl1pPr marL="0" indent="0">
              <a:buNone/>
              <a:defRPr sz="3040"/>
            </a:lvl1pPr>
            <a:lvl2pPr marL="868680" indent="0">
              <a:buNone/>
              <a:defRPr sz="2660"/>
            </a:lvl2pPr>
            <a:lvl3pPr marL="1737360" indent="0">
              <a:buNone/>
              <a:defRPr sz="2280"/>
            </a:lvl3pPr>
            <a:lvl4pPr marL="2606040" indent="0">
              <a:buNone/>
              <a:defRPr sz="1900"/>
            </a:lvl4pPr>
            <a:lvl5pPr marL="3474720" indent="0">
              <a:buNone/>
              <a:defRPr sz="1900"/>
            </a:lvl5pPr>
            <a:lvl6pPr marL="4343400" indent="0">
              <a:buNone/>
              <a:defRPr sz="1900"/>
            </a:lvl6pPr>
            <a:lvl7pPr marL="5212080" indent="0">
              <a:buNone/>
              <a:defRPr sz="1900"/>
            </a:lvl7pPr>
            <a:lvl8pPr marL="6080760" indent="0">
              <a:buNone/>
              <a:defRPr sz="1900"/>
            </a:lvl8pPr>
            <a:lvl9pPr marL="6949440" indent="0">
              <a:buNone/>
              <a:defRPr sz="1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63825-4EC8-497F-B8F1-0B4DD83B134A}" type="datetimeFigureOut">
              <a:rPr lang="de-CH" smtClean="0"/>
              <a:t>06.01.2025</a:t>
            </a:fld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E7B5A-ACEA-482D-9939-D58235B30EE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641918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63825-4EC8-497F-B8F1-0B4DD83B134A}" type="datetimeFigureOut">
              <a:rPr lang="de-CH" smtClean="0"/>
              <a:t>06.01.2025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E7B5A-ACEA-482D-9939-D58235B30EE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566328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432983" y="1022350"/>
            <a:ext cx="3746183" cy="1627314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94436" y="1022350"/>
            <a:ext cx="11021378" cy="1627314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63825-4EC8-497F-B8F1-0B4DD83B134A}" type="datetimeFigureOut">
              <a:rPr lang="de-CH" smtClean="0"/>
              <a:t>06.01.2025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E7B5A-ACEA-482D-9939-D58235B30EE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207564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94435" y="1022354"/>
            <a:ext cx="14984730" cy="37115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4435" y="5111750"/>
            <a:ext cx="14984730" cy="121837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94435" y="17797784"/>
            <a:ext cx="3909060" cy="1022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2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663825-4EC8-497F-B8F1-0B4DD83B134A}" type="datetimeFigureOut">
              <a:rPr lang="de-CH" smtClean="0"/>
              <a:t>06.01.2025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755005" y="17797784"/>
            <a:ext cx="5863590" cy="1022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2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270105" y="17797784"/>
            <a:ext cx="3909060" cy="1022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2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CE7B5A-ACEA-482D-9939-D58235B30EE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289436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defTabSz="1737360" rtl="0" eaLnBrk="1" latinLnBrk="0" hangingPunct="1">
        <a:lnSpc>
          <a:spcPct val="90000"/>
        </a:lnSpc>
        <a:spcBef>
          <a:spcPct val="0"/>
        </a:spcBef>
        <a:buNone/>
        <a:defRPr sz="83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34340" indent="-434340" algn="l" defTabSz="1737360" rtl="0" eaLnBrk="1" latinLnBrk="0" hangingPunct="1">
        <a:lnSpc>
          <a:spcPct val="90000"/>
        </a:lnSpc>
        <a:spcBef>
          <a:spcPts val="1900"/>
        </a:spcBef>
        <a:buFont typeface="Arial" panose="020B0604020202020204" pitchFamily="34" charset="0"/>
        <a:buChar char="•"/>
        <a:defRPr sz="5320" kern="1200">
          <a:solidFill>
            <a:schemeClr val="tx1"/>
          </a:solidFill>
          <a:latin typeface="+mn-lt"/>
          <a:ea typeface="+mn-ea"/>
          <a:cs typeface="+mn-cs"/>
        </a:defRPr>
      </a:lvl1pPr>
      <a:lvl2pPr marL="1303020" indent="-434340" algn="l" defTabSz="1737360" rtl="0" eaLnBrk="1" latinLnBrk="0" hangingPunct="1">
        <a:lnSpc>
          <a:spcPct val="90000"/>
        </a:lnSpc>
        <a:spcBef>
          <a:spcPts val="950"/>
        </a:spcBef>
        <a:buFont typeface="Arial" panose="020B0604020202020204" pitchFamily="34" charset="0"/>
        <a:buChar char="•"/>
        <a:defRPr sz="4560" kern="1200">
          <a:solidFill>
            <a:schemeClr val="tx1"/>
          </a:solidFill>
          <a:latin typeface="+mn-lt"/>
          <a:ea typeface="+mn-ea"/>
          <a:cs typeface="+mn-cs"/>
        </a:defRPr>
      </a:lvl2pPr>
      <a:lvl3pPr marL="2171700" indent="-434340" algn="l" defTabSz="1737360" rtl="0" eaLnBrk="1" latinLnBrk="0" hangingPunct="1">
        <a:lnSpc>
          <a:spcPct val="90000"/>
        </a:lnSpc>
        <a:spcBef>
          <a:spcPts val="950"/>
        </a:spcBef>
        <a:buFont typeface="Arial" panose="020B0604020202020204" pitchFamily="34" charset="0"/>
        <a:buChar char="•"/>
        <a:defRPr sz="3800" kern="1200">
          <a:solidFill>
            <a:schemeClr val="tx1"/>
          </a:solidFill>
          <a:latin typeface="+mn-lt"/>
          <a:ea typeface="+mn-ea"/>
          <a:cs typeface="+mn-cs"/>
        </a:defRPr>
      </a:lvl3pPr>
      <a:lvl4pPr marL="3040380" indent="-434340" algn="l" defTabSz="1737360" rtl="0" eaLnBrk="1" latinLnBrk="0" hangingPunct="1">
        <a:lnSpc>
          <a:spcPct val="90000"/>
        </a:lnSpc>
        <a:spcBef>
          <a:spcPts val="950"/>
        </a:spcBef>
        <a:buFont typeface="Arial" panose="020B0604020202020204" pitchFamily="34" charset="0"/>
        <a:buChar char="•"/>
        <a:defRPr sz="3420" kern="1200">
          <a:solidFill>
            <a:schemeClr val="tx1"/>
          </a:solidFill>
          <a:latin typeface="+mn-lt"/>
          <a:ea typeface="+mn-ea"/>
          <a:cs typeface="+mn-cs"/>
        </a:defRPr>
      </a:lvl4pPr>
      <a:lvl5pPr marL="3909060" indent="-434340" algn="l" defTabSz="1737360" rtl="0" eaLnBrk="1" latinLnBrk="0" hangingPunct="1">
        <a:lnSpc>
          <a:spcPct val="90000"/>
        </a:lnSpc>
        <a:spcBef>
          <a:spcPts val="950"/>
        </a:spcBef>
        <a:buFont typeface="Arial" panose="020B0604020202020204" pitchFamily="34" charset="0"/>
        <a:buChar char="•"/>
        <a:defRPr sz="3420" kern="1200">
          <a:solidFill>
            <a:schemeClr val="tx1"/>
          </a:solidFill>
          <a:latin typeface="+mn-lt"/>
          <a:ea typeface="+mn-ea"/>
          <a:cs typeface="+mn-cs"/>
        </a:defRPr>
      </a:lvl5pPr>
      <a:lvl6pPr marL="4777740" indent="-434340" algn="l" defTabSz="1737360" rtl="0" eaLnBrk="1" latinLnBrk="0" hangingPunct="1">
        <a:lnSpc>
          <a:spcPct val="90000"/>
        </a:lnSpc>
        <a:spcBef>
          <a:spcPts val="950"/>
        </a:spcBef>
        <a:buFont typeface="Arial" panose="020B0604020202020204" pitchFamily="34" charset="0"/>
        <a:buChar char="•"/>
        <a:defRPr sz="3420" kern="1200">
          <a:solidFill>
            <a:schemeClr val="tx1"/>
          </a:solidFill>
          <a:latin typeface="+mn-lt"/>
          <a:ea typeface="+mn-ea"/>
          <a:cs typeface="+mn-cs"/>
        </a:defRPr>
      </a:lvl6pPr>
      <a:lvl7pPr marL="5646420" indent="-434340" algn="l" defTabSz="1737360" rtl="0" eaLnBrk="1" latinLnBrk="0" hangingPunct="1">
        <a:lnSpc>
          <a:spcPct val="90000"/>
        </a:lnSpc>
        <a:spcBef>
          <a:spcPts val="950"/>
        </a:spcBef>
        <a:buFont typeface="Arial" panose="020B0604020202020204" pitchFamily="34" charset="0"/>
        <a:buChar char="•"/>
        <a:defRPr sz="3420" kern="1200">
          <a:solidFill>
            <a:schemeClr val="tx1"/>
          </a:solidFill>
          <a:latin typeface="+mn-lt"/>
          <a:ea typeface="+mn-ea"/>
          <a:cs typeface="+mn-cs"/>
        </a:defRPr>
      </a:lvl7pPr>
      <a:lvl8pPr marL="6515100" indent="-434340" algn="l" defTabSz="1737360" rtl="0" eaLnBrk="1" latinLnBrk="0" hangingPunct="1">
        <a:lnSpc>
          <a:spcPct val="90000"/>
        </a:lnSpc>
        <a:spcBef>
          <a:spcPts val="950"/>
        </a:spcBef>
        <a:buFont typeface="Arial" panose="020B0604020202020204" pitchFamily="34" charset="0"/>
        <a:buChar char="•"/>
        <a:defRPr sz="3420" kern="1200">
          <a:solidFill>
            <a:schemeClr val="tx1"/>
          </a:solidFill>
          <a:latin typeface="+mn-lt"/>
          <a:ea typeface="+mn-ea"/>
          <a:cs typeface="+mn-cs"/>
        </a:defRPr>
      </a:lvl8pPr>
      <a:lvl9pPr marL="7383780" indent="-434340" algn="l" defTabSz="1737360" rtl="0" eaLnBrk="1" latinLnBrk="0" hangingPunct="1">
        <a:lnSpc>
          <a:spcPct val="90000"/>
        </a:lnSpc>
        <a:spcBef>
          <a:spcPts val="950"/>
        </a:spcBef>
        <a:buFont typeface="Arial" panose="020B0604020202020204" pitchFamily="34" charset="0"/>
        <a:buChar char="•"/>
        <a:defRPr sz="34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737360" rtl="0" eaLnBrk="1" latinLnBrk="0" hangingPunct="1">
        <a:defRPr sz="342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algn="l" defTabSz="1737360" rtl="0" eaLnBrk="1" latinLnBrk="0" hangingPunct="1">
        <a:defRPr sz="3420" kern="1200">
          <a:solidFill>
            <a:schemeClr val="tx1"/>
          </a:solidFill>
          <a:latin typeface="+mn-lt"/>
          <a:ea typeface="+mn-ea"/>
          <a:cs typeface="+mn-cs"/>
        </a:defRPr>
      </a:lvl2pPr>
      <a:lvl3pPr marL="1737360" algn="l" defTabSz="1737360" rtl="0" eaLnBrk="1" latinLnBrk="0" hangingPunct="1">
        <a:defRPr sz="3420" kern="1200">
          <a:solidFill>
            <a:schemeClr val="tx1"/>
          </a:solidFill>
          <a:latin typeface="+mn-lt"/>
          <a:ea typeface="+mn-ea"/>
          <a:cs typeface="+mn-cs"/>
        </a:defRPr>
      </a:lvl3pPr>
      <a:lvl4pPr marL="2606040" algn="l" defTabSz="1737360" rtl="0" eaLnBrk="1" latinLnBrk="0" hangingPunct="1">
        <a:defRPr sz="3420" kern="1200">
          <a:solidFill>
            <a:schemeClr val="tx1"/>
          </a:solidFill>
          <a:latin typeface="+mn-lt"/>
          <a:ea typeface="+mn-ea"/>
          <a:cs typeface="+mn-cs"/>
        </a:defRPr>
      </a:lvl4pPr>
      <a:lvl5pPr marL="3474720" algn="l" defTabSz="1737360" rtl="0" eaLnBrk="1" latinLnBrk="0" hangingPunct="1">
        <a:defRPr sz="3420" kern="1200">
          <a:solidFill>
            <a:schemeClr val="tx1"/>
          </a:solidFill>
          <a:latin typeface="+mn-lt"/>
          <a:ea typeface="+mn-ea"/>
          <a:cs typeface="+mn-cs"/>
        </a:defRPr>
      </a:lvl5pPr>
      <a:lvl6pPr marL="4343400" algn="l" defTabSz="1737360" rtl="0" eaLnBrk="1" latinLnBrk="0" hangingPunct="1">
        <a:defRPr sz="3420" kern="1200">
          <a:solidFill>
            <a:schemeClr val="tx1"/>
          </a:solidFill>
          <a:latin typeface="+mn-lt"/>
          <a:ea typeface="+mn-ea"/>
          <a:cs typeface="+mn-cs"/>
        </a:defRPr>
      </a:lvl6pPr>
      <a:lvl7pPr marL="5212080" algn="l" defTabSz="1737360" rtl="0" eaLnBrk="1" latinLnBrk="0" hangingPunct="1">
        <a:defRPr sz="3420" kern="1200">
          <a:solidFill>
            <a:schemeClr val="tx1"/>
          </a:solidFill>
          <a:latin typeface="+mn-lt"/>
          <a:ea typeface="+mn-ea"/>
          <a:cs typeface="+mn-cs"/>
        </a:defRPr>
      </a:lvl7pPr>
      <a:lvl8pPr marL="6080760" algn="l" defTabSz="1737360" rtl="0" eaLnBrk="1" latinLnBrk="0" hangingPunct="1">
        <a:defRPr sz="3420" kern="1200">
          <a:solidFill>
            <a:schemeClr val="tx1"/>
          </a:solidFill>
          <a:latin typeface="+mn-lt"/>
          <a:ea typeface="+mn-ea"/>
          <a:cs typeface="+mn-cs"/>
        </a:defRPr>
      </a:lvl8pPr>
      <a:lvl9pPr marL="6949440" algn="l" defTabSz="1737360" rtl="0" eaLnBrk="1" latinLnBrk="0" hangingPunct="1">
        <a:defRPr sz="34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nordicenergy.org/" TargetMode="External"/><Relationship Id="rId4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E6868884-8EA3-B244-3ADF-EAD04EC3A7CE}"/>
              </a:ext>
            </a:extLst>
          </p:cNvPr>
          <p:cNvGrpSpPr/>
          <p:nvPr/>
        </p:nvGrpSpPr>
        <p:grpSpPr>
          <a:xfrm>
            <a:off x="1544638" y="12085638"/>
            <a:ext cx="7686675" cy="5883275"/>
            <a:chOff x="1544638" y="12085638"/>
            <a:chExt cx="7686675" cy="5883275"/>
          </a:xfrm>
        </p:grpSpPr>
        <p:graphicFrame>
          <p:nvGraphicFramePr>
            <p:cNvPr id="3756" name="Object 3755">
              <a:extLst>
                <a:ext uri="{FF2B5EF4-FFF2-40B4-BE49-F238E27FC236}">
                  <a16:creationId xmlns:a16="http://schemas.microsoft.com/office/drawing/2014/main" id="{094E6C7B-11CF-882A-6800-45767AFAC0D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16198312"/>
                </p:ext>
              </p:extLst>
            </p:nvPr>
          </p:nvGraphicFramePr>
          <p:xfrm>
            <a:off x="1544638" y="12085638"/>
            <a:ext cx="7686675" cy="5883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3" imgW="9802205" imgH="7502570" progId="Origin95.Graph">
                    <p:embed/>
                  </p:oleObj>
                </mc:Choice>
                <mc:Fallback>
                  <p:oleObj name="Graph" r:id="rId3" imgW="9802205" imgH="7502570" progId="Origin95.Graph">
                    <p:embed/>
                    <p:pic>
                      <p:nvPicPr>
                        <p:cNvPr id="3756" name="Object 3755">
                          <a:extLst>
                            <a:ext uri="{FF2B5EF4-FFF2-40B4-BE49-F238E27FC236}">
                              <a16:creationId xmlns:a16="http://schemas.microsoft.com/office/drawing/2014/main" id="{094E6C7B-11CF-882A-6800-45767AFAC0D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544638" y="12085638"/>
                          <a:ext cx="7686675" cy="58832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08" name="Rectangle 3807">
              <a:extLst>
                <a:ext uri="{FF2B5EF4-FFF2-40B4-BE49-F238E27FC236}">
                  <a16:creationId xmlns:a16="http://schemas.microsoft.com/office/drawing/2014/main" id="{FA9B29D4-66B8-701B-D681-0885D5F81857}"/>
                </a:ext>
              </a:extLst>
            </p:cNvPr>
            <p:cNvSpPr/>
            <p:nvPr/>
          </p:nvSpPr>
          <p:spPr>
            <a:xfrm>
              <a:off x="2748726" y="15435857"/>
              <a:ext cx="170475" cy="5847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667" name="Rectangle 3666">
            <a:extLst>
              <a:ext uri="{FF2B5EF4-FFF2-40B4-BE49-F238E27FC236}">
                <a16:creationId xmlns:a16="http://schemas.microsoft.com/office/drawing/2014/main" id="{891F3BEC-B6C2-1D6A-6215-207449A337E4}"/>
              </a:ext>
            </a:extLst>
          </p:cNvPr>
          <p:cNvSpPr/>
          <p:nvPr/>
        </p:nvSpPr>
        <p:spPr>
          <a:xfrm>
            <a:off x="12282435" y="4757264"/>
            <a:ext cx="933912" cy="25252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3531" name="Rectangle 3530">
            <a:extLst>
              <a:ext uri="{FF2B5EF4-FFF2-40B4-BE49-F238E27FC236}">
                <a16:creationId xmlns:a16="http://schemas.microsoft.com/office/drawing/2014/main" id="{8DF2597B-B9EC-27B3-3F93-0224CF932C61}"/>
              </a:ext>
            </a:extLst>
          </p:cNvPr>
          <p:cNvSpPr/>
          <p:nvPr/>
        </p:nvSpPr>
        <p:spPr>
          <a:xfrm>
            <a:off x="4019527" y="4704762"/>
            <a:ext cx="832520" cy="22059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1403" name="TextBox 1402">
            <a:extLst>
              <a:ext uri="{FF2B5EF4-FFF2-40B4-BE49-F238E27FC236}">
                <a16:creationId xmlns:a16="http://schemas.microsoft.com/office/drawing/2014/main" id="{42751403-4EFD-FC34-3DE5-DB85DBFD051F}"/>
              </a:ext>
            </a:extLst>
          </p:cNvPr>
          <p:cNvSpPr txBox="1"/>
          <p:nvPr/>
        </p:nvSpPr>
        <p:spPr>
          <a:xfrm>
            <a:off x="1728638" y="7145286"/>
            <a:ext cx="72925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altLang="zh-CN" sz="2200" b="1" dirty="0">
                <a:latin typeface="Roboto" panose="02000000000000000000" pitchFamily="2" charset="0"/>
                <a:ea typeface="Roboto" panose="02000000000000000000" pitchFamily="2" charset="0"/>
              </a:rPr>
              <a:t>b</a:t>
            </a:r>
            <a:endParaRPr lang="de-CH" sz="2200" b="1" u="sng" baseline="-25000" dirty="0">
              <a:latin typeface="Roboto" panose="02000000000000000000" pitchFamily="2" charset="0"/>
              <a:ea typeface="Roboto" panose="02000000000000000000" pitchFamily="2" charset="0"/>
              <a:hlinkClick r:id="rId5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1404" name="TextBox 1403">
            <a:extLst>
              <a:ext uri="{FF2B5EF4-FFF2-40B4-BE49-F238E27FC236}">
                <a16:creationId xmlns:a16="http://schemas.microsoft.com/office/drawing/2014/main" id="{D67B9C16-0FD6-8C1F-F229-A4ECEE9D562F}"/>
              </a:ext>
            </a:extLst>
          </p:cNvPr>
          <p:cNvSpPr txBox="1"/>
          <p:nvPr/>
        </p:nvSpPr>
        <p:spPr>
          <a:xfrm>
            <a:off x="8978882" y="7145286"/>
            <a:ext cx="37701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altLang="zh-CN" sz="2200" b="1" dirty="0">
                <a:latin typeface="Roboto" panose="02000000000000000000" pitchFamily="2" charset="0"/>
                <a:ea typeface="Roboto" panose="02000000000000000000" pitchFamily="2" charset="0"/>
              </a:rPr>
              <a:t>c</a:t>
            </a:r>
            <a:endParaRPr lang="de-CH" sz="2200" b="1" u="sng" baseline="-25000" dirty="0">
              <a:latin typeface="Roboto" panose="02000000000000000000" pitchFamily="2" charset="0"/>
              <a:ea typeface="Roboto" panose="02000000000000000000" pitchFamily="2" charset="0"/>
              <a:hlinkClick r:id="rId5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1405" name="TextBox 1404">
            <a:extLst>
              <a:ext uri="{FF2B5EF4-FFF2-40B4-BE49-F238E27FC236}">
                <a16:creationId xmlns:a16="http://schemas.microsoft.com/office/drawing/2014/main" id="{CAB55AC6-FBD3-E952-BCB0-E8CDF99B62ED}"/>
              </a:ext>
            </a:extLst>
          </p:cNvPr>
          <p:cNvSpPr txBox="1"/>
          <p:nvPr/>
        </p:nvSpPr>
        <p:spPr>
          <a:xfrm>
            <a:off x="1728642" y="12298896"/>
            <a:ext cx="72925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200" b="1" dirty="0">
                <a:latin typeface="Roboto" panose="02000000000000000000" pitchFamily="2" charset="0"/>
                <a:ea typeface="Roboto" panose="02000000000000000000" pitchFamily="2" charset="0"/>
              </a:rPr>
              <a:t>d</a:t>
            </a:r>
            <a:endParaRPr lang="de-CH" sz="2200" b="1" u="sng" baseline="-25000" dirty="0">
              <a:latin typeface="Roboto" panose="02000000000000000000" pitchFamily="2" charset="0"/>
              <a:ea typeface="Roboto" panose="02000000000000000000" pitchFamily="2" charset="0"/>
              <a:hlinkClick r:id="rId5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1406" name="TextBox 1405">
            <a:extLst>
              <a:ext uri="{FF2B5EF4-FFF2-40B4-BE49-F238E27FC236}">
                <a16:creationId xmlns:a16="http://schemas.microsoft.com/office/drawing/2014/main" id="{F769CC0B-2E6A-5736-3362-393E16D65A38}"/>
              </a:ext>
            </a:extLst>
          </p:cNvPr>
          <p:cNvSpPr txBox="1"/>
          <p:nvPr/>
        </p:nvSpPr>
        <p:spPr>
          <a:xfrm>
            <a:off x="8802767" y="12299441"/>
            <a:ext cx="72925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altLang="zh-CN" sz="2200" b="1" dirty="0">
                <a:latin typeface="Roboto" panose="02000000000000000000" pitchFamily="2" charset="0"/>
                <a:ea typeface="Roboto" panose="02000000000000000000" pitchFamily="2" charset="0"/>
              </a:rPr>
              <a:t>e</a:t>
            </a:r>
            <a:endParaRPr lang="de-CH" sz="2200" b="1" u="sng" baseline="-25000" dirty="0">
              <a:latin typeface="Roboto" panose="02000000000000000000" pitchFamily="2" charset="0"/>
              <a:ea typeface="Roboto" panose="02000000000000000000" pitchFamily="2" charset="0"/>
              <a:hlinkClick r:id="rId5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8CB5E78-AFEE-8D63-9086-F4E6DE3913B1}"/>
              </a:ext>
            </a:extLst>
          </p:cNvPr>
          <p:cNvSpPr txBox="1"/>
          <p:nvPr/>
        </p:nvSpPr>
        <p:spPr>
          <a:xfrm>
            <a:off x="4111414" y="1879013"/>
            <a:ext cx="4998315" cy="350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</a:rPr>
              <a:t>Electrode plasmas (DBD, corona, pulsed, spark)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1219766-CDE3-77C4-71A1-C88E550AB83B}"/>
              </a:ext>
            </a:extLst>
          </p:cNvPr>
          <p:cNvSpPr txBox="1"/>
          <p:nvPr/>
        </p:nvSpPr>
        <p:spPr>
          <a:xfrm>
            <a:off x="11552278" y="1880936"/>
            <a:ext cx="23107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</a:rPr>
              <a:t>Electrodeless </a:t>
            </a:r>
            <a:r>
              <a:rPr lang="en-US" sz="1600" dirty="0">
                <a:latin typeface="Roboto Meidum"/>
                <a:ea typeface="Roboto" panose="02000000000000000000" pitchFamily="2" charset="0"/>
              </a:rPr>
              <a:t>plasma</a:t>
            </a:r>
            <a:endParaRPr lang="de-CH" sz="1600" dirty="0">
              <a:latin typeface="Roboto Meidum"/>
              <a:ea typeface="Roboto" panose="02000000000000000000" pitchFamily="2" charset="0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0DBE64C1-3BA3-4C0A-53AB-98E4FF9A8AB8}"/>
              </a:ext>
            </a:extLst>
          </p:cNvPr>
          <p:cNvSpPr txBox="1"/>
          <p:nvPr/>
        </p:nvSpPr>
        <p:spPr>
          <a:xfrm>
            <a:off x="13378293" y="4096411"/>
            <a:ext cx="14125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altLang="zh-CN" sz="1400" dirty="0" err="1">
                <a:solidFill>
                  <a:srgbClr val="E4325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plasma</a:t>
            </a:r>
            <a:r>
              <a:rPr lang="de-DE" altLang="zh-CN" sz="1400" dirty="0">
                <a:solidFill>
                  <a:srgbClr val="E4325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altLang="zh-CN" sz="1400" dirty="0" err="1">
                <a:solidFill>
                  <a:srgbClr val="E4325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zone</a:t>
            </a:r>
            <a:endParaRPr lang="de-CH" sz="1400" u="sng" baseline="-25000" dirty="0">
              <a:solidFill>
                <a:srgbClr val="E4325C"/>
              </a:solidFill>
              <a:latin typeface="Roboto" panose="02000000000000000000" pitchFamily="2" charset="0"/>
              <a:ea typeface="Roboto" panose="02000000000000000000" pitchFamily="2" charset="0"/>
              <a:hlinkClick r:id="rId5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grpSp>
        <p:nvGrpSpPr>
          <p:cNvPr id="3665" name="Group 3664">
            <a:extLst>
              <a:ext uri="{FF2B5EF4-FFF2-40B4-BE49-F238E27FC236}">
                <a16:creationId xmlns:a16="http://schemas.microsoft.com/office/drawing/2014/main" id="{9749B217-9073-4435-D7D3-66030B7C7E1C}"/>
              </a:ext>
            </a:extLst>
          </p:cNvPr>
          <p:cNvGrpSpPr/>
          <p:nvPr/>
        </p:nvGrpSpPr>
        <p:grpSpPr>
          <a:xfrm rot="16200000">
            <a:off x="11481424" y="4536337"/>
            <a:ext cx="605100" cy="794340"/>
            <a:chOff x="-4789441" y="8899137"/>
            <a:chExt cx="605100" cy="794340"/>
          </a:xfrm>
        </p:grpSpPr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FED9348B-217D-EE37-72D1-AEDF9198AD31}"/>
                </a:ext>
              </a:extLst>
            </p:cNvPr>
            <p:cNvSpPr/>
            <p:nvPr/>
          </p:nvSpPr>
          <p:spPr>
            <a:xfrm rot="5400000" flipV="1">
              <a:off x="-5130322" y="9240018"/>
              <a:ext cx="777443" cy="95682"/>
            </a:xfrm>
            <a:custGeom>
              <a:avLst/>
              <a:gdLst>
                <a:gd name="connsiteX0" fmla="*/ 0 w 10599420"/>
                <a:gd name="connsiteY0" fmla="*/ 922021 h 922026"/>
                <a:gd name="connsiteX1" fmla="*/ 929640 w 10599420"/>
                <a:gd name="connsiteY1" fmla="*/ 7621 h 922026"/>
                <a:gd name="connsiteX2" fmla="*/ 1836420 w 10599420"/>
                <a:gd name="connsiteY2" fmla="*/ 914401 h 922026"/>
                <a:gd name="connsiteX3" fmla="*/ 2743200 w 10599420"/>
                <a:gd name="connsiteY3" fmla="*/ 15241 h 922026"/>
                <a:gd name="connsiteX4" fmla="*/ 3657600 w 10599420"/>
                <a:gd name="connsiteY4" fmla="*/ 906781 h 922026"/>
                <a:gd name="connsiteX5" fmla="*/ 4579620 w 10599420"/>
                <a:gd name="connsiteY5" fmla="*/ 7621 h 922026"/>
                <a:gd name="connsiteX6" fmla="*/ 5486400 w 10599420"/>
                <a:gd name="connsiteY6" fmla="*/ 914401 h 922026"/>
                <a:gd name="connsiteX7" fmla="*/ 6408420 w 10599420"/>
                <a:gd name="connsiteY7" fmla="*/ 1 h 922026"/>
                <a:gd name="connsiteX8" fmla="*/ 7322820 w 10599420"/>
                <a:gd name="connsiteY8" fmla="*/ 922021 h 922026"/>
                <a:gd name="connsiteX9" fmla="*/ 8237220 w 10599420"/>
                <a:gd name="connsiteY9" fmla="*/ 15241 h 922026"/>
                <a:gd name="connsiteX10" fmla="*/ 9144000 w 10599420"/>
                <a:gd name="connsiteY10" fmla="*/ 922021 h 922026"/>
                <a:gd name="connsiteX11" fmla="*/ 10058400 w 10599420"/>
                <a:gd name="connsiteY11" fmla="*/ 15241 h 922026"/>
                <a:gd name="connsiteX12" fmla="*/ 10599420 w 10599420"/>
                <a:gd name="connsiteY12" fmla="*/ 495301 h 922026"/>
                <a:gd name="connsiteX0" fmla="*/ 0 w 10627995"/>
                <a:gd name="connsiteY0" fmla="*/ 965683 h 965688"/>
                <a:gd name="connsiteX1" fmla="*/ 929640 w 10627995"/>
                <a:gd name="connsiteY1" fmla="*/ 51283 h 965688"/>
                <a:gd name="connsiteX2" fmla="*/ 1836420 w 10627995"/>
                <a:gd name="connsiteY2" fmla="*/ 958063 h 965688"/>
                <a:gd name="connsiteX3" fmla="*/ 2743200 w 10627995"/>
                <a:gd name="connsiteY3" fmla="*/ 58903 h 965688"/>
                <a:gd name="connsiteX4" fmla="*/ 3657600 w 10627995"/>
                <a:gd name="connsiteY4" fmla="*/ 950443 h 965688"/>
                <a:gd name="connsiteX5" fmla="*/ 4579620 w 10627995"/>
                <a:gd name="connsiteY5" fmla="*/ 51283 h 965688"/>
                <a:gd name="connsiteX6" fmla="*/ 5486400 w 10627995"/>
                <a:gd name="connsiteY6" fmla="*/ 958063 h 965688"/>
                <a:gd name="connsiteX7" fmla="*/ 6408420 w 10627995"/>
                <a:gd name="connsiteY7" fmla="*/ 43663 h 965688"/>
                <a:gd name="connsiteX8" fmla="*/ 7322820 w 10627995"/>
                <a:gd name="connsiteY8" fmla="*/ 965683 h 965688"/>
                <a:gd name="connsiteX9" fmla="*/ 8237220 w 10627995"/>
                <a:gd name="connsiteY9" fmla="*/ 58903 h 965688"/>
                <a:gd name="connsiteX10" fmla="*/ 9144000 w 10627995"/>
                <a:gd name="connsiteY10" fmla="*/ 965683 h 965688"/>
                <a:gd name="connsiteX11" fmla="*/ 10058400 w 10627995"/>
                <a:gd name="connsiteY11" fmla="*/ 58903 h 965688"/>
                <a:gd name="connsiteX12" fmla="*/ 10627995 w 10627995"/>
                <a:gd name="connsiteY12" fmla="*/ 205588 h 965688"/>
                <a:gd name="connsiteX0" fmla="*/ 0 w 10627995"/>
                <a:gd name="connsiteY0" fmla="*/ 932528 h 932533"/>
                <a:gd name="connsiteX1" fmla="*/ 929640 w 10627995"/>
                <a:gd name="connsiteY1" fmla="*/ 18128 h 932533"/>
                <a:gd name="connsiteX2" fmla="*/ 1836420 w 10627995"/>
                <a:gd name="connsiteY2" fmla="*/ 924908 h 932533"/>
                <a:gd name="connsiteX3" fmla="*/ 2743200 w 10627995"/>
                <a:gd name="connsiteY3" fmla="*/ 25748 h 932533"/>
                <a:gd name="connsiteX4" fmla="*/ 3657600 w 10627995"/>
                <a:gd name="connsiteY4" fmla="*/ 917288 h 932533"/>
                <a:gd name="connsiteX5" fmla="*/ 4579620 w 10627995"/>
                <a:gd name="connsiteY5" fmla="*/ 18128 h 932533"/>
                <a:gd name="connsiteX6" fmla="*/ 5486400 w 10627995"/>
                <a:gd name="connsiteY6" fmla="*/ 924908 h 932533"/>
                <a:gd name="connsiteX7" fmla="*/ 6408420 w 10627995"/>
                <a:gd name="connsiteY7" fmla="*/ 10508 h 932533"/>
                <a:gd name="connsiteX8" fmla="*/ 7322820 w 10627995"/>
                <a:gd name="connsiteY8" fmla="*/ 932528 h 932533"/>
                <a:gd name="connsiteX9" fmla="*/ 8237220 w 10627995"/>
                <a:gd name="connsiteY9" fmla="*/ 25748 h 932533"/>
                <a:gd name="connsiteX10" fmla="*/ 9144000 w 10627995"/>
                <a:gd name="connsiteY10" fmla="*/ 932528 h 932533"/>
                <a:gd name="connsiteX11" fmla="*/ 10058400 w 10627995"/>
                <a:gd name="connsiteY11" fmla="*/ 25748 h 932533"/>
                <a:gd name="connsiteX12" fmla="*/ 10627995 w 10627995"/>
                <a:gd name="connsiteY12" fmla="*/ 172433 h 932533"/>
                <a:gd name="connsiteX0" fmla="*/ 0 w 10627995"/>
                <a:gd name="connsiteY0" fmla="*/ 927945 h 927950"/>
                <a:gd name="connsiteX1" fmla="*/ 929640 w 10627995"/>
                <a:gd name="connsiteY1" fmla="*/ 13545 h 927950"/>
                <a:gd name="connsiteX2" fmla="*/ 1836420 w 10627995"/>
                <a:gd name="connsiteY2" fmla="*/ 920325 h 927950"/>
                <a:gd name="connsiteX3" fmla="*/ 2743200 w 10627995"/>
                <a:gd name="connsiteY3" fmla="*/ 21165 h 927950"/>
                <a:gd name="connsiteX4" fmla="*/ 3657600 w 10627995"/>
                <a:gd name="connsiteY4" fmla="*/ 912705 h 927950"/>
                <a:gd name="connsiteX5" fmla="*/ 4579620 w 10627995"/>
                <a:gd name="connsiteY5" fmla="*/ 13545 h 927950"/>
                <a:gd name="connsiteX6" fmla="*/ 5486400 w 10627995"/>
                <a:gd name="connsiteY6" fmla="*/ 920325 h 927950"/>
                <a:gd name="connsiteX7" fmla="*/ 6408420 w 10627995"/>
                <a:gd name="connsiteY7" fmla="*/ 5925 h 927950"/>
                <a:gd name="connsiteX8" fmla="*/ 7322820 w 10627995"/>
                <a:gd name="connsiteY8" fmla="*/ 927945 h 927950"/>
                <a:gd name="connsiteX9" fmla="*/ 8237220 w 10627995"/>
                <a:gd name="connsiteY9" fmla="*/ 21165 h 927950"/>
                <a:gd name="connsiteX10" fmla="*/ 9144000 w 10627995"/>
                <a:gd name="connsiteY10" fmla="*/ 927945 h 927950"/>
                <a:gd name="connsiteX11" fmla="*/ 10058400 w 10627995"/>
                <a:gd name="connsiteY11" fmla="*/ 21165 h 927950"/>
                <a:gd name="connsiteX12" fmla="*/ 10627995 w 10627995"/>
                <a:gd name="connsiteY12" fmla="*/ 167850 h 927950"/>
                <a:gd name="connsiteX0" fmla="*/ 0 w 10627995"/>
                <a:gd name="connsiteY0" fmla="*/ 922023 h 923576"/>
                <a:gd name="connsiteX1" fmla="*/ 929640 w 10627995"/>
                <a:gd name="connsiteY1" fmla="*/ 7623 h 923576"/>
                <a:gd name="connsiteX2" fmla="*/ 1836420 w 10627995"/>
                <a:gd name="connsiteY2" fmla="*/ 914403 h 923576"/>
                <a:gd name="connsiteX3" fmla="*/ 2743200 w 10627995"/>
                <a:gd name="connsiteY3" fmla="*/ 15243 h 923576"/>
                <a:gd name="connsiteX4" fmla="*/ 3657600 w 10627995"/>
                <a:gd name="connsiteY4" fmla="*/ 906783 h 923576"/>
                <a:gd name="connsiteX5" fmla="*/ 4579620 w 10627995"/>
                <a:gd name="connsiteY5" fmla="*/ 7623 h 923576"/>
                <a:gd name="connsiteX6" fmla="*/ 5486400 w 10627995"/>
                <a:gd name="connsiteY6" fmla="*/ 914403 h 923576"/>
                <a:gd name="connsiteX7" fmla="*/ 6408420 w 10627995"/>
                <a:gd name="connsiteY7" fmla="*/ 3 h 923576"/>
                <a:gd name="connsiteX8" fmla="*/ 7322820 w 10627995"/>
                <a:gd name="connsiteY8" fmla="*/ 922023 h 923576"/>
                <a:gd name="connsiteX9" fmla="*/ 8237220 w 10627995"/>
                <a:gd name="connsiteY9" fmla="*/ 15243 h 923576"/>
                <a:gd name="connsiteX10" fmla="*/ 9144000 w 10627995"/>
                <a:gd name="connsiteY10" fmla="*/ 922023 h 923576"/>
                <a:gd name="connsiteX11" fmla="*/ 10105183 w 10627995"/>
                <a:gd name="connsiteY11" fmla="*/ 239572 h 923576"/>
                <a:gd name="connsiteX12" fmla="*/ 10627995 w 10627995"/>
                <a:gd name="connsiteY12" fmla="*/ 161928 h 923576"/>
                <a:gd name="connsiteX0" fmla="*/ 0 w 10955484"/>
                <a:gd name="connsiteY0" fmla="*/ 922023 h 923576"/>
                <a:gd name="connsiteX1" fmla="*/ 929640 w 10955484"/>
                <a:gd name="connsiteY1" fmla="*/ 7623 h 923576"/>
                <a:gd name="connsiteX2" fmla="*/ 1836420 w 10955484"/>
                <a:gd name="connsiteY2" fmla="*/ 914403 h 923576"/>
                <a:gd name="connsiteX3" fmla="*/ 2743200 w 10955484"/>
                <a:gd name="connsiteY3" fmla="*/ 15243 h 923576"/>
                <a:gd name="connsiteX4" fmla="*/ 3657600 w 10955484"/>
                <a:gd name="connsiteY4" fmla="*/ 906783 h 923576"/>
                <a:gd name="connsiteX5" fmla="*/ 4579620 w 10955484"/>
                <a:gd name="connsiteY5" fmla="*/ 7623 h 923576"/>
                <a:gd name="connsiteX6" fmla="*/ 5486400 w 10955484"/>
                <a:gd name="connsiteY6" fmla="*/ 914403 h 923576"/>
                <a:gd name="connsiteX7" fmla="*/ 6408420 w 10955484"/>
                <a:gd name="connsiteY7" fmla="*/ 3 h 923576"/>
                <a:gd name="connsiteX8" fmla="*/ 7322820 w 10955484"/>
                <a:gd name="connsiteY8" fmla="*/ 922023 h 923576"/>
                <a:gd name="connsiteX9" fmla="*/ 8237220 w 10955484"/>
                <a:gd name="connsiteY9" fmla="*/ 15243 h 923576"/>
                <a:gd name="connsiteX10" fmla="*/ 9144000 w 10955484"/>
                <a:gd name="connsiteY10" fmla="*/ 922023 h 923576"/>
                <a:gd name="connsiteX11" fmla="*/ 10105183 w 10955484"/>
                <a:gd name="connsiteY11" fmla="*/ 239572 h 923576"/>
                <a:gd name="connsiteX12" fmla="*/ 10955484 w 10955484"/>
                <a:gd name="connsiteY12" fmla="*/ 274086 h 923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955484" h="923576">
                  <a:moveTo>
                    <a:pt x="0" y="922023"/>
                  </a:moveTo>
                  <a:cubicBezTo>
                    <a:pt x="311785" y="465458"/>
                    <a:pt x="623570" y="8893"/>
                    <a:pt x="929640" y="7623"/>
                  </a:cubicBezTo>
                  <a:cubicBezTo>
                    <a:pt x="1235710" y="6353"/>
                    <a:pt x="1534160" y="913133"/>
                    <a:pt x="1836420" y="914403"/>
                  </a:cubicBezTo>
                  <a:cubicBezTo>
                    <a:pt x="2138680" y="915673"/>
                    <a:pt x="2439670" y="16513"/>
                    <a:pt x="2743200" y="15243"/>
                  </a:cubicBezTo>
                  <a:cubicBezTo>
                    <a:pt x="3046730" y="13973"/>
                    <a:pt x="3351530" y="908053"/>
                    <a:pt x="3657600" y="906783"/>
                  </a:cubicBezTo>
                  <a:cubicBezTo>
                    <a:pt x="3963670" y="905513"/>
                    <a:pt x="4274820" y="6353"/>
                    <a:pt x="4579620" y="7623"/>
                  </a:cubicBezTo>
                  <a:cubicBezTo>
                    <a:pt x="4884420" y="8893"/>
                    <a:pt x="5181600" y="915673"/>
                    <a:pt x="5486400" y="914403"/>
                  </a:cubicBezTo>
                  <a:cubicBezTo>
                    <a:pt x="5791200" y="913133"/>
                    <a:pt x="6102350" y="-1267"/>
                    <a:pt x="6408420" y="3"/>
                  </a:cubicBezTo>
                  <a:cubicBezTo>
                    <a:pt x="6714490" y="1273"/>
                    <a:pt x="7018020" y="919483"/>
                    <a:pt x="7322820" y="922023"/>
                  </a:cubicBezTo>
                  <a:cubicBezTo>
                    <a:pt x="7627620" y="924563"/>
                    <a:pt x="7933690" y="15243"/>
                    <a:pt x="8237220" y="15243"/>
                  </a:cubicBezTo>
                  <a:cubicBezTo>
                    <a:pt x="8540750" y="15243"/>
                    <a:pt x="8832673" y="884635"/>
                    <a:pt x="9144000" y="922023"/>
                  </a:cubicBezTo>
                  <a:cubicBezTo>
                    <a:pt x="9455327" y="959411"/>
                    <a:pt x="9862613" y="310692"/>
                    <a:pt x="10105183" y="239572"/>
                  </a:cubicBezTo>
                  <a:cubicBezTo>
                    <a:pt x="10347753" y="168452"/>
                    <a:pt x="10730059" y="179471"/>
                    <a:pt x="10955484" y="274086"/>
                  </a:cubicBezTo>
                </a:path>
              </a:pathLst>
            </a:custGeom>
            <a:noFill/>
            <a:ln w="15875" cap="sq">
              <a:gradFill flip="none" rotWithShape="1">
                <a:gsLst>
                  <a:gs pos="0">
                    <a:schemeClr val="accent5">
                      <a:lumMod val="50000"/>
                      <a:lumOff val="50000"/>
                    </a:schemeClr>
                  </a:gs>
                  <a:gs pos="66000">
                    <a:schemeClr val="accent6">
                      <a:lumMod val="75000"/>
                    </a:schemeClr>
                  </a:gs>
                  <a:gs pos="36000">
                    <a:schemeClr val="tx2">
                      <a:lumMod val="50000"/>
                      <a:lumOff val="50000"/>
                    </a:schemeClr>
                  </a:gs>
                  <a:gs pos="100000">
                    <a:srgbClr val="FF0000"/>
                  </a:gs>
                </a:gsLst>
                <a:lin ang="0" scaled="1"/>
                <a:tileRect/>
              </a:gradFill>
              <a:bevel/>
              <a:headEnd w="sm" len="med"/>
              <a:tailEnd type="triangle" w="sm" len="sm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4FD3F305-7851-38AA-E920-6392B254FA04}"/>
                </a:ext>
              </a:extLst>
            </p:cNvPr>
            <p:cNvSpPr/>
            <p:nvPr/>
          </p:nvSpPr>
          <p:spPr>
            <a:xfrm rot="5400000" flipV="1">
              <a:off x="-4960516" y="9248467"/>
              <a:ext cx="777443" cy="95682"/>
            </a:xfrm>
            <a:custGeom>
              <a:avLst/>
              <a:gdLst>
                <a:gd name="connsiteX0" fmla="*/ 0 w 10599420"/>
                <a:gd name="connsiteY0" fmla="*/ 922021 h 922026"/>
                <a:gd name="connsiteX1" fmla="*/ 929640 w 10599420"/>
                <a:gd name="connsiteY1" fmla="*/ 7621 h 922026"/>
                <a:gd name="connsiteX2" fmla="*/ 1836420 w 10599420"/>
                <a:gd name="connsiteY2" fmla="*/ 914401 h 922026"/>
                <a:gd name="connsiteX3" fmla="*/ 2743200 w 10599420"/>
                <a:gd name="connsiteY3" fmla="*/ 15241 h 922026"/>
                <a:gd name="connsiteX4" fmla="*/ 3657600 w 10599420"/>
                <a:gd name="connsiteY4" fmla="*/ 906781 h 922026"/>
                <a:gd name="connsiteX5" fmla="*/ 4579620 w 10599420"/>
                <a:gd name="connsiteY5" fmla="*/ 7621 h 922026"/>
                <a:gd name="connsiteX6" fmla="*/ 5486400 w 10599420"/>
                <a:gd name="connsiteY6" fmla="*/ 914401 h 922026"/>
                <a:gd name="connsiteX7" fmla="*/ 6408420 w 10599420"/>
                <a:gd name="connsiteY7" fmla="*/ 1 h 922026"/>
                <a:gd name="connsiteX8" fmla="*/ 7322820 w 10599420"/>
                <a:gd name="connsiteY8" fmla="*/ 922021 h 922026"/>
                <a:gd name="connsiteX9" fmla="*/ 8237220 w 10599420"/>
                <a:gd name="connsiteY9" fmla="*/ 15241 h 922026"/>
                <a:gd name="connsiteX10" fmla="*/ 9144000 w 10599420"/>
                <a:gd name="connsiteY10" fmla="*/ 922021 h 922026"/>
                <a:gd name="connsiteX11" fmla="*/ 10058400 w 10599420"/>
                <a:gd name="connsiteY11" fmla="*/ 15241 h 922026"/>
                <a:gd name="connsiteX12" fmla="*/ 10599420 w 10599420"/>
                <a:gd name="connsiteY12" fmla="*/ 495301 h 922026"/>
                <a:gd name="connsiteX0" fmla="*/ 0 w 10627995"/>
                <a:gd name="connsiteY0" fmla="*/ 965683 h 965688"/>
                <a:gd name="connsiteX1" fmla="*/ 929640 w 10627995"/>
                <a:gd name="connsiteY1" fmla="*/ 51283 h 965688"/>
                <a:gd name="connsiteX2" fmla="*/ 1836420 w 10627995"/>
                <a:gd name="connsiteY2" fmla="*/ 958063 h 965688"/>
                <a:gd name="connsiteX3" fmla="*/ 2743200 w 10627995"/>
                <a:gd name="connsiteY3" fmla="*/ 58903 h 965688"/>
                <a:gd name="connsiteX4" fmla="*/ 3657600 w 10627995"/>
                <a:gd name="connsiteY4" fmla="*/ 950443 h 965688"/>
                <a:gd name="connsiteX5" fmla="*/ 4579620 w 10627995"/>
                <a:gd name="connsiteY5" fmla="*/ 51283 h 965688"/>
                <a:gd name="connsiteX6" fmla="*/ 5486400 w 10627995"/>
                <a:gd name="connsiteY6" fmla="*/ 958063 h 965688"/>
                <a:gd name="connsiteX7" fmla="*/ 6408420 w 10627995"/>
                <a:gd name="connsiteY7" fmla="*/ 43663 h 965688"/>
                <a:gd name="connsiteX8" fmla="*/ 7322820 w 10627995"/>
                <a:gd name="connsiteY8" fmla="*/ 965683 h 965688"/>
                <a:gd name="connsiteX9" fmla="*/ 8237220 w 10627995"/>
                <a:gd name="connsiteY9" fmla="*/ 58903 h 965688"/>
                <a:gd name="connsiteX10" fmla="*/ 9144000 w 10627995"/>
                <a:gd name="connsiteY10" fmla="*/ 965683 h 965688"/>
                <a:gd name="connsiteX11" fmla="*/ 10058400 w 10627995"/>
                <a:gd name="connsiteY11" fmla="*/ 58903 h 965688"/>
                <a:gd name="connsiteX12" fmla="*/ 10627995 w 10627995"/>
                <a:gd name="connsiteY12" fmla="*/ 205588 h 965688"/>
                <a:gd name="connsiteX0" fmla="*/ 0 w 10627995"/>
                <a:gd name="connsiteY0" fmla="*/ 932528 h 932533"/>
                <a:gd name="connsiteX1" fmla="*/ 929640 w 10627995"/>
                <a:gd name="connsiteY1" fmla="*/ 18128 h 932533"/>
                <a:gd name="connsiteX2" fmla="*/ 1836420 w 10627995"/>
                <a:gd name="connsiteY2" fmla="*/ 924908 h 932533"/>
                <a:gd name="connsiteX3" fmla="*/ 2743200 w 10627995"/>
                <a:gd name="connsiteY3" fmla="*/ 25748 h 932533"/>
                <a:gd name="connsiteX4" fmla="*/ 3657600 w 10627995"/>
                <a:gd name="connsiteY4" fmla="*/ 917288 h 932533"/>
                <a:gd name="connsiteX5" fmla="*/ 4579620 w 10627995"/>
                <a:gd name="connsiteY5" fmla="*/ 18128 h 932533"/>
                <a:gd name="connsiteX6" fmla="*/ 5486400 w 10627995"/>
                <a:gd name="connsiteY6" fmla="*/ 924908 h 932533"/>
                <a:gd name="connsiteX7" fmla="*/ 6408420 w 10627995"/>
                <a:gd name="connsiteY7" fmla="*/ 10508 h 932533"/>
                <a:gd name="connsiteX8" fmla="*/ 7322820 w 10627995"/>
                <a:gd name="connsiteY8" fmla="*/ 932528 h 932533"/>
                <a:gd name="connsiteX9" fmla="*/ 8237220 w 10627995"/>
                <a:gd name="connsiteY9" fmla="*/ 25748 h 932533"/>
                <a:gd name="connsiteX10" fmla="*/ 9144000 w 10627995"/>
                <a:gd name="connsiteY10" fmla="*/ 932528 h 932533"/>
                <a:gd name="connsiteX11" fmla="*/ 10058400 w 10627995"/>
                <a:gd name="connsiteY11" fmla="*/ 25748 h 932533"/>
                <a:gd name="connsiteX12" fmla="*/ 10627995 w 10627995"/>
                <a:gd name="connsiteY12" fmla="*/ 172433 h 932533"/>
                <a:gd name="connsiteX0" fmla="*/ 0 w 10627995"/>
                <a:gd name="connsiteY0" fmla="*/ 927945 h 927950"/>
                <a:gd name="connsiteX1" fmla="*/ 929640 w 10627995"/>
                <a:gd name="connsiteY1" fmla="*/ 13545 h 927950"/>
                <a:gd name="connsiteX2" fmla="*/ 1836420 w 10627995"/>
                <a:gd name="connsiteY2" fmla="*/ 920325 h 927950"/>
                <a:gd name="connsiteX3" fmla="*/ 2743200 w 10627995"/>
                <a:gd name="connsiteY3" fmla="*/ 21165 h 927950"/>
                <a:gd name="connsiteX4" fmla="*/ 3657600 w 10627995"/>
                <a:gd name="connsiteY4" fmla="*/ 912705 h 927950"/>
                <a:gd name="connsiteX5" fmla="*/ 4579620 w 10627995"/>
                <a:gd name="connsiteY5" fmla="*/ 13545 h 927950"/>
                <a:gd name="connsiteX6" fmla="*/ 5486400 w 10627995"/>
                <a:gd name="connsiteY6" fmla="*/ 920325 h 927950"/>
                <a:gd name="connsiteX7" fmla="*/ 6408420 w 10627995"/>
                <a:gd name="connsiteY7" fmla="*/ 5925 h 927950"/>
                <a:gd name="connsiteX8" fmla="*/ 7322820 w 10627995"/>
                <a:gd name="connsiteY8" fmla="*/ 927945 h 927950"/>
                <a:gd name="connsiteX9" fmla="*/ 8237220 w 10627995"/>
                <a:gd name="connsiteY9" fmla="*/ 21165 h 927950"/>
                <a:gd name="connsiteX10" fmla="*/ 9144000 w 10627995"/>
                <a:gd name="connsiteY10" fmla="*/ 927945 h 927950"/>
                <a:gd name="connsiteX11" fmla="*/ 10058400 w 10627995"/>
                <a:gd name="connsiteY11" fmla="*/ 21165 h 927950"/>
                <a:gd name="connsiteX12" fmla="*/ 10627995 w 10627995"/>
                <a:gd name="connsiteY12" fmla="*/ 167850 h 927950"/>
                <a:gd name="connsiteX0" fmla="*/ 0 w 10627995"/>
                <a:gd name="connsiteY0" fmla="*/ 922023 h 923576"/>
                <a:gd name="connsiteX1" fmla="*/ 929640 w 10627995"/>
                <a:gd name="connsiteY1" fmla="*/ 7623 h 923576"/>
                <a:gd name="connsiteX2" fmla="*/ 1836420 w 10627995"/>
                <a:gd name="connsiteY2" fmla="*/ 914403 h 923576"/>
                <a:gd name="connsiteX3" fmla="*/ 2743200 w 10627995"/>
                <a:gd name="connsiteY3" fmla="*/ 15243 h 923576"/>
                <a:gd name="connsiteX4" fmla="*/ 3657600 w 10627995"/>
                <a:gd name="connsiteY4" fmla="*/ 906783 h 923576"/>
                <a:gd name="connsiteX5" fmla="*/ 4579620 w 10627995"/>
                <a:gd name="connsiteY5" fmla="*/ 7623 h 923576"/>
                <a:gd name="connsiteX6" fmla="*/ 5486400 w 10627995"/>
                <a:gd name="connsiteY6" fmla="*/ 914403 h 923576"/>
                <a:gd name="connsiteX7" fmla="*/ 6408420 w 10627995"/>
                <a:gd name="connsiteY7" fmla="*/ 3 h 923576"/>
                <a:gd name="connsiteX8" fmla="*/ 7322820 w 10627995"/>
                <a:gd name="connsiteY8" fmla="*/ 922023 h 923576"/>
                <a:gd name="connsiteX9" fmla="*/ 8237220 w 10627995"/>
                <a:gd name="connsiteY9" fmla="*/ 15243 h 923576"/>
                <a:gd name="connsiteX10" fmla="*/ 9144000 w 10627995"/>
                <a:gd name="connsiteY10" fmla="*/ 922023 h 923576"/>
                <a:gd name="connsiteX11" fmla="*/ 10105183 w 10627995"/>
                <a:gd name="connsiteY11" fmla="*/ 239572 h 923576"/>
                <a:gd name="connsiteX12" fmla="*/ 10627995 w 10627995"/>
                <a:gd name="connsiteY12" fmla="*/ 161928 h 923576"/>
                <a:gd name="connsiteX0" fmla="*/ 0 w 10955484"/>
                <a:gd name="connsiteY0" fmla="*/ 922023 h 923576"/>
                <a:gd name="connsiteX1" fmla="*/ 929640 w 10955484"/>
                <a:gd name="connsiteY1" fmla="*/ 7623 h 923576"/>
                <a:gd name="connsiteX2" fmla="*/ 1836420 w 10955484"/>
                <a:gd name="connsiteY2" fmla="*/ 914403 h 923576"/>
                <a:gd name="connsiteX3" fmla="*/ 2743200 w 10955484"/>
                <a:gd name="connsiteY3" fmla="*/ 15243 h 923576"/>
                <a:gd name="connsiteX4" fmla="*/ 3657600 w 10955484"/>
                <a:gd name="connsiteY4" fmla="*/ 906783 h 923576"/>
                <a:gd name="connsiteX5" fmla="*/ 4579620 w 10955484"/>
                <a:gd name="connsiteY5" fmla="*/ 7623 h 923576"/>
                <a:gd name="connsiteX6" fmla="*/ 5486400 w 10955484"/>
                <a:gd name="connsiteY6" fmla="*/ 914403 h 923576"/>
                <a:gd name="connsiteX7" fmla="*/ 6408420 w 10955484"/>
                <a:gd name="connsiteY7" fmla="*/ 3 h 923576"/>
                <a:gd name="connsiteX8" fmla="*/ 7322820 w 10955484"/>
                <a:gd name="connsiteY8" fmla="*/ 922023 h 923576"/>
                <a:gd name="connsiteX9" fmla="*/ 8237220 w 10955484"/>
                <a:gd name="connsiteY9" fmla="*/ 15243 h 923576"/>
                <a:gd name="connsiteX10" fmla="*/ 9144000 w 10955484"/>
                <a:gd name="connsiteY10" fmla="*/ 922023 h 923576"/>
                <a:gd name="connsiteX11" fmla="*/ 10105183 w 10955484"/>
                <a:gd name="connsiteY11" fmla="*/ 239572 h 923576"/>
                <a:gd name="connsiteX12" fmla="*/ 10955484 w 10955484"/>
                <a:gd name="connsiteY12" fmla="*/ 274086 h 923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955484" h="923576">
                  <a:moveTo>
                    <a:pt x="0" y="922023"/>
                  </a:moveTo>
                  <a:cubicBezTo>
                    <a:pt x="311785" y="465458"/>
                    <a:pt x="623570" y="8893"/>
                    <a:pt x="929640" y="7623"/>
                  </a:cubicBezTo>
                  <a:cubicBezTo>
                    <a:pt x="1235710" y="6353"/>
                    <a:pt x="1534160" y="913133"/>
                    <a:pt x="1836420" y="914403"/>
                  </a:cubicBezTo>
                  <a:cubicBezTo>
                    <a:pt x="2138680" y="915673"/>
                    <a:pt x="2439670" y="16513"/>
                    <a:pt x="2743200" y="15243"/>
                  </a:cubicBezTo>
                  <a:cubicBezTo>
                    <a:pt x="3046730" y="13973"/>
                    <a:pt x="3351530" y="908053"/>
                    <a:pt x="3657600" y="906783"/>
                  </a:cubicBezTo>
                  <a:cubicBezTo>
                    <a:pt x="3963670" y="905513"/>
                    <a:pt x="4274820" y="6353"/>
                    <a:pt x="4579620" y="7623"/>
                  </a:cubicBezTo>
                  <a:cubicBezTo>
                    <a:pt x="4884420" y="8893"/>
                    <a:pt x="5181600" y="915673"/>
                    <a:pt x="5486400" y="914403"/>
                  </a:cubicBezTo>
                  <a:cubicBezTo>
                    <a:pt x="5791200" y="913133"/>
                    <a:pt x="6102350" y="-1267"/>
                    <a:pt x="6408420" y="3"/>
                  </a:cubicBezTo>
                  <a:cubicBezTo>
                    <a:pt x="6714490" y="1273"/>
                    <a:pt x="7018020" y="919483"/>
                    <a:pt x="7322820" y="922023"/>
                  </a:cubicBezTo>
                  <a:cubicBezTo>
                    <a:pt x="7627620" y="924563"/>
                    <a:pt x="7933690" y="15243"/>
                    <a:pt x="8237220" y="15243"/>
                  </a:cubicBezTo>
                  <a:cubicBezTo>
                    <a:pt x="8540750" y="15243"/>
                    <a:pt x="8832673" y="884635"/>
                    <a:pt x="9144000" y="922023"/>
                  </a:cubicBezTo>
                  <a:cubicBezTo>
                    <a:pt x="9455327" y="959411"/>
                    <a:pt x="9862613" y="310692"/>
                    <a:pt x="10105183" y="239572"/>
                  </a:cubicBezTo>
                  <a:cubicBezTo>
                    <a:pt x="10347753" y="168452"/>
                    <a:pt x="10730059" y="179471"/>
                    <a:pt x="10955484" y="274086"/>
                  </a:cubicBezTo>
                </a:path>
              </a:pathLst>
            </a:custGeom>
            <a:noFill/>
            <a:ln w="15875" cap="sq">
              <a:gradFill flip="none" rotWithShape="1">
                <a:gsLst>
                  <a:gs pos="0">
                    <a:schemeClr val="accent5">
                      <a:lumMod val="50000"/>
                      <a:lumOff val="50000"/>
                    </a:schemeClr>
                  </a:gs>
                  <a:gs pos="66000">
                    <a:schemeClr val="accent6">
                      <a:lumMod val="75000"/>
                    </a:schemeClr>
                  </a:gs>
                  <a:gs pos="36000">
                    <a:schemeClr val="tx2">
                      <a:lumMod val="50000"/>
                      <a:lumOff val="50000"/>
                    </a:schemeClr>
                  </a:gs>
                  <a:gs pos="100000">
                    <a:srgbClr val="FF0000"/>
                  </a:gs>
                </a:gsLst>
                <a:lin ang="0" scaled="1"/>
                <a:tileRect/>
              </a:gradFill>
              <a:bevel/>
              <a:headEnd w="sm" len="med"/>
              <a:tailEnd type="triangle" w="sm" len="sm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EF646D7C-651F-410A-E350-868951A3DD0D}"/>
                </a:ext>
              </a:extLst>
            </p:cNvPr>
            <p:cNvSpPr/>
            <p:nvPr/>
          </p:nvSpPr>
          <p:spPr>
            <a:xfrm rot="5400000" flipV="1">
              <a:off x="-4790710" y="9248466"/>
              <a:ext cx="777443" cy="95682"/>
            </a:xfrm>
            <a:custGeom>
              <a:avLst/>
              <a:gdLst>
                <a:gd name="connsiteX0" fmla="*/ 0 w 10599420"/>
                <a:gd name="connsiteY0" fmla="*/ 922021 h 922026"/>
                <a:gd name="connsiteX1" fmla="*/ 929640 w 10599420"/>
                <a:gd name="connsiteY1" fmla="*/ 7621 h 922026"/>
                <a:gd name="connsiteX2" fmla="*/ 1836420 w 10599420"/>
                <a:gd name="connsiteY2" fmla="*/ 914401 h 922026"/>
                <a:gd name="connsiteX3" fmla="*/ 2743200 w 10599420"/>
                <a:gd name="connsiteY3" fmla="*/ 15241 h 922026"/>
                <a:gd name="connsiteX4" fmla="*/ 3657600 w 10599420"/>
                <a:gd name="connsiteY4" fmla="*/ 906781 h 922026"/>
                <a:gd name="connsiteX5" fmla="*/ 4579620 w 10599420"/>
                <a:gd name="connsiteY5" fmla="*/ 7621 h 922026"/>
                <a:gd name="connsiteX6" fmla="*/ 5486400 w 10599420"/>
                <a:gd name="connsiteY6" fmla="*/ 914401 h 922026"/>
                <a:gd name="connsiteX7" fmla="*/ 6408420 w 10599420"/>
                <a:gd name="connsiteY7" fmla="*/ 1 h 922026"/>
                <a:gd name="connsiteX8" fmla="*/ 7322820 w 10599420"/>
                <a:gd name="connsiteY8" fmla="*/ 922021 h 922026"/>
                <a:gd name="connsiteX9" fmla="*/ 8237220 w 10599420"/>
                <a:gd name="connsiteY9" fmla="*/ 15241 h 922026"/>
                <a:gd name="connsiteX10" fmla="*/ 9144000 w 10599420"/>
                <a:gd name="connsiteY10" fmla="*/ 922021 h 922026"/>
                <a:gd name="connsiteX11" fmla="*/ 10058400 w 10599420"/>
                <a:gd name="connsiteY11" fmla="*/ 15241 h 922026"/>
                <a:gd name="connsiteX12" fmla="*/ 10599420 w 10599420"/>
                <a:gd name="connsiteY12" fmla="*/ 495301 h 922026"/>
                <a:gd name="connsiteX0" fmla="*/ 0 w 10627995"/>
                <a:gd name="connsiteY0" fmla="*/ 965683 h 965688"/>
                <a:gd name="connsiteX1" fmla="*/ 929640 w 10627995"/>
                <a:gd name="connsiteY1" fmla="*/ 51283 h 965688"/>
                <a:gd name="connsiteX2" fmla="*/ 1836420 w 10627995"/>
                <a:gd name="connsiteY2" fmla="*/ 958063 h 965688"/>
                <a:gd name="connsiteX3" fmla="*/ 2743200 w 10627995"/>
                <a:gd name="connsiteY3" fmla="*/ 58903 h 965688"/>
                <a:gd name="connsiteX4" fmla="*/ 3657600 w 10627995"/>
                <a:gd name="connsiteY4" fmla="*/ 950443 h 965688"/>
                <a:gd name="connsiteX5" fmla="*/ 4579620 w 10627995"/>
                <a:gd name="connsiteY5" fmla="*/ 51283 h 965688"/>
                <a:gd name="connsiteX6" fmla="*/ 5486400 w 10627995"/>
                <a:gd name="connsiteY6" fmla="*/ 958063 h 965688"/>
                <a:gd name="connsiteX7" fmla="*/ 6408420 w 10627995"/>
                <a:gd name="connsiteY7" fmla="*/ 43663 h 965688"/>
                <a:gd name="connsiteX8" fmla="*/ 7322820 w 10627995"/>
                <a:gd name="connsiteY8" fmla="*/ 965683 h 965688"/>
                <a:gd name="connsiteX9" fmla="*/ 8237220 w 10627995"/>
                <a:gd name="connsiteY9" fmla="*/ 58903 h 965688"/>
                <a:gd name="connsiteX10" fmla="*/ 9144000 w 10627995"/>
                <a:gd name="connsiteY10" fmla="*/ 965683 h 965688"/>
                <a:gd name="connsiteX11" fmla="*/ 10058400 w 10627995"/>
                <a:gd name="connsiteY11" fmla="*/ 58903 h 965688"/>
                <a:gd name="connsiteX12" fmla="*/ 10627995 w 10627995"/>
                <a:gd name="connsiteY12" fmla="*/ 205588 h 965688"/>
                <a:gd name="connsiteX0" fmla="*/ 0 w 10627995"/>
                <a:gd name="connsiteY0" fmla="*/ 932528 h 932533"/>
                <a:gd name="connsiteX1" fmla="*/ 929640 w 10627995"/>
                <a:gd name="connsiteY1" fmla="*/ 18128 h 932533"/>
                <a:gd name="connsiteX2" fmla="*/ 1836420 w 10627995"/>
                <a:gd name="connsiteY2" fmla="*/ 924908 h 932533"/>
                <a:gd name="connsiteX3" fmla="*/ 2743200 w 10627995"/>
                <a:gd name="connsiteY3" fmla="*/ 25748 h 932533"/>
                <a:gd name="connsiteX4" fmla="*/ 3657600 w 10627995"/>
                <a:gd name="connsiteY4" fmla="*/ 917288 h 932533"/>
                <a:gd name="connsiteX5" fmla="*/ 4579620 w 10627995"/>
                <a:gd name="connsiteY5" fmla="*/ 18128 h 932533"/>
                <a:gd name="connsiteX6" fmla="*/ 5486400 w 10627995"/>
                <a:gd name="connsiteY6" fmla="*/ 924908 h 932533"/>
                <a:gd name="connsiteX7" fmla="*/ 6408420 w 10627995"/>
                <a:gd name="connsiteY7" fmla="*/ 10508 h 932533"/>
                <a:gd name="connsiteX8" fmla="*/ 7322820 w 10627995"/>
                <a:gd name="connsiteY8" fmla="*/ 932528 h 932533"/>
                <a:gd name="connsiteX9" fmla="*/ 8237220 w 10627995"/>
                <a:gd name="connsiteY9" fmla="*/ 25748 h 932533"/>
                <a:gd name="connsiteX10" fmla="*/ 9144000 w 10627995"/>
                <a:gd name="connsiteY10" fmla="*/ 932528 h 932533"/>
                <a:gd name="connsiteX11" fmla="*/ 10058400 w 10627995"/>
                <a:gd name="connsiteY11" fmla="*/ 25748 h 932533"/>
                <a:gd name="connsiteX12" fmla="*/ 10627995 w 10627995"/>
                <a:gd name="connsiteY12" fmla="*/ 172433 h 932533"/>
                <a:gd name="connsiteX0" fmla="*/ 0 w 10627995"/>
                <a:gd name="connsiteY0" fmla="*/ 927945 h 927950"/>
                <a:gd name="connsiteX1" fmla="*/ 929640 w 10627995"/>
                <a:gd name="connsiteY1" fmla="*/ 13545 h 927950"/>
                <a:gd name="connsiteX2" fmla="*/ 1836420 w 10627995"/>
                <a:gd name="connsiteY2" fmla="*/ 920325 h 927950"/>
                <a:gd name="connsiteX3" fmla="*/ 2743200 w 10627995"/>
                <a:gd name="connsiteY3" fmla="*/ 21165 h 927950"/>
                <a:gd name="connsiteX4" fmla="*/ 3657600 w 10627995"/>
                <a:gd name="connsiteY4" fmla="*/ 912705 h 927950"/>
                <a:gd name="connsiteX5" fmla="*/ 4579620 w 10627995"/>
                <a:gd name="connsiteY5" fmla="*/ 13545 h 927950"/>
                <a:gd name="connsiteX6" fmla="*/ 5486400 w 10627995"/>
                <a:gd name="connsiteY6" fmla="*/ 920325 h 927950"/>
                <a:gd name="connsiteX7" fmla="*/ 6408420 w 10627995"/>
                <a:gd name="connsiteY7" fmla="*/ 5925 h 927950"/>
                <a:gd name="connsiteX8" fmla="*/ 7322820 w 10627995"/>
                <a:gd name="connsiteY8" fmla="*/ 927945 h 927950"/>
                <a:gd name="connsiteX9" fmla="*/ 8237220 w 10627995"/>
                <a:gd name="connsiteY9" fmla="*/ 21165 h 927950"/>
                <a:gd name="connsiteX10" fmla="*/ 9144000 w 10627995"/>
                <a:gd name="connsiteY10" fmla="*/ 927945 h 927950"/>
                <a:gd name="connsiteX11" fmla="*/ 10058400 w 10627995"/>
                <a:gd name="connsiteY11" fmla="*/ 21165 h 927950"/>
                <a:gd name="connsiteX12" fmla="*/ 10627995 w 10627995"/>
                <a:gd name="connsiteY12" fmla="*/ 167850 h 927950"/>
                <a:gd name="connsiteX0" fmla="*/ 0 w 10627995"/>
                <a:gd name="connsiteY0" fmla="*/ 922023 h 923576"/>
                <a:gd name="connsiteX1" fmla="*/ 929640 w 10627995"/>
                <a:gd name="connsiteY1" fmla="*/ 7623 h 923576"/>
                <a:gd name="connsiteX2" fmla="*/ 1836420 w 10627995"/>
                <a:gd name="connsiteY2" fmla="*/ 914403 h 923576"/>
                <a:gd name="connsiteX3" fmla="*/ 2743200 w 10627995"/>
                <a:gd name="connsiteY3" fmla="*/ 15243 h 923576"/>
                <a:gd name="connsiteX4" fmla="*/ 3657600 w 10627995"/>
                <a:gd name="connsiteY4" fmla="*/ 906783 h 923576"/>
                <a:gd name="connsiteX5" fmla="*/ 4579620 w 10627995"/>
                <a:gd name="connsiteY5" fmla="*/ 7623 h 923576"/>
                <a:gd name="connsiteX6" fmla="*/ 5486400 w 10627995"/>
                <a:gd name="connsiteY6" fmla="*/ 914403 h 923576"/>
                <a:gd name="connsiteX7" fmla="*/ 6408420 w 10627995"/>
                <a:gd name="connsiteY7" fmla="*/ 3 h 923576"/>
                <a:gd name="connsiteX8" fmla="*/ 7322820 w 10627995"/>
                <a:gd name="connsiteY8" fmla="*/ 922023 h 923576"/>
                <a:gd name="connsiteX9" fmla="*/ 8237220 w 10627995"/>
                <a:gd name="connsiteY9" fmla="*/ 15243 h 923576"/>
                <a:gd name="connsiteX10" fmla="*/ 9144000 w 10627995"/>
                <a:gd name="connsiteY10" fmla="*/ 922023 h 923576"/>
                <a:gd name="connsiteX11" fmla="*/ 10105183 w 10627995"/>
                <a:gd name="connsiteY11" fmla="*/ 239572 h 923576"/>
                <a:gd name="connsiteX12" fmla="*/ 10627995 w 10627995"/>
                <a:gd name="connsiteY12" fmla="*/ 161928 h 923576"/>
                <a:gd name="connsiteX0" fmla="*/ 0 w 10955484"/>
                <a:gd name="connsiteY0" fmla="*/ 922023 h 923576"/>
                <a:gd name="connsiteX1" fmla="*/ 929640 w 10955484"/>
                <a:gd name="connsiteY1" fmla="*/ 7623 h 923576"/>
                <a:gd name="connsiteX2" fmla="*/ 1836420 w 10955484"/>
                <a:gd name="connsiteY2" fmla="*/ 914403 h 923576"/>
                <a:gd name="connsiteX3" fmla="*/ 2743200 w 10955484"/>
                <a:gd name="connsiteY3" fmla="*/ 15243 h 923576"/>
                <a:gd name="connsiteX4" fmla="*/ 3657600 w 10955484"/>
                <a:gd name="connsiteY4" fmla="*/ 906783 h 923576"/>
                <a:gd name="connsiteX5" fmla="*/ 4579620 w 10955484"/>
                <a:gd name="connsiteY5" fmla="*/ 7623 h 923576"/>
                <a:gd name="connsiteX6" fmla="*/ 5486400 w 10955484"/>
                <a:gd name="connsiteY6" fmla="*/ 914403 h 923576"/>
                <a:gd name="connsiteX7" fmla="*/ 6408420 w 10955484"/>
                <a:gd name="connsiteY7" fmla="*/ 3 h 923576"/>
                <a:gd name="connsiteX8" fmla="*/ 7322820 w 10955484"/>
                <a:gd name="connsiteY8" fmla="*/ 922023 h 923576"/>
                <a:gd name="connsiteX9" fmla="*/ 8237220 w 10955484"/>
                <a:gd name="connsiteY9" fmla="*/ 15243 h 923576"/>
                <a:gd name="connsiteX10" fmla="*/ 9144000 w 10955484"/>
                <a:gd name="connsiteY10" fmla="*/ 922023 h 923576"/>
                <a:gd name="connsiteX11" fmla="*/ 10105183 w 10955484"/>
                <a:gd name="connsiteY11" fmla="*/ 239572 h 923576"/>
                <a:gd name="connsiteX12" fmla="*/ 10955484 w 10955484"/>
                <a:gd name="connsiteY12" fmla="*/ 274086 h 923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955484" h="923576">
                  <a:moveTo>
                    <a:pt x="0" y="922023"/>
                  </a:moveTo>
                  <a:cubicBezTo>
                    <a:pt x="311785" y="465458"/>
                    <a:pt x="623570" y="8893"/>
                    <a:pt x="929640" y="7623"/>
                  </a:cubicBezTo>
                  <a:cubicBezTo>
                    <a:pt x="1235710" y="6353"/>
                    <a:pt x="1534160" y="913133"/>
                    <a:pt x="1836420" y="914403"/>
                  </a:cubicBezTo>
                  <a:cubicBezTo>
                    <a:pt x="2138680" y="915673"/>
                    <a:pt x="2439670" y="16513"/>
                    <a:pt x="2743200" y="15243"/>
                  </a:cubicBezTo>
                  <a:cubicBezTo>
                    <a:pt x="3046730" y="13973"/>
                    <a:pt x="3351530" y="908053"/>
                    <a:pt x="3657600" y="906783"/>
                  </a:cubicBezTo>
                  <a:cubicBezTo>
                    <a:pt x="3963670" y="905513"/>
                    <a:pt x="4274820" y="6353"/>
                    <a:pt x="4579620" y="7623"/>
                  </a:cubicBezTo>
                  <a:cubicBezTo>
                    <a:pt x="4884420" y="8893"/>
                    <a:pt x="5181600" y="915673"/>
                    <a:pt x="5486400" y="914403"/>
                  </a:cubicBezTo>
                  <a:cubicBezTo>
                    <a:pt x="5791200" y="913133"/>
                    <a:pt x="6102350" y="-1267"/>
                    <a:pt x="6408420" y="3"/>
                  </a:cubicBezTo>
                  <a:cubicBezTo>
                    <a:pt x="6714490" y="1273"/>
                    <a:pt x="7018020" y="919483"/>
                    <a:pt x="7322820" y="922023"/>
                  </a:cubicBezTo>
                  <a:cubicBezTo>
                    <a:pt x="7627620" y="924563"/>
                    <a:pt x="7933690" y="15243"/>
                    <a:pt x="8237220" y="15243"/>
                  </a:cubicBezTo>
                  <a:cubicBezTo>
                    <a:pt x="8540750" y="15243"/>
                    <a:pt x="8832673" y="884635"/>
                    <a:pt x="9144000" y="922023"/>
                  </a:cubicBezTo>
                  <a:cubicBezTo>
                    <a:pt x="9455327" y="959411"/>
                    <a:pt x="9862613" y="310692"/>
                    <a:pt x="10105183" y="239572"/>
                  </a:cubicBezTo>
                  <a:cubicBezTo>
                    <a:pt x="10347753" y="168452"/>
                    <a:pt x="10730059" y="179471"/>
                    <a:pt x="10955484" y="274086"/>
                  </a:cubicBezTo>
                </a:path>
              </a:pathLst>
            </a:custGeom>
            <a:noFill/>
            <a:ln w="15875" cap="sq">
              <a:gradFill flip="none" rotWithShape="1">
                <a:gsLst>
                  <a:gs pos="0">
                    <a:schemeClr val="accent5">
                      <a:lumMod val="50000"/>
                      <a:lumOff val="50000"/>
                    </a:schemeClr>
                  </a:gs>
                  <a:gs pos="66000">
                    <a:schemeClr val="accent6">
                      <a:lumMod val="75000"/>
                    </a:schemeClr>
                  </a:gs>
                  <a:gs pos="36000">
                    <a:schemeClr val="tx2">
                      <a:lumMod val="50000"/>
                      <a:lumOff val="50000"/>
                    </a:schemeClr>
                  </a:gs>
                  <a:gs pos="100000">
                    <a:srgbClr val="FF0000"/>
                  </a:gs>
                </a:gsLst>
                <a:lin ang="0" scaled="1"/>
                <a:tileRect/>
              </a:gradFill>
              <a:bevel/>
              <a:headEnd w="sm" len="med"/>
              <a:tailEnd type="triangle" w="sm" len="sm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FC050A3-6EB5-08A1-9DC3-3C5328EFA964}"/>
                </a:ext>
              </a:extLst>
            </p:cNvPr>
            <p:cNvSpPr/>
            <p:nvPr/>
          </p:nvSpPr>
          <p:spPr>
            <a:xfrm rot="5400000" flipV="1">
              <a:off x="-4620904" y="9256915"/>
              <a:ext cx="777443" cy="95682"/>
            </a:xfrm>
            <a:custGeom>
              <a:avLst/>
              <a:gdLst>
                <a:gd name="connsiteX0" fmla="*/ 0 w 10599420"/>
                <a:gd name="connsiteY0" fmla="*/ 922021 h 922026"/>
                <a:gd name="connsiteX1" fmla="*/ 929640 w 10599420"/>
                <a:gd name="connsiteY1" fmla="*/ 7621 h 922026"/>
                <a:gd name="connsiteX2" fmla="*/ 1836420 w 10599420"/>
                <a:gd name="connsiteY2" fmla="*/ 914401 h 922026"/>
                <a:gd name="connsiteX3" fmla="*/ 2743200 w 10599420"/>
                <a:gd name="connsiteY3" fmla="*/ 15241 h 922026"/>
                <a:gd name="connsiteX4" fmla="*/ 3657600 w 10599420"/>
                <a:gd name="connsiteY4" fmla="*/ 906781 h 922026"/>
                <a:gd name="connsiteX5" fmla="*/ 4579620 w 10599420"/>
                <a:gd name="connsiteY5" fmla="*/ 7621 h 922026"/>
                <a:gd name="connsiteX6" fmla="*/ 5486400 w 10599420"/>
                <a:gd name="connsiteY6" fmla="*/ 914401 h 922026"/>
                <a:gd name="connsiteX7" fmla="*/ 6408420 w 10599420"/>
                <a:gd name="connsiteY7" fmla="*/ 1 h 922026"/>
                <a:gd name="connsiteX8" fmla="*/ 7322820 w 10599420"/>
                <a:gd name="connsiteY8" fmla="*/ 922021 h 922026"/>
                <a:gd name="connsiteX9" fmla="*/ 8237220 w 10599420"/>
                <a:gd name="connsiteY9" fmla="*/ 15241 h 922026"/>
                <a:gd name="connsiteX10" fmla="*/ 9144000 w 10599420"/>
                <a:gd name="connsiteY10" fmla="*/ 922021 h 922026"/>
                <a:gd name="connsiteX11" fmla="*/ 10058400 w 10599420"/>
                <a:gd name="connsiteY11" fmla="*/ 15241 h 922026"/>
                <a:gd name="connsiteX12" fmla="*/ 10599420 w 10599420"/>
                <a:gd name="connsiteY12" fmla="*/ 495301 h 922026"/>
                <a:gd name="connsiteX0" fmla="*/ 0 w 10627995"/>
                <a:gd name="connsiteY0" fmla="*/ 965683 h 965688"/>
                <a:gd name="connsiteX1" fmla="*/ 929640 w 10627995"/>
                <a:gd name="connsiteY1" fmla="*/ 51283 h 965688"/>
                <a:gd name="connsiteX2" fmla="*/ 1836420 w 10627995"/>
                <a:gd name="connsiteY2" fmla="*/ 958063 h 965688"/>
                <a:gd name="connsiteX3" fmla="*/ 2743200 w 10627995"/>
                <a:gd name="connsiteY3" fmla="*/ 58903 h 965688"/>
                <a:gd name="connsiteX4" fmla="*/ 3657600 w 10627995"/>
                <a:gd name="connsiteY4" fmla="*/ 950443 h 965688"/>
                <a:gd name="connsiteX5" fmla="*/ 4579620 w 10627995"/>
                <a:gd name="connsiteY5" fmla="*/ 51283 h 965688"/>
                <a:gd name="connsiteX6" fmla="*/ 5486400 w 10627995"/>
                <a:gd name="connsiteY6" fmla="*/ 958063 h 965688"/>
                <a:gd name="connsiteX7" fmla="*/ 6408420 w 10627995"/>
                <a:gd name="connsiteY7" fmla="*/ 43663 h 965688"/>
                <a:gd name="connsiteX8" fmla="*/ 7322820 w 10627995"/>
                <a:gd name="connsiteY8" fmla="*/ 965683 h 965688"/>
                <a:gd name="connsiteX9" fmla="*/ 8237220 w 10627995"/>
                <a:gd name="connsiteY9" fmla="*/ 58903 h 965688"/>
                <a:gd name="connsiteX10" fmla="*/ 9144000 w 10627995"/>
                <a:gd name="connsiteY10" fmla="*/ 965683 h 965688"/>
                <a:gd name="connsiteX11" fmla="*/ 10058400 w 10627995"/>
                <a:gd name="connsiteY11" fmla="*/ 58903 h 965688"/>
                <a:gd name="connsiteX12" fmla="*/ 10627995 w 10627995"/>
                <a:gd name="connsiteY12" fmla="*/ 205588 h 965688"/>
                <a:gd name="connsiteX0" fmla="*/ 0 w 10627995"/>
                <a:gd name="connsiteY0" fmla="*/ 932528 h 932533"/>
                <a:gd name="connsiteX1" fmla="*/ 929640 w 10627995"/>
                <a:gd name="connsiteY1" fmla="*/ 18128 h 932533"/>
                <a:gd name="connsiteX2" fmla="*/ 1836420 w 10627995"/>
                <a:gd name="connsiteY2" fmla="*/ 924908 h 932533"/>
                <a:gd name="connsiteX3" fmla="*/ 2743200 w 10627995"/>
                <a:gd name="connsiteY3" fmla="*/ 25748 h 932533"/>
                <a:gd name="connsiteX4" fmla="*/ 3657600 w 10627995"/>
                <a:gd name="connsiteY4" fmla="*/ 917288 h 932533"/>
                <a:gd name="connsiteX5" fmla="*/ 4579620 w 10627995"/>
                <a:gd name="connsiteY5" fmla="*/ 18128 h 932533"/>
                <a:gd name="connsiteX6" fmla="*/ 5486400 w 10627995"/>
                <a:gd name="connsiteY6" fmla="*/ 924908 h 932533"/>
                <a:gd name="connsiteX7" fmla="*/ 6408420 w 10627995"/>
                <a:gd name="connsiteY7" fmla="*/ 10508 h 932533"/>
                <a:gd name="connsiteX8" fmla="*/ 7322820 w 10627995"/>
                <a:gd name="connsiteY8" fmla="*/ 932528 h 932533"/>
                <a:gd name="connsiteX9" fmla="*/ 8237220 w 10627995"/>
                <a:gd name="connsiteY9" fmla="*/ 25748 h 932533"/>
                <a:gd name="connsiteX10" fmla="*/ 9144000 w 10627995"/>
                <a:gd name="connsiteY10" fmla="*/ 932528 h 932533"/>
                <a:gd name="connsiteX11" fmla="*/ 10058400 w 10627995"/>
                <a:gd name="connsiteY11" fmla="*/ 25748 h 932533"/>
                <a:gd name="connsiteX12" fmla="*/ 10627995 w 10627995"/>
                <a:gd name="connsiteY12" fmla="*/ 172433 h 932533"/>
                <a:gd name="connsiteX0" fmla="*/ 0 w 10627995"/>
                <a:gd name="connsiteY0" fmla="*/ 927945 h 927950"/>
                <a:gd name="connsiteX1" fmla="*/ 929640 w 10627995"/>
                <a:gd name="connsiteY1" fmla="*/ 13545 h 927950"/>
                <a:gd name="connsiteX2" fmla="*/ 1836420 w 10627995"/>
                <a:gd name="connsiteY2" fmla="*/ 920325 h 927950"/>
                <a:gd name="connsiteX3" fmla="*/ 2743200 w 10627995"/>
                <a:gd name="connsiteY3" fmla="*/ 21165 h 927950"/>
                <a:gd name="connsiteX4" fmla="*/ 3657600 w 10627995"/>
                <a:gd name="connsiteY4" fmla="*/ 912705 h 927950"/>
                <a:gd name="connsiteX5" fmla="*/ 4579620 w 10627995"/>
                <a:gd name="connsiteY5" fmla="*/ 13545 h 927950"/>
                <a:gd name="connsiteX6" fmla="*/ 5486400 w 10627995"/>
                <a:gd name="connsiteY6" fmla="*/ 920325 h 927950"/>
                <a:gd name="connsiteX7" fmla="*/ 6408420 w 10627995"/>
                <a:gd name="connsiteY7" fmla="*/ 5925 h 927950"/>
                <a:gd name="connsiteX8" fmla="*/ 7322820 w 10627995"/>
                <a:gd name="connsiteY8" fmla="*/ 927945 h 927950"/>
                <a:gd name="connsiteX9" fmla="*/ 8237220 w 10627995"/>
                <a:gd name="connsiteY9" fmla="*/ 21165 h 927950"/>
                <a:gd name="connsiteX10" fmla="*/ 9144000 w 10627995"/>
                <a:gd name="connsiteY10" fmla="*/ 927945 h 927950"/>
                <a:gd name="connsiteX11" fmla="*/ 10058400 w 10627995"/>
                <a:gd name="connsiteY11" fmla="*/ 21165 h 927950"/>
                <a:gd name="connsiteX12" fmla="*/ 10627995 w 10627995"/>
                <a:gd name="connsiteY12" fmla="*/ 167850 h 927950"/>
                <a:gd name="connsiteX0" fmla="*/ 0 w 10627995"/>
                <a:gd name="connsiteY0" fmla="*/ 922023 h 923576"/>
                <a:gd name="connsiteX1" fmla="*/ 929640 w 10627995"/>
                <a:gd name="connsiteY1" fmla="*/ 7623 h 923576"/>
                <a:gd name="connsiteX2" fmla="*/ 1836420 w 10627995"/>
                <a:gd name="connsiteY2" fmla="*/ 914403 h 923576"/>
                <a:gd name="connsiteX3" fmla="*/ 2743200 w 10627995"/>
                <a:gd name="connsiteY3" fmla="*/ 15243 h 923576"/>
                <a:gd name="connsiteX4" fmla="*/ 3657600 w 10627995"/>
                <a:gd name="connsiteY4" fmla="*/ 906783 h 923576"/>
                <a:gd name="connsiteX5" fmla="*/ 4579620 w 10627995"/>
                <a:gd name="connsiteY5" fmla="*/ 7623 h 923576"/>
                <a:gd name="connsiteX6" fmla="*/ 5486400 w 10627995"/>
                <a:gd name="connsiteY6" fmla="*/ 914403 h 923576"/>
                <a:gd name="connsiteX7" fmla="*/ 6408420 w 10627995"/>
                <a:gd name="connsiteY7" fmla="*/ 3 h 923576"/>
                <a:gd name="connsiteX8" fmla="*/ 7322820 w 10627995"/>
                <a:gd name="connsiteY8" fmla="*/ 922023 h 923576"/>
                <a:gd name="connsiteX9" fmla="*/ 8237220 w 10627995"/>
                <a:gd name="connsiteY9" fmla="*/ 15243 h 923576"/>
                <a:gd name="connsiteX10" fmla="*/ 9144000 w 10627995"/>
                <a:gd name="connsiteY10" fmla="*/ 922023 h 923576"/>
                <a:gd name="connsiteX11" fmla="*/ 10105183 w 10627995"/>
                <a:gd name="connsiteY11" fmla="*/ 239572 h 923576"/>
                <a:gd name="connsiteX12" fmla="*/ 10627995 w 10627995"/>
                <a:gd name="connsiteY12" fmla="*/ 161928 h 923576"/>
                <a:gd name="connsiteX0" fmla="*/ 0 w 10955484"/>
                <a:gd name="connsiteY0" fmla="*/ 922023 h 923576"/>
                <a:gd name="connsiteX1" fmla="*/ 929640 w 10955484"/>
                <a:gd name="connsiteY1" fmla="*/ 7623 h 923576"/>
                <a:gd name="connsiteX2" fmla="*/ 1836420 w 10955484"/>
                <a:gd name="connsiteY2" fmla="*/ 914403 h 923576"/>
                <a:gd name="connsiteX3" fmla="*/ 2743200 w 10955484"/>
                <a:gd name="connsiteY3" fmla="*/ 15243 h 923576"/>
                <a:gd name="connsiteX4" fmla="*/ 3657600 w 10955484"/>
                <a:gd name="connsiteY4" fmla="*/ 906783 h 923576"/>
                <a:gd name="connsiteX5" fmla="*/ 4579620 w 10955484"/>
                <a:gd name="connsiteY5" fmla="*/ 7623 h 923576"/>
                <a:gd name="connsiteX6" fmla="*/ 5486400 w 10955484"/>
                <a:gd name="connsiteY6" fmla="*/ 914403 h 923576"/>
                <a:gd name="connsiteX7" fmla="*/ 6408420 w 10955484"/>
                <a:gd name="connsiteY7" fmla="*/ 3 h 923576"/>
                <a:gd name="connsiteX8" fmla="*/ 7322820 w 10955484"/>
                <a:gd name="connsiteY8" fmla="*/ 922023 h 923576"/>
                <a:gd name="connsiteX9" fmla="*/ 8237220 w 10955484"/>
                <a:gd name="connsiteY9" fmla="*/ 15243 h 923576"/>
                <a:gd name="connsiteX10" fmla="*/ 9144000 w 10955484"/>
                <a:gd name="connsiteY10" fmla="*/ 922023 h 923576"/>
                <a:gd name="connsiteX11" fmla="*/ 10105183 w 10955484"/>
                <a:gd name="connsiteY11" fmla="*/ 239572 h 923576"/>
                <a:gd name="connsiteX12" fmla="*/ 10955484 w 10955484"/>
                <a:gd name="connsiteY12" fmla="*/ 274086 h 923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955484" h="923576">
                  <a:moveTo>
                    <a:pt x="0" y="922023"/>
                  </a:moveTo>
                  <a:cubicBezTo>
                    <a:pt x="311785" y="465458"/>
                    <a:pt x="623570" y="8893"/>
                    <a:pt x="929640" y="7623"/>
                  </a:cubicBezTo>
                  <a:cubicBezTo>
                    <a:pt x="1235710" y="6353"/>
                    <a:pt x="1534160" y="913133"/>
                    <a:pt x="1836420" y="914403"/>
                  </a:cubicBezTo>
                  <a:cubicBezTo>
                    <a:pt x="2138680" y="915673"/>
                    <a:pt x="2439670" y="16513"/>
                    <a:pt x="2743200" y="15243"/>
                  </a:cubicBezTo>
                  <a:cubicBezTo>
                    <a:pt x="3046730" y="13973"/>
                    <a:pt x="3351530" y="908053"/>
                    <a:pt x="3657600" y="906783"/>
                  </a:cubicBezTo>
                  <a:cubicBezTo>
                    <a:pt x="3963670" y="905513"/>
                    <a:pt x="4274820" y="6353"/>
                    <a:pt x="4579620" y="7623"/>
                  </a:cubicBezTo>
                  <a:cubicBezTo>
                    <a:pt x="4884420" y="8893"/>
                    <a:pt x="5181600" y="915673"/>
                    <a:pt x="5486400" y="914403"/>
                  </a:cubicBezTo>
                  <a:cubicBezTo>
                    <a:pt x="5791200" y="913133"/>
                    <a:pt x="6102350" y="-1267"/>
                    <a:pt x="6408420" y="3"/>
                  </a:cubicBezTo>
                  <a:cubicBezTo>
                    <a:pt x="6714490" y="1273"/>
                    <a:pt x="7018020" y="919483"/>
                    <a:pt x="7322820" y="922023"/>
                  </a:cubicBezTo>
                  <a:cubicBezTo>
                    <a:pt x="7627620" y="924563"/>
                    <a:pt x="7933690" y="15243"/>
                    <a:pt x="8237220" y="15243"/>
                  </a:cubicBezTo>
                  <a:cubicBezTo>
                    <a:pt x="8540750" y="15243"/>
                    <a:pt x="8832673" y="884635"/>
                    <a:pt x="9144000" y="922023"/>
                  </a:cubicBezTo>
                  <a:cubicBezTo>
                    <a:pt x="9455327" y="959411"/>
                    <a:pt x="9862613" y="310692"/>
                    <a:pt x="10105183" y="239572"/>
                  </a:cubicBezTo>
                  <a:cubicBezTo>
                    <a:pt x="10347753" y="168452"/>
                    <a:pt x="10730059" y="179471"/>
                    <a:pt x="10955484" y="274086"/>
                  </a:cubicBezTo>
                </a:path>
              </a:pathLst>
            </a:custGeom>
            <a:noFill/>
            <a:ln w="15875" cap="sq">
              <a:gradFill flip="none" rotWithShape="1">
                <a:gsLst>
                  <a:gs pos="0">
                    <a:schemeClr val="accent5">
                      <a:lumMod val="50000"/>
                      <a:lumOff val="50000"/>
                    </a:schemeClr>
                  </a:gs>
                  <a:gs pos="66000">
                    <a:schemeClr val="accent6">
                      <a:lumMod val="75000"/>
                    </a:schemeClr>
                  </a:gs>
                  <a:gs pos="36000">
                    <a:schemeClr val="tx2">
                      <a:lumMod val="50000"/>
                      <a:lumOff val="50000"/>
                    </a:schemeClr>
                  </a:gs>
                  <a:gs pos="100000">
                    <a:srgbClr val="FF0000"/>
                  </a:gs>
                </a:gsLst>
                <a:lin ang="0" scaled="1"/>
                <a:tileRect/>
              </a:gradFill>
              <a:bevel/>
              <a:headEnd w="sm" len="med"/>
              <a:tailEnd type="triangle" w="sm" len="sm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 dirty="0"/>
            </a:p>
          </p:txBody>
        </p:sp>
      </p:grpSp>
      <p:sp>
        <p:nvSpPr>
          <p:cNvPr id="119" name="Oval 118">
            <a:extLst>
              <a:ext uri="{FF2B5EF4-FFF2-40B4-BE49-F238E27FC236}">
                <a16:creationId xmlns:a16="http://schemas.microsoft.com/office/drawing/2014/main" id="{2833CB12-B130-634B-152A-E7FC0C768C19}"/>
              </a:ext>
            </a:extLst>
          </p:cNvPr>
          <p:cNvSpPr/>
          <p:nvPr/>
        </p:nvSpPr>
        <p:spPr>
          <a:xfrm rot="16200000" flipV="1">
            <a:off x="12184165" y="4788955"/>
            <a:ext cx="1184299" cy="195984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rgbClr val="C00000"/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400" dirty="0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82C1B94F-D0BB-E039-A10A-78574816E09B}"/>
              </a:ext>
            </a:extLst>
          </p:cNvPr>
          <p:cNvSpPr txBox="1"/>
          <p:nvPr/>
        </p:nvSpPr>
        <p:spPr>
          <a:xfrm>
            <a:off x="11047196" y="4032130"/>
            <a:ext cx="11775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altLang="zh-CN" sz="1400" dirty="0" err="1">
                <a:latin typeface="Roboto" panose="02000000000000000000" pitchFamily="2" charset="0"/>
                <a:ea typeface="Roboto" panose="02000000000000000000" pitchFamily="2" charset="0"/>
              </a:rPr>
              <a:t>microwave</a:t>
            </a:r>
            <a:r>
              <a:rPr lang="de-DE" altLang="zh-CN" sz="14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altLang="zh-CN" sz="1400" dirty="0" err="1">
                <a:latin typeface="Roboto" panose="02000000000000000000" pitchFamily="2" charset="0"/>
                <a:ea typeface="Roboto" panose="02000000000000000000" pitchFamily="2" charset="0"/>
              </a:rPr>
              <a:t>radiation</a:t>
            </a:r>
            <a:endParaRPr lang="de-CH" sz="1400" u="sng" baseline="-25000" dirty="0">
              <a:latin typeface="Roboto" panose="02000000000000000000" pitchFamily="2" charset="0"/>
              <a:ea typeface="Roboto" panose="02000000000000000000" pitchFamily="2" charset="0"/>
              <a:hlinkClick r:id="rId5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2701" name="Rectangle 1302">
            <a:extLst>
              <a:ext uri="{FF2B5EF4-FFF2-40B4-BE49-F238E27FC236}">
                <a16:creationId xmlns:a16="http://schemas.microsoft.com/office/drawing/2014/main" id="{60043814-0BD4-D40D-E07A-B2D218299B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9921" y="12373332"/>
            <a:ext cx="1065997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328"/>
            <a:r>
              <a:rPr lang="de-DE" altLang="de-DE" sz="14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altLang="de-DE" sz="14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cold</a:t>
            </a:r>
            <a:r>
              <a:rPr lang="de-DE" altLang="de-DE" sz="14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altLang="de-DE" sz="14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plasma</a:t>
            </a:r>
            <a:r>
              <a:rPr lang="de-DE" altLang="de-DE" sz="14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endParaRPr lang="de-DE" altLang="de-DE" sz="14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705" name="Rectangle 1306">
            <a:extLst>
              <a:ext uri="{FF2B5EF4-FFF2-40B4-BE49-F238E27FC236}">
                <a16:creationId xmlns:a16="http://schemas.microsoft.com/office/drawing/2014/main" id="{864D1258-EC8D-8225-BA1A-B0AE09F33B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9341" y="12373332"/>
            <a:ext cx="117500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328"/>
            <a:r>
              <a:rPr lang="de-DE" altLang="de-DE" sz="14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warm </a:t>
            </a:r>
            <a:r>
              <a:rPr lang="de-DE" altLang="de-DE" sz="14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plasma</a:t>
            </a:r>
            <a:r>
              <a:rPr lang="de-DE" altLang="de-DE" sz="14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endParaRPr lang="de-DE" altLang="de-DE" sz="14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709" name="Rectangle 1310">
            <a:extLst>
              <a:ext uri="{FF2B5EF4-FFF2-40B4-BE49-F238E27FC236}">
                <a16:creationId xmlns:a16="http://schemas.microsoft.com/office/drawing/2014/main" id="{5D725E9A-BE27-4E10-2985-A7AAE5AB3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5032" y="12373332"/>
            <a:ext cx="1292020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328"/>
            <a:r>
              <a:rPr lang="de-DE" altLang="de-DE" sz="14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thermal </a:t>
            </a:r>
            <a:r>
              <a:rPr lang="de-DE" altLang="de-DE" sz="14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plasma</a:t>
            </a:r>
            <a:endParaRPr lang="de-DE" altLang="de-DE" sz="14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D05CDC3-3DDA-2ADF-A800-04611F32F8A9}"/>
              </a:ext>
            </a:extLst>
          </p:cNvPr>
          <p:cNvSpPr/>
          <p:nvPr/>
        </p:nvSpPr>
        <p:spPr>
          <a:xfrm>
            <a:off x="6431127" y="12424541"/>
            <a:ext cx="113027" cy="113027"/>
          </a:xfrm>
          <a:prstGeom prst="ellipse">
            <a:avLst/>
          </a:prstGeom>
          <a:solidFill>
            <a:srgbClr val="E432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F8E67A4-CC08-F78E-59BE-A0C79ED3DDE0}"/>
              </a:ext>
            </a:extLst>
          </p:cNvPr>
          <p:cNvSpPr/>
          <p:nvPr/>
        </p:nvSpPr>
        <p:spPr>
          <a:xfrm>
            <a:off x="4777775" y="12424541"/>
            <a:ext cx="113027" cy="113027"/>
          </a:xfrm>
          <a:prstGeom prst="ellipse">
            <a:avLst/>
          </a:prstGeom>
          <a:solidFill>
            <a:srgbClr val="009B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5C0C36C-554F-54EA-F12F-243DE31BA2EB}"/>
              </a:ext>
            </a:extLst>
          </p:cNvPr>
          <p:cNvSpPr/>
          <p:nvPr/>
        </p:nvSpPr>
        <p:spPr>
          <a:xfrm>
            <a:off x="3225641" y="12424541"/>
            <a:ext cx="113027" cy="113027"/>
          </a:xfrm>
          <a:prstGeom prst="ellipse">
            <a:avLst/>
          </a:prstGeom>
          <a:solidFill>
            <a:srgbClr val="0098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5FEAF96-28BD-1347-7A23-0CD953A459B0}"/>
              </a:ext>
            </a:extLst>
          </p:cNvPr>
          <p:cNvSpPr txBox="1"/>
          <p:nvPr/>
        </p:nvSpPr>
        <p:spPr>
          <a:xfrm>
            <a:off x="1731351" y="1773603"/>
            <a:ext cx="72925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altLang="zh-CN" sz="2200" b="1" dirty="0">
                <a:latin typeface="Roboto" panose="02000000000000000000" pitchFamily="2" charset="0"/>
                <a:ea typeface="Roboto" panose="02000000000000000000" pitchFamily="2" charset="0"/>
              </a:rPr>
              <a:t>a</a:t>
            </a:r>
            <a:endParaRPr lang="de-CH" sz="2200" b="1" u="sng" baseline="-25000" dirty="0">
              <a:latin typeface="Roboto" panose="02000000000000000000" pitchFamily="2" charset="0"/>
              <a:ea typeface="Roboto" panose="02000000000000000000" pitchFamily="2" charset="0"/>
              <a:hlinkClick r:id="rId5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grpSp>
        <p:nvGrpSpPr>
          <p:cNvPr id="2585" name="Group 2584">
            <a:extLst>
              <a:ext uri="{FF2B5EF4-FFF2-40B4-BE49-F238E27FC236}">
                <a16:creationId xmlns:a16="http://schemas.microsoft.com/office/drawing/2014/main" id="{3BB7B995-2039-5695-CA02-3513393FA239}"/>
              </a:ext>
            </a:extLst>
          </p:cNvPr>
          <p:cNvGrpSpPr/>
          <p:nvPr/>
        </p:nvGrpSpPr>
        <p:grpSpPr>
          <a:xfrm>
            <a:off x="2872747" y="2694484"/>
            <a:ext cx="3878922" cy="4250763"/>
            <a:chOff x="9483967" y="2737571"/>
            <a:chExt cx="3032951" cy="3323694"/>
          </a:xfrm>
        </p:grpSpPr>
        <p:cxnSp>
          <p:nvCxnSpPr>
            <p:cNvPr id="2581" name="Straight Connector 2580">
              <a:extLst>
                <a:ext uri="{FF2B5EF4-FFF2-40B4-BE49-F238E27FC236}">
                  <a16:creationId xmlns:a16="http://schemas.microsoft.com/office/drawing/2014/main" id="{A7BA8A72-C621-AD19-A4D7-92A990AF4FB5}"/>
                </a:ext>
              </a:extLst>
            </p:cNvPr>
            <p:cNvCxnSpPr>
              <a:cxnSpLocks/>
            </p:cNvCxnSpPr>
            <p:nvPr/>
          </p:nvCxnSpPr>
          <p:spPr>
            <a:xfrm>
              <a:off x="10361690" y="3610289"/>
              <a:ext cx="0" cy="1591771"/>
            </a:xfrm>
            <a:prstGeom prst="line">
              <a:avLst/>
            </a:prstGeom>
            <a:ln w="38100">
              <a:solidFill>
                <a:srgbClr val="00989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D40ED859-856F-F862-42A3-9BE832E5621F}"/>
                </a:ext>
              </a:extLst>
            </p:cNvPr>
            <p:cNvCxnSpPr>
              <a:cxnSpLocks/>
            </p:cNvCxnSpPr>
            <p:nvPr/>
          </p:nvCxnSpPr>
          <p:spPr>
            <a:xfrm>
              <a:off x="11032369" y="3610289"/>
              <a:ext cx="0" cy="1591771"/>
            </a:xfrm>
            <a:prstGeom prst="line">
              <a:avLst/>
            </a:prstGeom>
            <a:ln w="38100">
              <a:solidFill>
                <a:srgbClr val="00989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261D9FAC-6349-0CE8-47E9-72D16EB5DEE3}"/>
                </a:ext>
              </a:extLst>
            </p:cNvPr>
            <p:cNvSpPr txBox="1"/>
            <p:nvPr/>
          </p:nvSpPr>
          <p:spPr>
            <a:xfrm>
              <a:off x="10530144" y="4808615"/>
              <a:ext cx="1986774" cy="4091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de-DE" altLang="zh-CN" sz="1400" dirty="0" err="1">
                  <a:latin typeface="Roboto" panose="02000000000000000000" pitchFamily="2" charset="0"/>
                  <a:ea typeface="Roboto" panose="02000000000000000000" pitchFamily="2" charset="0"/>
                </a:rPr>
                <a:t>ground</a:t>
              </a:r>
              <a:r>
                <a:rPr lang="de-DE" altLang="zh-CN" sz="1400" dirty="0"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</a:p>
            <a:p>
              <a:pPr algn="ctr"/>
              <a:r>
                <a:rPr lang="de-DE" altLang="zh-CN" sz="1400" dirty="0" err="1">
                  <a:latin typeface="Roboto" panose="02000000000000000000" pitchFamily="2" charset="0"/>
                  <a:ea typeface="Roboto" panose="02000000000000000000" pitchFamily="2" charset="0"/>
                </a:rPr>
                <a:t>electrode</a:t>
              </a:r>
              <a:endParaRPr lang="de-CH" sz="1400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0A6F7348-C19D-64D7-9BBE-896652D12573}"/>
                </a:ext>
              </a:extLst>
            </p:cNvPr>
            <p:cNvSpPr/>
            <p:nvPr/>
          </p:nvSpPr>
          <p:spPr>
            <a:xfrm rot="5400000">
              <a:off x="9900691" y="4340458"/>
              <a:ext cx="1597350" cy="159691"/>
            </a:xfrm>
            <a:prstGeom prst="rect">
              <a:avLst/>
            </a:prstGeom>
            <a:solidFill>
              <a:srgbClr val="E432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D963BED-8020-41BC-6C57-06DB903ADB08}"/>
                </a:ext>
              </a:extLst>
            </p:cNvPr>
            <p:cNvSpPr txBox="1"/>
            <p:nvPr/>
          </p:nvSpPr>
          <p:spPr>
            <a:xfrm>
              <a:off x="10980138" y="3566441"/>
              <a:ext cx="1246855" cy="4091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de-DE" altLang="zh-CN" sz="1400" dirty="0">
                  <a:solidFill>
                    <a:srgbClr val="E4325C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high </a:t>
              </a:r>
              <a:r>
                <a:rPr lang="de-DE" altLang="zh-CN" sz="1400" dirty="0" err="1">
                  <a:solidFill>
                    <a:srgbClr val="E4325C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voltage</a:t>
              </a:r>
              <a:r>
                <a:rPr lang="de-DE" altLang="zh-CN" sz="1400" dirty="0">
                  <a:solidFill>
                    <a:srgbClr val="E4325C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  <a:r>
                <a:rPr lang="de-DE" altLang="zh-CN" sz="1400" dirty="0" err="1">
                  <a:solidFill>
                    <a:srgbClr val="E4325C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electrode</a:t>
              </a:r>
              <a:endParaRPr lang="de-CH" sz="1400" dirty="0">
                <a:solidFill>
                  <a:srgbClr val="E4325C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582" name="TextBox 2581">
              <a:extLst>
                <a:ext uri="{FF2B5EF4-FFF2-40B4-BE49-F238E27FC236}">
                  <a16:creationId xmlns:a16="http://schemas.microsoft.com/office/drawing/2014/main" id="{4737076D-4216-ED98-7C76-D089D06D1364}"/>
                </a:ext>
              </a:extLst>
            </p:cNvPr>
            <p:cNvSpPr txBox="1"/>
            <p:nvPr/>
          </p:nvSpPr>
          <p:spPr>
            <a:xfrm>
              <a:off x="9483967" y="4691953"/>
              <a:ext cx="937839" cy="7460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de-DE" altLang="zh-CN" sz="1400" dirty="0">
                  <a:latin typeface="Roboto" panose="02000000000000000000" pitchFamily="2" charset="0"/>
                  <a:ea typeface="Roboto" panose="02000000000000000000" pitchFamily="2" charset="0"/>
                </a:rPr>
                <a:t>gas </a:t>
              </a:r>
              <a:r>
                <a:rPr lang="de-DE" altLang="zh-CN" sz="1400" dirty="0" err="1">
                  <a:latin typeface="Roboto" panose="02000000000000000000" pitchFamily="2" charset="0"/>
                  <a:ea typeface="Roboto" panose="02000000000000000000" pitchFamily="2" charset="0"/>
                </a:rPr>
                <a:t>discharge</a:t>
              </a:r>
              <a:r>
                <a:rPr lang="de-DE" altLang="zh-CN" sz="1400" dirty="0"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  <a:r>
                <a:rPr lang="de-DE" altLang="zh-CN" sz="1400" dirty="0" err="1">
                  <a:latin typeface="Roboto" panose="02000000000000000000" pitchFamily="2" charset="0"/>
                  <a:ea typeface="Roboto" panose="02000000000000000000" pitchFamily="2" charset="0"/>
                </a:rPr>
                <a:t>gap</a:t>
              </a:r>
              <a:endParaRPr lang="de-DE" altLang="zh-CN" sz="1400" dirty="0">
                <a:latin typeface="Roboto" panose="02000000000000000000" pitchFamily="2" charset="0"/>
                <a:ea typeface="Roboto" panose="02000000000000000000" pitchFamily="2" charset="0"/>
              </a:endParaRPr>
            </a:p>
            <a:p>
              <a:pPr algn="ctr"/>
              <a:endParaRPr lang="de-CH" sz="1400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2583" name="Straight Connector 2582">
              <a:extLst>
                <a:ext uri="{FF2B5EF4-FFF2-40B4-BE49-F238E27FC236}">
                  <a16:creationId xmlns:a16="http://schemas.microsoft.com/office/drawing/2014/main" id="{389F2DF6-5759-A921-8E6C-A90095589921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10211144" y="4497285"/>
              <a:ext cx="0" cy="478048"/>
            </a:xfrm>
            <a:prstGeom prst="line">
              <a:avLst/>
            </a:prstGeom>
            <a:ln w="19050">
              <a:solidFill>
                <a:srgbClr val="009B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4" name="Straight Connector 2583">
              <a:extLst>
                <a:ext uri="{FF2B5EF4-FFF2-40B4-BE49-F238E27FC236}">
                  <a16:creationId xmlns:a16="http://schemas.microsoft.com/office/drawing/2014/main" id="{E18FA7E3-0391-31C1-56A8-0E3A2270C1C9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11009797" y="3552767"/>
              <a:ext cx="0" cy="478048"/>
            </a:xfrm>
            <a:prstGeom prst="line">
              <a:avLst/>
            </a:prstGeom>
            <a:ln w="19050">
              <a:solidFill>
                <a:srgbClr val="E432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92DEE283-60DE-972F-8544-C055ED854C51}"/>
                </a:ext>
              </a:extLst>
            </p:cNvPr>
            <p:cNvSpPr/>
            <p:nvPr/>
          </p:nvSpPr>
          <p:spPr>
            <a:xfrm>
              <a:off x="10378212" y="3122883"/>
              <a:ext cx="635309" cy="2566583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 sz="1400" dirty="0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9284952A-2615-9939-E56F-E385A80F8BE9}"/>
                </a:ext>
              </a:extLst>
            </p:cNvPr>
            <p:cNvSpPr/>
            <p:nvPr/>
          </p:nvSpPr>
          <p:spPr>
            <a:xfrm>
              <a:off x="10846301" y="5372521"/>
              <a:ext cx="84829" cy="667855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 sz="1400" dirty="0"/>
            </a:p>
          </p:txBody>
        </p:sp>
        <p:cxnSp>
          <p:nvCxnSpPr>
            <p:cNvPr id="2578" name="Straight Arrow Connector 2577">
              <a:extLst>
                <a:ext uri="{FF2B5EF4-FFF2-40B4-BE49-F238E27FC236}">
                  <a16:creationId xmlns:a16="http://schemas.microsoft.com/office/drawing/2014/main" id="{78734A17-661E-1332-39C3-0F1551382285}"/>
                </a:ext>
              </a:extLst>
            </p:cNvPr>
            <p:cNvCxnSpPr>
              <a:cxnSpLocks/>
            </p:cNvCxnSpPr>
            <p:nvPr/>
          </p:nvCxnSpPr>
          <p:spPr>
            <a:xfrm>
              <a:off x="10888716" y="5542030"/>
              <a:ext cx="0" cy="331795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6EFEB4F2-B775-780A-E3A5-BEF324EDB5AC}"/>
                </a:ext>
              </a:extLst>
            </p:cNvPr>
            <p:cNvSpPr txBox="1"/>
            <p:nvPr/>
          </p:nvSpPr>
          <p:spPr>
            <a:xfrm>
              <a:off x="10464251" y="5820613"/>
              <a:ext cx="1177572" cy="2406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de-DE" altLang="zh-CN" sz="1400" dirty="0" err="1">
                  <a:solidFill>
                    <a:srgbClr val="E4325C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cracked</a:t>
              </a:r>
              <a:r>
                <a:rPr lang="de-DE" altLang="zh-CN" sz="1400" dirty="0">
                  <a:solidFill>
                    <a:srgbClr val="E4325C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gas</a:t>
              </a:r>
              <a:endParaRPr lang="de-CH" sz="1400" u="sng" baseline="-25000" dirty="0">
                <a:solidFill>
                  <a:srgbClr val="E4325C"/>
                </a:solidFill>
                <a:latin typeface="Roboto" panose="02000000000000000000" pitchFamily="2" charset="0"/>
                <a:ea typeface="Roboto" panose="02000000000000000000" pitchFamily="2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endParaRP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87544D73-DB00-24E0-0FFA-308E32C972CC}"/>
                </a:ext>
              </a:extLst>
            </p:cNvPr>
            <p:cNvSpPr/>
            <p:nvPr/>
          </p:nvSpPr>
          <p:spPr>
            <a:xfrm>
              <a:off x="10437851" y="2870878"/>
              <a:ext cx="84829" cy="667855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 sz="1400"/>
            </a:p>
          </p:txBody>
        </p:sp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143357AA-8117-F121-CA5F-A1EF6E1D2608}"/>
                </a:ext>
              </a:extLst>
            </p:cNvPr>
            <p:cNvCxnSpPr>
              <a:cxnSpLocks/>
            </p:cNvCxnSpPr>
            <p:nvPr/>
          </p:nvCxnSpPr>
          <p:spPr>
            <a:xfrm>
              <a:off x="10478229" y="2992569"/>
              <a:ext cx="0" cy="331795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88337E60-0676-43C0-EAEA-E5B67B58525B}"/>
                </a:ext>
              </a:extLst>
            </p:cNvPr>
            <p:cNvSpPr txBox="1"/>
            <p:nvPr/>
          </p:nvSpPr>
          <p:spPr>
            <a:xfrm>
              <a:off x="9553795" y="2737571"/>
              <a:ext cx="1751301" cy="2406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dirty="0">
                  <a:solidFill>
                    <a:srgbClr val="E4325C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feed gas</a:t>
              </a:r>
              <a:endParaRPr lang="de-CH" sz="1400" u="sng" dirty="0">
                <a:solidFill>
                  <a:srgbClr val="E4325C"/>
                </a:solidFill>
                <a:latin typeface="Roboto" panose="02000000000000000000" pitchFamily="2" charset="0"/>
                <a:ea typeface="Roboto" panose="02000000000000000000" pitchFamily="2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endParaRPr>
            </a:p>
          </p:txBody>
        </p:sp>
      </p:grpSp>
      <p:sp>
        <p:nvSpPr>
          <p:cNvPr id="2586" name="TextBox 2585">
            <a:extLst>
              <a:ext uri="{FF2B5EF4-FFF2-40B4-BE49-F238E27FC236}">
                <a16:creationId xmlns:a16="http://schemas.microsoft.com/office/drawing/2014/main" id="{57F3AB90-CC58-7F8D-CAE3-2D383A446E35}"/>
              </a:ext>
            </a:extLst>
          </p:cNvPr>
          <p:cNvSpPr txBox="1"/>
          <p:nvPr/>
        </p:nvSpPr>
        <p:spPr>
          <a:xfrm>
            <a:off x="3749266" y="2322591"/>
            <a:ext cx="12939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989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DBD (cold)</a:t>
            </a:r>
            <a:endParaRPr lang="en-US" sz="16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587" name="TextBox 2586">
            <a:extLst>
              <a:ext uri="{FF2B5EF4-FFF2-40B4-BE49-F238E27FC236}">
                <a16:creationId xmlns:a16="http://schemas.microsoft.com/office/drawing/2014/main" id="{E8D36560-CB46-8C42-18C0-EBA4CBD39E18}"/>
              </a:ext>
            </a:extLst>
          </p:cNvPr>
          <p:cNvSpPr txBox="1"/>
          <p:nvPr/>
        </p:nvSpPr>
        <p:spPr>
          <a:xfrm>
            <a:off x="7467024" y="2308543"/>
            <a:ext cx="143648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989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Corona (cold)</a:t>
            </a:r>
            <a:endParaRPr lang="en-US" sz="16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588" name="TextBox 2587">
            <a:extLst>
              <a:ext uri="{FF2B5EF4-FFF2-40B4-BE49-F238E27FC236}">
                <a16:creationId xmlns:a16="http://schemas.microsoft.com/office/drawing/2014/main" id="{8655DCAA-9A70-D3C9-94EB-3749F3DEE07B}"/>
              </a:ext>
            </a:extLst>
          </p:cNvPr>
          <p:cNvSpPr txBox="1"/>
          <p:nvPr/>
        </p:nvSpPr>
        <p:spPr>
          <a:xfrm>
            <a:off x="2589424" y="7268147"/>
            <a:ext cx="208021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</a:rPr>
              <a:t>Membrane reactor in thermal pyrolysis</a:t>
            </a:r>
          </a:p>
        </p:txBody>
      </p:sp>
      <p:cxnSp>
        <p:nvCxnSpPr>
          <p:cNvPr id="2592" name="Straight Connector 2591">
            <a:extLst>
              <a:ext uri="{FF2B5EF4-FFF2-40B4-BE49-F238E27FC236}">
                <a16:creationId xmlns:a16="http://schemas.microsoft.com/office/drawing/2014/main" id="{71DA328C-40E8-463E-1CC3-FCBA60288CF4}"/>
              </a:ext>
            </a:extLst>
          </p:cNvPr>
          <p:cNvCxnSpPr>
            <a:cxnSpLocks/>
          </p:cNvCxnSpPr>
          <p:nvPr/>
        </p:nvCxnSpPr>
        <p:spPr>
          <a:xfrm>
            <a:off x="8513207" y="5691016"/>
            <a:ext cx="447539" cy="1"/>
          </a:xfrm>
          <a:prstGeom prst="line">
            <a:avLst/>
          </a:prstGeom>
          <a:ln w="19050">
            <a:solidFill>
              <a:srgbClr val="0098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4" name="TextBox 2593">
            <a:extLst>
              <a:ext uri="{FF2B5EF4-FFF2-40B4-BE49-F238E27FC236}">
                <a16:creationId xmlns:a16="http://schemas.microsoft.com/office/drawing/2014/main" id="{F48F64EB-3E46-ABA2-A087-DEC64580333A}"/>
              </a:ext>
            </a:extLst>
          </p:cNvPr>
          <p:cNvSpPr txBox="1"/>
          <p:nvPr/>
        </p:nvSpPr>
        <p:spPr>
          <a:xfrm>
            <a:off x="8750088" y="5453465"/>
            <a:ext cx="1486149" cy="523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altLang="zh-CN" sz="1400" dirty="0" err="1">
                <a:latin typeface="Roboto" panose="02000000000000000000" pitchFamily="2" charset="0"/>
                <a:ea typeface="Roboto" panose="02000000000000000000" pitchFamily="2" charset="0"/>
              </a:rPr>
              <a:t>ground</a:t>
            </a:r>
            <a:r>
              <a:rPr lang="de-DE" altLang="zh-CN" sz="14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altLang="zh-CN" sz="1400" dirty="0" err="1">
                <a:latin typeface="Roboto" panose="02000000000000000000" pitchFamily="2" charset="0"/>
                <a:ea typeface="Roboto" panose="02000000000000000000" pitchFamily="2" charset="0"/>
              </a:rPr>
              <a:t>plate</a:t>
            </a:r>
            <a:r>
              <a:rPr lang="de-DE" altLang="zh-CN" sz="14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</a:p>
          <a:p>
            <a:pPr algn="ctr"/>
            <a:r>
              <a:rPr lang="de-DE" altLang="zh-CN" sz="1400" dirty="0" err="1">
                <a:latin typeface="Roboto" panose="02000000000000000000" pitchFamily="2" charset="0"/>
                <a:ea typeface="Roboto" panose="02000000000000000000" pitchFamily="2" charset="0"/>
              </a:rPr>
              <a:t>electrode</a:t>
            </a:r>
            <a:endParaRPr lang="de-CH" sz="14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645" name="Rectangle 2644">
            <a:extLst>
              <a:ext uri="{FF2B5EF4-FFF2-40B4-BE49-F238E27FC236}">
                <a16:creationId xmlns:a16="http://schemas.microsoft.com/office/drawing/2014/main" id="{CDC7AAD8-4E28-8240-F67F-EF39DF59CC7B}"/>
              </a:ext>
            </a:extLst>
          </p:cNvPr>
          <p:cNvSpPr/>
          <p:nvPr/>
        </p:nvSpPr>
        <p:spPr>
          <a:xfrm>
            <a:off x="7779007" y="3192969"/>
            <a:ext cx="812514" cy="3282473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400" dirty="0"/>
          </a:p>
        </p:txBody>
      </p:sp>
      <p:sp>
        <p:nvSpPr>
          <p:cNvPr id="2646" name="Rectangle 2645">
            <a:extLst>
              <a:ext uri="{FF2B5EF4-FFF2-40B4-BE49-F238E27FC236}">
                <a16:creationId xmlns:a16="http://schemas.microsoft.com/office/drawing/2014/main" id="{9C1D85B8-ED94-C16C-4D8D-7965238B0599}"/>
              </a:ext>
            </a:extLst>
          </p:cNvPr>
          <p:cNvSpPr/>
          <p:nvPr/>
        </p:nvSpPr>
        <p:spPr>
          <a:xfrm>
            <a:off x="7860044" y="2870673"/>
            <a:ext cx="108490" cy="854138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400"/>
          </a:p>
        </p:txBody>
      </p:sp>
      <p:cxnSp>
        <p:nvCxnSpPr>
          <p:cNvPr id="2647" name="Straight Arrow Connector 2646">
            <a:extLst>
              <a:ext uri="{FF2B5EF4-FFF2-40B4-BE49-F238E27FC236}">
                <a16:creationId xmlns:a16="http://schemas.microsoft.com/office/drawing/2014/main" id="{23986E1C-0BD9-7DD8-A30B-82DBE95C32CC}"/>
              </a:ext>
            </a:extLst>
          </p:cNvPr>
          <p:cNvCxnSpPr>
            <a:cxnSpLocks/>
          </p:cNvCxnSpPr>
          <p:nvPr/>
        </p:nvCxnSpPr>
        <p:spPr>
          <a:xfrm>
            <a:off x="7911685" y="3026307"/>
            <a:ext cx="0" cy="424342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48" name="TextBox 2647">
            <a:extLst>
              <a:ext uri="{FF2B5EF4-FFF2-40B4-BE49-F238E27FC236}">
                <a16:creationId xmlns:a16="http://schemas.microsoft.com/office/drawing/2014/main" id="{1E391AAC-677D-16E5-A69C-65DE9BBE6872}"/>
              </a:ext>
            </a:extLst>
          </p:cNvPr>
          <p:cNvSpPr txBox="1"/>
          <p:nvPr/>
        </p:nvSpPr>
        <p:spPr>
          <a:xfrm>
            <a:off x="6729401" y="2700183"/>
            <a:ext cx="2239786" cy="307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rgbClr val="E4325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feed gas</a:t>
            </a:r>
            <a:endParaRPr lang="de-CH" sz="1400" u="sng" dirty="0">
              <a:solidFill>
                <a:srgbClr val="E4325C"/>
              </a:solidFill>
              <a:latin typeface="Roboto" panose="02000000000000000000" pitchFamily="2" charset="0"/>
              <a:ea typeface="Roboto" panose="02000000000000000000" pitchFamily="2" charset="0"/>
              <a:hlinkClick r:id="rId5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2649" name="Rectangle 2648">
            <a:extLst>
              <a:ext uri="{FF2B5EF4-FFF2-40B4-BE49-F238E27FC236}">
                <a16:creationId xmlns:a16="http://schemas.microsoft.com/office/drawing/2014/main" id="{DCA95CE4-EF58-F771-8940-1D6CA6080A11}"/>
              </a:ext>
            </a:extLst>
          </p:cNvPr>
          <p:cNvSpPr/>
          <p:nvPr/>
        </p:nvSpPr>
        <p:spPr>
          <a:xfrm>
            <a:off x="8387677" y="6078114"/>
            <a:ext cx="108490" cy="854138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400"/>
          </a:p>
        </p:txBody>
      </p:sp>
      <p:sp>
        <p:nvSpPr>
          <p:cNvPr id="2650" name="TextBox 2649">
            <a:extLst>
              <a:ext uri="{FF2B5EF4-FFF2-40B4-BE49-F238E27FC236}">
                <a16:creationId xmlns:a16="http://schemas.microsoft.com/office/drawing/2014/main" id="{1F38B144-21E0-75E0-296B-5418D248B534}"/>
              </a:ext>
            </a:extLst>
          </p:cNvPr>
          <p:cNvSpPr txBox="1"/>
          <p:nvPr/>
        </p:nvSpPr>
        <p:spPr>
          <a:xfrm>
            <a:off x="7893808" y="6643170"/>
            <a:ext cx="1506029" cy="307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altLang="zh-CN" sz="1400" dirty="0" err="1">
                <a:solidFill>
                  <a:srgbClr val="E4325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cracked</a:t>
            </a:r>
            <a:r>
              <a:rPr lang="de-DE" altLang="zh-CN" sz="1400" dirty="0">
                <a:solidFill>
                  <a:srgbClr val="E4325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gas</a:t>
            </a:r>
            <a:endParaRPr lang="de-CH" sz="1400" u="sng" baseline="-25000" dirty="0">
              <a:solidFill>
                <a:srgbClr val="E4325C"/>
              </a:solidFill>
              <a:latin typeface="Roboto" panose="02000000000000000000" pitchFamily="2" charset="0"/>
              <a:ea typeface="Roboto" panose="02000000000000000000" pitchFamily="2" charset="0"/>
              <a:hlinkClick r:id="rId5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2651" name="Rectangle 2650">
            <a:extLst>
              <a:ext uri="{FF2B5EF4-FFF2-40B4-BE49-F238E27FC236}">
                <a16:creationId xmlns:a16="http://schemas.microsoft.com/office/drawing/2014/main" id="{17CE700E-2669-6F9A-4E3F-835D934318F3}"/>
              </a:ext>
            </a:extLst>
          </p:cNvPr>
          <p:cNvSpPr/>
          <p:nvPr/>
        </p:nvSpPr>
        <p:spPr>
          <a:xfrm rot="5400000">
            <a:off x="7765694" y="4039002"/>
            <a:ext cx="861913" cy="156128"/>
          </a:xfrm>
          <a:prstGeom prst="rect">
            <a:avLst/>
          </a:prstGeom>
          <a:solidFill>
            <a:srgbClr val="E432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2652" name="TextBox 2651">
            <a:extLst>
              <a:ext uri="{FF2B5EF4-FFF2-40B4-BE49-F238E27FC236}">
                <a16:creationId xmlns:a16="http://schemas.microsoft.com/office/drawing/2014/main" id="{87486E4A-9131-9B9D-42FA-5E30E645165F}"/>
              </a:ext>
            </a:extLst>
          </p:cNvPr>
          <p:cNvSpPr txBox="1"/>
          <p:nvPr/>
        </p:nvSpPr>
        <p:spPr>
          <a:xfrm>
            <a:off x="8520063" y="4396065"/>
            <a:ext cx="1871359" cy="523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altLang="zh-CN" sz="1400" dirty="0" err="1">
                <a:solidFill>
                  <a:srgbClr val="E4325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pointy</a:t>
            </a:r>
            <a:r>
              <a:rPr lang="de-DE" altLang="zh-CN" sz="1400" dirty="0">
                <a:solidFill>
                  <a:srgbClr val="E4325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altLang="zh-CN" sz="1400" dirty="0" err="1">
                <a:solidFill>
                  <a:srgbClr val="E4325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voltage</a:t>
            </a:r>
            <a:r>
              <a:rPr lang="de-DE" altLang="zh-CN" sz="1400" dirty="0">
                <a:solidFill>
                  <a:srgbClr val="E4325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altLang="zh-CN" sz="1400" dirty="0" err="1">
                <a:solidFill>
                  <a:srgbClr val="E4325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electrode</a:t>
            </a:r>
            <a:endParaRPr lang="de-CH" sz="1400" dirty="0">
              <a:solidFill>
                <a:srgbClr val="E4325C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2653" name="Straight Arrow Connector 2652">
            <a:extLst>
              <a:ext uri="{FF2B5EF4-FFF2-40B4-BE49-F238E27FC236}">
                <a16:creationId xmlns:a16="http://schemas.microsoft.com/office/drawing/2014/main" id="{E1929F80-93B3-B3FD-701F-AE0E0A8F46DD}"/>
              </a:ext>
            </a:extLst>
          </p:cNvPr>
          <p:cNvCxnSpPr>
            <a:cxnSpLocks/>
          </p:cNvCxnSpPr>
          <p:nvPr/>
        </p:nvCxnSpPr>
        <p:spPr>
          <a:xfrm>
            <a:off x="8436667" y="6286882"/>
            <a:ext cx="0" cy="424342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54" name="TextBox 2653">
            <a:extLst>
              <a:ext uri="{FF2B5EF4-FFF2-40B4-BE49-F238E27FC236}">
                <a16:creationId xmlns:a16="http://schemas.microsoft.com/office/drawing/2014/main" id="{A0A0A960-F222-91AA-5305-8A0B7C7D6E6E}"/>
              </a:ext>
            </a:extLst>
          </p:cNvPr>
          <p:cNvSpPr txBox="1"/>
          <p:nvPr/>
        </p:nvSpPr>
        <p:spPr>
          <a:xfrm>
            <a:off x="6697438" y="4708850"/>
            <a:ext cx="1183433" cy="523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altLang="zh-CN" sz="1400" dirty="0">
                <a:latin typeface="Roboto" panose="02000000000000000000" pitchFamily="2" charset="0"/>
                <a:ea typeface="Roboto" panose="02000000000000000000" pitchFamily="2" charset="0"/>
              </a:rPr>
              <a:t>gas </a:t>
            </a:r>
            <a:r>
              <a:rPr lang="de-DE" altLang="zh-CN" sz="1400" dirty="0" err="1">
                <a:latin typeface="Roboto" panose="02000000000000000000" pitchFamily="2" charset="0"/>
                <a:ea typeface="Roboto" panose="02000000000000000000" pitchFamily="2" charset="0"/>
              </a:rPr>
              <a:t>discharge</a:t>
            </a:r>
            <a:endParaRPr lang="de-DE" altLang="zh-CN" sz="14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2655" name="Straight Connector 2654">
            <a:extLst>
              <a:ext uri="{FF2B5EF4-FFF2-40B4-BE49-F238E27FC236}">
                <a16:creationId xmlns:a16="http://schemas.microsoft.com/office/drawing/2014/main" id="{547A9EBA-11B6-6EC7-33C2-C23D25331221}"/>
              </a:ext>
            </a:extLst>
          </p:cNvPr>
          <p:cNvCxnSpPr>
            <a:cxnSpLocks/>
          </p:cNvCxnSpPr>
          <p:nvPr/>
        </p:nvCxnSpPr>
        <p:spPr>
          <a:xfrm rot="5400000" flipV="1">
            <a:off x="7600036" y="4970629"/>
            <a:ext cx="0" cy="611389"/>
          </a:xfrm>
          <a:prstGeom prst="line">
            <a:avLst/>
          </a:prstGeom>
          <a:ln w="19050">
            <a:solidFill>
              <a:srgbClr val="009B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6" name="Straight Connector 2655">
            <a:extLst>
              <a:ext uri="{FF2B5EF4-FFF2-40B4-BE49-F238E27FC236}">
                <a16:creationId xmlns:a16="http://schemas.microsoft.com/office/drawing/2014/main" id="{51879C58-BAC8-E4CF-661B-203E526DA565}"/>
              </a:ext>
            </a:extLst>
          </p:cNvPr>
          <p:cNvCxnSpPr>
            <a:cxnSpLocks/>
          </p:cNvCxnSpPr>
          <p:nvPr/>
        </p:nvCxnSpPr>
        <p:spPr>
          <a:xfrm rot="5400000" flipV="1">
            <a:off x="8543441" y="4379207"/>
            <a:ext cx="0" cy="611389"/>
          </a:xfrm>
          <a:prstGeom prst="line">
            <a:avLst/>
          </a:prstGeom>
          <a:ln w="19050">
            <a:solidFill>
              <a:srgbClr val="E432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58" name="Isosceles Triangle 2657">
            <a:extLst>
              <a:ext uri="{FF2B5EF4-FFF2-40B4-BE49-F238E27FC236}">
                <a16:creationId xmlns:a16="http://schemas.microsoft.com/office/drawing/2014/main" id="{73998BF4-3484-81C2-7895-F59594640C99}"/>
              </a:ext>
            </a:extLst>
          </p:cNvPr>
          <p:cNvSpPr/>
          <p:nvPr/>
        </p:nvSpPr>
        <p:spPr>
          <a:xfrm rot="10800000">
            <a:off x="8118417" y="4546629"/>
            <a:ext cx="156468" cy="179421"/>
          </a:xfrm>
          <a:prstGeom prst="triangle">
            <a:avLst/>
          </a:prstGeom>
          <a:solidFill>
            <a:srgbClr val="E432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702" name="Arc 2701">
            <a:extLst>
              <a:ext uri="{FF2B5EF4-FFF2-40B4-BE49-F238E27FC236}">
                <a16:creationId xmlns:a16="http://schemas.microsoft.com/office/drawing/2014/main" id="{46EA2441-958B-7818-DBCD-26BC3BB2FB79}"/>
              </a:ext>
            </a:extLst>
          </p:cNvPr>
          <p:cNvSpPr/>
          <p:nvPr/>
        </p:nvSpPr>
        <p:spPr>
          <a:xfrm>
            <a:off x="7673900" y="4677995"/>
            <a:ext cx="805381" cy="1747473"/>
          </a:xfrm>
          <a:prstGeom prst="arc">
            <a:avLst>
              <a:gd name="adj1" fmla="val 16708200"/>
              <a:gd name="adj2" fmla="val 657890"/>
            </a:avLst>
          </a:prstGeom>
          <a:ln w="12700">
            <a:solidFill>
              <a:schemeClr val="accent1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704" name="Arc 2703">
            <a:extLst>
              <a:ext uri="{FF2B5EF4-FFF2-40B4-BE49-F238E27FC236}">
                <a16:creationId xmlns:a16="http://schemas.microsoft.com/office/drawing/2014/main" id="{A983330F-4FB4-63B2-1CA1-447EF2F3573A}"/>
              </a:ext>
            </a:extLst>
          </p:cNvPr>
          <p:cNvSpPr/>
          <p:nvPr/>
        </p:nvSpPr>
        <p:spPr>
          <a:xfrm flipH="1">
            <a:off x="7905031" y="4684182"/>
            <a:ext cx="805381" cy="1747473"/>
          </a:xfrm>
          <a:prstGeom prst="arc">
            <a:avLst>
              <a:gd name="adj1" fmla="val 16657352"/>
              <a:gd name="adj2" fmla="val 657890"/>
            </a:avLst>
          </a:prstGeom>
          <a:ln w="12700">
            <a:solidFill>
              <a:schemeClr val="accent1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2707" name="Arc 2706">
            <a:extLst>
              <a:ext uri="{FF2B5EF4-FFF2-40B4-BE49-F238E27FC236}">
                <a16:creationId xmlns:a16="http://schemas.microsoft.com/office/drawing/2014/main" id="{1768A5DF-D7F3-EBB6-42D1-884348A16D04}"/>
              </a:ext>
            </a:extLst>
          </p:cNvPr>
          <p:cNvSpPr/>
          <p:nvPr/>
        </p:nvSpPr>
        <p:spPr>
          <a:xfrm flipH="1">
            <a:off x="7994242" y="4631167"/>
            <a:ext cx="712171" cy="1811289"/>
          </a:xfrm>
          <a:prstGeom prst="arc">
            <a:avLst>
              <a:gd name="adj1" fmla="val 16929297"/>
              <a:gd name="adj2" fmla="val 869860"/>
            </a:avLst>
          </a:prstGeom>
          <a:ln w="12700">
            <a:solidFill>
              <a:schemeClr val="accent1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2708" name="Arc 2707">
            <a:extLst>
              <a:ext uri="{FF2B5EF4-FFF2-40B4-BE49-F238E27FC236}">
                <a16:creationId xmlns:a16="http://schemas.microsoft.com/office/drawing/2014/main" id="{667FFE89-ADEE-E6A7-2489-B80A47E1A29B}"/>
              </a:ext>
            </a:extLst>
          </p:cNvPr>
          <p:cNvSpPr/>
          <p:nvPr/>
        </p:nvSpPr>
        <p:spPr>
          <a:xfrm>
            <a:off x="7698505" y="4463485"/>
            <a:ext cx="592484" cy="2160987"/>
          </a:xfrm>
          <a:prstGeom prst="arc">
            <a:avLst>
              <a:gd name="adj1" fmla="val 17080041"/>
              <a:gd name="adj2" fmla="val 1125959"/>
            </a:avLst>
          </a:prstGeom>
          <a:ln w="12700">
            <a:solidFill>
              <a:schemeClr val="accent1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381" name="Arc 1380">
            <a:extLst>
              <a:ext uri="{FF2B5EF4-FFF2-40B4-BE49-F238E27FC236}">
                <a16:creationId xmlns:a16="http://schemas.microsoft.com/office/drawing/2014/main" id="{6E72B3CE-21E3-B85B-E0F7-C91E8F9CDBE5}"/>
              </a:ext>
            </a:extLst>
          </p:cNvPr>
          <p:cNvSpPr/>
          <p:nvPr/>
        </p:nvSpPr>
        <p:spPr>
          <a:xfrm flipH="1">
            <a:off x="8106814" y="4444527"/>
            <a:ext cx="592484" cy="2160987"/>
          </a:xfrm>
          <a:prstGeom prst="arc">
            <a:avLst>
              <a:gd name="adj1" fmla="val 17080041"/>
              <a:gd name="adj2" fmla="val 1125959"/>
            </a:avLst>
          </a:prstGeom>
          <a:ln w="12700">
            <a:solidFill>
              <a:schemeClr val="accent1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383" name="Arc 1382">
            <a:extLst>
              <a:ext uri="{FF2B5EF4-FFF2-40B4-BE49-F238E27FC236}">
                <a16:creationId xmlns:a16="http://schemas.microsoft.com/office/drawing/2014/main" id="{879AA769-DEDF-AEEE-5C9E-9C3BEA4E5A48}"/>
              </a:ext>
            </a:extLst>
          </p:cNvPr>
          <p:cNvSpPr/>
          <p:nvPr/>
        </p:nvSpPr>
        <p:spPr>
          <a:xfrm>
            <a:off x="7681891" y="4628409"/>
            <a:ext cx="712171" cy="1811289"/>
          </a:xfrm>
          <a:prstGeom prst="arc">
            <a:avLst>
              <a:gd name="adj1" fmla="val 16929297"/>
              <a:gd name="adj2" fmla="val 869860"/>
            </a:avLst>
          </a:prstGeom>
          <a:ln w="12700">
            <a:solidFill>
              <a:schemeClr val="accent1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2657" name="Rectangle 2656">
            <a:extLst>
              <a:ext uri="{FF2B5EF4-FFF2-40B4-BE49-F238E27FC236}">
                <a16:creationId xmlns:a16="http://schemas.microsoft.com/office/drawing/2014/main" id="{1477A8CA-9461-69C7-FF09-8AAD1D7AA28A}"/>
              </a:ext>
            </a:extLst>
          </p:cNvPr>
          <p:cNvSpPr/>
          <p:nvPr/>
        </p:nvSpPr>
        <p:spPr>
          <a:xfrm>
            <a:off x="7890049" y="5625704"/>
            <a:ext cx="609167" cy="49919"/>
          </a:xfrm>
          <a:prstGeom prst="rect">
            <a:avLst/>
          </a:prstGeom>
          <a:solidFill>
            <a:srgbClr val="0098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cxnSp>
        <p:nvCxnSpPr>
          <p:cNvPr id="3532" name="Straight Arrow Connector 3531">
            <a:extLst>
              <a:ext uri="{FF2B5EF4-FFF2-40B4-BE49-F238E27FC236}">
                <a16:creationId xmlns:a16="http://schemas.microsoft.com/office/drawing/2014/main" id="{BE03AC75-B277-77B9-B5AD-AC5E26D3DE78}"/>
              </a:ext>
            </a:extLst>
          </p:cNvPr>
          <p:cNvCxnSpPr>
            <a:cxnSpLocks/>
          </p:cNvCxnSpPr>
          <p:nvPr/>
        </p:nvCxnSpPr>
        <p:spPr>
          <a:xfrm>
            <a:off x="3597693" y="4620449"/>
            <a:ext cx="475523" cy="123825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33" name="TextBox 3532">
            <a:extLst>
              <a:ext uri="{FF2B5EF4-FFF2-40B4-BE49-F238E27FC236}">
                <a16:creationId xmlns:a16="http://schemas.microsoft.com/office/drawing/2014/main" id="{490981C4-4BB8-F7E4-E338-DBFCCE7A8CC3}"/>
              </a:ext>
            </a:extLst>
          </p:cNvPr>
          <p:cNvSpPr txBox="1"/>
          <p:nvPr/>
        </p:nvSpPr>
        <p:spPr>
          <a:xfrm>
            <a:off x="2654483" y="4406833"/>
            <a:ext cx="11326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altLang="zh-CN" sz="1400" dirty="0" err="1">
                <a:latin typeface="Roboto" panose="02000000000000000000" pitchFamily="2" charset="0"/>
                <a:ea typeface="Roboto" panose="02000000000000000000" pitchFamily="2" charset="0"/>
              </a:rPr>
              <a:t>catalyst</a:t>
            </a:r>
            <a:endParaRPr lang="de-CH" sz="14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pSp>
        <p:nvGrpSpPr>
          <p:cNvPr id="3695" name="Group 3694">
            <a:extLst>
              <a:ext uri="{FF2B5EF4-FFF2-40B4-BE49-F238E27FC236}">
                <a16:creationId xmlns:a16="http://schemas.microsoft.com/office/drawing/2014/main" id="{424E550F-3B47-E00A-CFE4-E32AE863A3E6}"/>
              </a:ext>
            </a:extLst>
          </p:cNvPr>
          <p:cNvGrpSpPr/>
          <p:nvPr/>
        </p:nvGrpSpPr>
        <p:grpSpPr>
          <a:xfrm>
            <a:off x="3665282" y="7304513"/>
            <a:ext cx="4360240" cy="4721151"/>
            <a:chOff x="3684332" y="6332962"/>
            <a:chExt cx="4360240" cy="4721151"/>
          </a:xfrm>
        </p:grpSpPr>
        <p:grpSp>
          <p:nvGrpSpPr>
            <p:cNvPr id="2576" name="Group 2575">
              <a:extLst>
                <a:ext uri="{FF2B5EF4-FFF2-40B4-BE49-F238E27FC236}">
                  <a16:creationId xmlns:a16="http://schemas.microsoft.com/office/drawing/2014/main" id="{640BE1EA-3158-1C8C-DA42-071C197C53C5}"/>
                </a:ext>
              </a:extLst>
            </p:cNvPr>
            <p:cNvGrpSpPr/>
            <p:nvPr/>
          </p:nvGrpSpPr>
          <p:grpSpPr>
            <a:xfrm>
              <a:off x="3684332" y="6332962"/>
              <a:ext cx="4360240" cy="4721151"/>
              <a:chOff x="3256030" y="1744154"/>
              <a:chExt cx="4360240" cy="4721151"/>
            </a:xfrm>
          </p:grpSpPr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6D1CD1E4-D8E4-B548-6F2A-ACCE7ACB2CD9}"/>
                  </a:ext>
                </a:extLst>
              </p:cNvPr>
              <p:cNvCxnSpPr/>
              <p:nvPr/>
            </p:nvCxnSpPr>
            <p:spPr>
              <a:xfrm>
                <a:off x="4902927" y="3104718"/>
                <a:ext cx="0" cy="267648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4554F8F9-59F0-A138-CD54-549C08F959C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15873" y="3104718"/>
                <a:ext cx="0" cy="268283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37D1DCEB-DCAC-7ADD-033F-059ED4784B3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97858" y="5781199"/>
                <a:ext cx="923088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18098C8C-662C-C38D-B9EE-F0521F6C4E13}"/>
                  </a:ext>
                </a:extLst>
              </p:cNvPr>
              <p:cNvSpPr/>
              <p:nvPr/>
            </p:nvSpPr>
            <p:spPr>
              <a:xfrm>
                <a:off x="5251825" y="5442397"/>
                <a:ext cx="217845" cy="69030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F428A166-B646-5C07-4B9D-20959688DC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49450" y="5442397"/>
                <a:ext cx="0" cy="694633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39D9D74F-20E8-D704-2F9B-E67130F42A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69670" y="5442397"/>
                <a:ext cx="0" cy="690306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Arrow Connector 109">
                <a:extLst>
                  <a:ext uri="{FF2B5EF4-FFF2-40B4-BE49-F238E27FC236}">
                    <a16:creationId xmlns:a16="http://schemas.microsoft.com/office/drawing/2014/main" id="{6AA771C4-F73D-3AF5-EAAA-ED941FDE5CD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50914" y="5807531"/>
                <a:ext cx="0" cy="402294"/>
              </a:xfrm>
              <a:prstGeom prst="straightConnector1">
                <a:avLst/>
              </a:prstGeom>
              <a:ln w="19050">
                <a:solidFill>
                  <a:srgbClr val="6161AA"/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C5D98567-5236-AC6B-0F26-7F9DF9AC6008}"/>
                  </a:ext>
                </a:extLst>
              </p:cNvPr>
              <p:cNvSpPr txBox="1"/>
              <p:nvPr/>
            </p:nvSpPr>
            <p:spPr>
              <a:xfrm>
                <a:off x="4346977" y="6157528"/>
                <a:ext cx="1986774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de-DE" altLang="zh-CN" sz="1400" dirty="0" err="1">
                    <a:solidFill>
                      <a:srgbClr val="6161AA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sweep</a:t>
                </a:r>
                <a:r>
                  <a:rPr lang="de-DE" altLang="zh-CN" sz="1400" dirty="0">
                    <a:solidFill>
                      <a:srgbClr val="6161AA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 gas in</a:t>
                </a:r>
                <a:endParaRPr lang="de-CH" sz="1400" dirty="0">
                  <a:solidFill>
                    <a:srgbClr val="6161AA"/>
                  </a:solidFill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EFFD1E7A-F19E-5E9B-8DD9-2CC620D33F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88731" y="3104718"/>
                <a:ext cx="756279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Straight Connector 112">
                <a:extLst>
                  <a:ext uri="{FF2B5EF4-FFF2-40B4-BE49-F238E27FC236}">
                    <a16:creationId xmlns:a16="http://schemas.microsoft.com/office/drawing/2014/main" id="{B0F4EBB3-1077-A874-6392-AD1150F0B5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03526" y="3104718"/>
                <a:ext cx="707454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>
                <a:extLst>
                  <a:ext uri="{FF2B5EF4-FFF2-40B4-BE49-F238E27FC236}">
                    <a16:creationId xmlns:a16="http://schemas.microsoft.com/office/drawing/2014/main" id="{26A10C74-0E77-C516-EBD1-50558E63FD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52868" y="3334314"/>
                <a:ext cx="0" cy="1794424"/>
              </a:xfrm>
              <a:prstGeom prst="line">
                <a:avLst/>
              </a:prstGeom>
              <a:ln w="19050">
                <a:solidFill>
                  <a:srgbClr val="00989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77" name="Straight Connector 2176">
                <a:extLst>
                  <a:ext uri="{FF2B5EF4-FFF2-40B4-BE49-F238E27FC236}">
                    <a16:creationId xmlns:a16="http://schemas.microsoft.com/office/drawing/2014/main" id="{155745D0-3D9E-1F40-1616-3D8A462D135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48339" y="5119210"/>
                <a:ext cx="443161" cy="0"/>
              </a:xfrm>
              <a:prstGeom prst="line">
                <a:avLst/>
              </a:prstGeom>
              <a:ln w="19050">
                <a:solidFill>
                  <a:srgbClr val="00989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2" name="Straight Connector 2181">
                <a:extLst>
                  <a:ext uri="{FF2B5EF4-FFF2-40B4-BE49-F238E27FC236}">
                    <a16:creationId xmlns:a16="http://schemas.microsoft.com/office/drawing/2014/main" id="{C95B0263-C534-890C-168B-0F2D6D0F2B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52868" y="2380775"/>
                <a:ext cx="0" cy="95354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3" name="Straight Connector 2182">
                <a:extLst>
                  <a:ext uri="{FF2B5EF4-FFF2-40B4-BE49-F238E27FC236}">
                    <a16:creationId xmlns:a16="http://schemas.microsoft.com/office/drawing/2014/main" id="{93A3B47A-C133-06D8-255E-DFB074FDEE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83906" y="2380775"/>
                <a:ext cx="0" cy="953539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91" name="Rectangle 2190">
                <a:extLst>
                  <a:ext uri="{FF2B5EF4-FFF2-40B4-BE49-F238E27FC236}">
                    <a16:creationId xmlns:a16="http://schemas.microsoft.com/office/drawing/2014/main" id="{577A31F9-C555-FEC8-57A6-FA0BAEB28D3A}"/>
                  </a:ext>
                </a:extLst>
              </p:cNvPr>
              <p:cNvSpPr/>
              <p:nvPr/>
            </p:nvSpPr>
            <p:spPr>
              <a:xfrm rot="5400000">
                <a:off x="4788935" y="2641990"/>
                <a:ext cx="217845" cy="69030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cxnSp>
            <p:nvCxnSpPr>
              <p:cNvPr id="2193" name="Straight Connector 2192">
                <a:extLst>
                  <a:ext uri="{FF2B5EF4-FFF2-40B4-BE49-F238E27FC236}">
                    <a16:creationId xmlns:a16="http://schemas.microsoft.com/office/drawing/2014/main" id="{D722F1B9-9685-0034-42C2-C535135D6C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02780" y="2878220"/>
                <a:ext cx="756279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03" name="Straight Connector 2202">
                <a:extLst>
                  <a:ext uri="{FF2B5EF4-FFF2-40B4-BE49-F238E27FC236}">
                    <a16:creationId xmlns:a16="http://schemas.microsoft.com/office/drawing/2014/main" id="{E7CEBBBD-F3FC-93A4-0B98-4F6DEA8C5D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91500" y="2870600"/>
                <a:ext cx="91948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06" name="Straight Arrow Connector 2205">
                <a:extLst>
                  <a:ext uri="{FF2B5EF4-FFF2-40B4-BE49-F238E27FC236}">
                    <a16:creationId xmlns:a16="http://schemas.microsoft.com/office/drawing/2014/main" id="{05413D44-667E-F09C-19C5-CE37C422CC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01794" y="2992125"/>
                <a:ext cx="401626" cy="0"/>
              </a:xfrm>
              <a:prstGeom prst="straightConnector1">
                <a:avLst/>
              </a:prstGeom>
              <a:ln w="19050">
                <a:solidFill>
                  <a:srgbClr val="6161AA"/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208" name="TextBox 2207">
                <a:extLst>
                  <a:ext uri="{FF2B5EF4-FFF2-40B4-BE49-F238E27FC236}">
                    <a16:creationId xmlns:a16="http://schemas.microsoft.com/office/drawing/2014/main" id="{7A063336-A30D-2BB2-845D-9928B3A5B680}"/>
                  </a:ext>
                </a:extLst>
              </p:cNvPr>
              <p:cNvSpPr txBox="1"/>
              <p:nvPr/>
            </p:nvSpPr>
            <p:spPr>
              <a:xfrm>
                <a:off x="6483573" y="2714869"/>
                <a:ext cx="113269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de-DE" altLang="zh-CN" sz="1400" dirty="0" err="1">
                    <a:solidFill>
                      <a:srgbClr val="6161AA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sweep</a:t>
                </a:r>
                <a:r>
                  <a:rPr lang="de-DE" altLang="zh-CN" sz="1400" dirty="0">
                    <a:solidFill>
                      <a:srgbClr val="6161AA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 gas out</a:t>
                </a:r>
                <a:endParaRPr lang="de-CH" sz="1400" dirty="0">
                  <a:solidFill>
                    <a:srgbClr val="6161AA"/>
                  </a:solidFill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2209" name="Rectangle 2208">
                <a:extLst>
                  <a:ext uri="{FF2B5EF4-FFF2-40B4-BE49-F238E27FC236}">
                    <a16:creationId xmlns:a16="http://schemas.microsoft.com/office/drawing/2014/main" id="{057577CD-3FB9-4B16-A2BD-F37F001D7324}"/>
                  </a:ext>
                </a:extLst>
              </p:cNvPr>
              <p:cNvSpPr/>
              <p:nvPr/>
            </p:nvSpPr>
            <p:spPr>
              <a:xfrm>
                <a:off x="5162087" y="2578133"/>
                <a:ext cx="414339" cy="78867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 dirty="0"/>
              </a:p>
            </p:txBody>
          </p:sp>
          <p:sp>
            <p:nvSpPr>
              <p:cNvPr id="2210" name="Rectangle 2209">
                <a:extLst>
                  <a:ext uri="{FF2B5EF4-FFF2-40B4-BE49-F238E27FC236}">
                    <a16:creationId xmlns:a16="http://schemas.microsoft.com/office/drawing/2014/main" id="{2CD01F1B-2D45-8A8B-DC4F-8B33A97C6318}"/>
                  </a:ext>
                </a:extLst>
              </p:cNvPr>
              <p:cNvSpPr/>
              <p:nvPr/>
            </p:nvSpPr>
            <p:spPr>
              <a:xfrm>
                <a:off x="5337167" y="2370973"/>
                <a:ext cx="77459" cy="69030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cxnSp>
            <p:nvCxnSpPr>
              <p:cNvPr id="2215" name="Straight Arrow Connector 2214">
                <a:extLst>
                  <a:ext uri="{FF2B5EF4-FFF2-40B4-BE49-F238E27FC236}">
                    <a16:creationId xmlns:a16="http://schemas.microsoft.com/office/drawing/2014/main" id="{D0010034-1E53-2DE0-4927-92778961CC9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75896" y="2031191"/>
                <a:ext cx="0" cy="328770"/>
              </a:xfrm>
              <a:prstGeom prst="straightConnector1">
                <a:avLst/>
              </a:prstGeom>
              <a:ln w="19050">
                <a:solidFill>
                  <a:srgbClr val="E4325C"/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217" name="TextBox 2216">
                <a:extLst>
                  <a:ext uri="{FF2B5EF4-FFF2-40B4-BE49-F238E27FC236}">
                    <a16:creationId xmlns:a16="http://schemas.microsoft.com/office/drawing/2014/main" id="{442ED304-41F5-90EA-1606-B53EC038959D}"/>
                  </a:ext>
                </a:extLst>
              </p:cNvPr>
              <p:cNvSpPr txBox="1"/>
              <p:nvPr/>
            </p:nvSpPr>
            <p:spPr>
              <a:xfrm>
                <a:off x="3256030" y="2714869"/>
                <a:ext cx="105459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de-DE" altLang="zh-CN" sz="1400" dirty="0" err="1">
                    <a:solidFill>
                      <a:srgbClr val="E4325C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cracked</a:t>
                </a:r>
                <a:r>
                  <a:rPr lang="de-DE" altLang="zh-CN" sz="1400" dirty="0">
                    <a:solidFill>
                      <a:srgbClr val="E4325C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 gas</a:t>
                </a:r>
                <a:endParaRPr lang="de-CH" sz="1400" dirty="0">
                  <a:solidFill>
                    <a:srgbClr val="E4325C"/>
                  </a:solidFill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cxnSp>
            <p:nvCxnSpPr>
              <p:cNvPr id="2218" name="Straight Arrow Connector 2217">
                <a:extLst>
                  <a:ext uri="{FF2B5EF4-FFF2-40B4-BE49-F238E27FC236}">
                    <a16:creationId xmlns:a16="http://schemas.microsoft.com/office/drawing/2014/main" id="{B27EB2DA-19E8-77F3-D3CF-A857A8C46B2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218561" y="2988296"/>
                <a:ext cx="357690" cy="0"/>
              </a:xfrm>
              <a:prstGeom prst="straightConnector1">
                <a:avLst/>
              </a:prstGeom>
              <a:ln w="19050">
                <a:solidFill>
                  <a:srgbClr val="E4325C"/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222" name="TextBox 2221">
                <a:extLst>
                  <a:ext uri="{FF2B5EF4-FFF2-40B4-BE49-F238E27FC236}">
                    <a16:creationId xmlns:a16="http://schemas.microsoft.com/office/drawing/2014/main" id="{F1021FBF-6E69-5992-CF68-3A61493212A8}"/>
                  </a:ext>
                </a:extLst>
              </p:cNvPr>
              <p:cNvSpPr txBox="1"/>
              <p:nvPr/>
            </p:nvSpPr>
            <p:spPr>
              <a:xfrm>
                <a:off x="4697526" y="1744154"/>
                <a:ext cx="1495259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de-DE" altLang="zh-CN" sz="1400" dirty="0" err="1">
                    <a:solidFill>
                      <a:srgbClr val="E4325C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feed</a:t>
                </a:r>
                <a:r>
                  <a:rPr lang="de-DE" altLang="zh-CN" sz="1400" dirty="0">
                    <a:solidFill>
                      <a:srgbClr val="E4325C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 gas</a:t>
                </a:r>
                <a:endParaRPr lang="de-CH" sz="1400" dirty="0">
                  <a:solidFill>
                    <a:srgbClr val="E4325C"/>
                  </a:solidFill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2229" name="Rectangle 2228">
                <a:extLst>
                  <a:ext uri="{FF2B5EF4-FFF2-40B4-BE49-F238E27FC236}">
                    <a16:creationId xmlns:a16="http://schemas.microsoft.com/office/drawing/2014/main" id="{5D272DCE-8151-B632-DEED-43C24D9CBB8B}"/>
                  </a:ext>
                </a:extLst>
              </p:cNvPr>
              <p:cNvSpPr/>
              <p:nvPr/>
            </p:nvSpPr>
            <p:spPr>
              <a:xfrm>
                <a:off x="5159705" y="4392631"/>
                <a:ext cx="423865" cy="220055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 dirty="0"/>
              </a:p>
            </p:txBody>
          </p:sp>
          <p:sp>
            <p:nvSpPr>
              <p:cNvPr id="2230" name="Rectangle 2229">
                <a:extLst>
                  <a:ext uri="{FF2B5EF4-FFF2-40B4-BE49-F238E27FC236}">
                    <a16:creationId xmlns:a16="http://schemas.microsoft.com/office/drawing/2014/main" id="{BDCD2F79-1A61-6E5F-FD27-985428C49E07}"/>
                  </a:ext>
                </a:extLst>
              </p:cNvPr>
              <p:cNvSpPr/>
              <p:nvPr/>
            </p:nvSpPr>
            <p:spPr>
              <a:xfrm>
                <a:off x="5336831" y="4252024"/>
                <a:ext cx="82431" cy="52216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cxnSp>
            <p:nvCxnSpPr>
              <p:cNvPr id="2211" name="Straight Connector 2210">
                <a:extLst>
                  <a:ext uri="{FF2B5EF4-FFF2-40B4-BE49-F238E27FC236}">
                    <a16:creationId xmlns:a16="http://schemas.microsoft.com/office/drawing/2014/main" id="{47D86F16-A3B6-CF3C-205C-2B8D82C0AD5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18806" y="2182698"/>
                <a:ext cx="0" cy="280792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12" name="Straight Connector 2211">
                <a:extLst>
                  <a:ext uri="{FF2B5EF4-FFF2-40B4-BE49-F238E27FC236}">
                    <a16:creationId xmlns:a16="http://schemas.microsoft.com/office/drawing/2014/main" id="{61362BD1-11D1-7B7B-682B-7D48A99FE0E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37167" y="2182698"/>
                <a:ext cx="0" cy="280792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31" name="Straight Arrow Connector 2230">
                <a:extLst>
                  <a:ext uri="{FF2B5EF4-FFF2-40B4-BE49-F238E27FC236}">
                    <a16:creationId xmlns:a16="http://schemas.microsoft.com/office/drawing/2014/main" id="{6F2AFF57-C355-31CB-639C-3A9150FCC44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47366" y="4488861"/>
                <a:ext cx="475523" cy="123825"/>
              </a:xfrm>
              <a:prstGeom prst="straightConnector1">
                <a:avLst/>
              </a:prstGeom>
              <a:ln w="19050">
                <a:solidFill>
                  <a:schemeClr val="bg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76" name="Straight Connector 2175">
                <a:extLst>
                  <a:ext uri="{FF2B5EF4-FFF2-40B4-BE49-F238E27FC236}">
                    <a16:creationId xmlns:a16="http://schemas.microsoft.com/office/drawing/2014/main" id="{3061436C-3F53-2E51-B9F0-BD529BF636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83906" y="3334314"/>
                <a:ext cx="0" cy="1794423"/>
              </a:xfrm>
              <a:prstGeom prst="line">
                <a:avLst/>
              </a:prstGeom>
              <a:ln w="19050">
                <a:solidFill>
                  <a:srgbClr val="00989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33" name="TextBox 2232">
                <a:extLst>
                  <a:ext uri="{FF2B5EF4-FFF2-40B4-BE49-F238E27FC236}">
                    <a16:creationId xmlns:a16="http://schemas.microsoft.com/office/drawing/2014/main" id="{A7A8BA15-0FED-BB0B-4F8A-3FA0D629B144}"/>
                  </a:ext>
                </a:extLst>
              </p:cNvPr>
              <p:cNvSpPr txBox="1"/>
              <p:nvPr/>
            </p:nvSpPr>
            <p:spPr>
              <a:xfrm>
                <a:off x="5888765" y="4535430"/>
                <a:ext cx="113269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de-DE" altLang="zh-CN" sz="1400" dirty="0" err="1">
                    <a:latin typeface="Roboto" panose="02000000000000000000" pitchFamily="2" charset="0"/>
                    <a:ea typeface="Roboto" panose="02000000000000000000" pitchFamily="2" charset="0"/>
                  </a:rPr>
                  <a:t>catalyst</a:t>
                </a:r>
                <a:endParaRPr lang="de-CH" sz="1400" dirty="0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2237" name="Freeform: Shape 2236">
                <a:extLst>
                  <a:ext uri="{FF2B5EF4-FFF2-40B4-BE49-F238E27FC236}">
                    <a16:creationId xmlns:a16="http://schemas.microsoft.com/office/drawing/2014/main" id="{3E396155-A2A9-37F9-0479-F40E07260BA4}"/>
                  </a:ext>
                </a:extLst>
              </p:cNvPr>
              <p:cNvSpPr/>
              <p:nvPr/>
            </p:nvSpPr>
            <p:spPr>
              <a:xfrm>
                <a:off x="5235113" y="4943000"/>
                <a:ext cx="133350" cy="131230"/>
              </a:xfrm>
              <a:custGeom>
                <a:avLst/>
                <a:gdLst>
                  <a:gd name="connsiteX0" fmla="*/ 133350 w 133350"/>
                  <a:gd name="connsiteY0" fmla="*/ 0 h 131230"/>
                  <a:gd name="connsiteX1" fmla="*/ 92075 w 133350"/>
                  <a:gd name="connsiteY1" fmla="*/ 130175 h 131230"/>
                  <a:gd name="connsiteX2" fmla="*/ 0 w 133350"/>
                  <a:gd name="connsiteY2" fmla="*/ 50800 h 1312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3350" h="131230">
                    <a:moveTo>
                      <a:pt x="133350" y="0"/>
                    </a:moveTo>
                    <a:cubicBezTo>
                      <a:pt x="123825" y="60854"/>
                      <a:pt x="114300" y="121708"/>
                      <a:pt x="92075" y="130175"/>
                    </a:cubicBezTo>
                    <a:cubicBezTo>
                      <a:pt x="69850" y="138642"/>
                      <a:pt x="34925" y="94721"/>
                      <a:pt x="0" y="50800"/>
                    </a:cubicBezTo>
                  </a:path>
                </a:pathLst>
              </a:custGeom>
              <a:noFill/>
              <a:ln w="12700">
                <a:solidFill>
                  <a:srgbClr val="E4325C"/>
                </a:solidFill>
                <a:bevel/>
                <a:headEnd type="none" w="med" len="med"/>
                <a:tailEnd type="triangle" w="sm" len="me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 dirty="0"/>
              </a:p>
            </p:txBody>
          </p:sp>
          <p:sp>
            <p:nvSpPr>
              <p:cNvPr id="2239" name="Freeform: Shape 2238">
                <a:extLst>
                  <a:ext uri="{FF2B5EF4-FFF2-40B4-BE49-F238E27FC236}">
                    <a16:creationId xmlns:a16="http://schemas.microsoft.com/office/drawing/2014/main" id="{C321F8B7-9674-6928-FE92-E0418E3E9379}"/>
                  </a:ext>
                </a:extLst>
              </p:cNvPr>
              <p:cNvSpPr/>
              <p:nvPr/>
            </p:nvSpPr>
            <p:spPr>
              <a:xfrm flipH="1">
                <a:off x="5383951" y="4943237"/>
                <a:ext cx="116452" cy="131230"/>
              </a:xfrm>
              <a:custGeom>
                <a:avLst/>
                <a:gdLst>
                  <a:gd name="connsiteX0" fmla="*/ 133350 w 133350"/>
                  <a:gd name="connsiteY0" fmla="*/ 0 h 131230"/>
                  <a:gd name="connsiteX1" fmla="*/ 92075 w 133350"/>
                  <a:gd name="connsiteY1" fmla="*/ 130175 h 131230"/>
                  <a:gd name="connsiteX2" fmla="*/ 0 w 133350"/>
                  <a:gd name="connsiteY2" fmla="*/ 50800 h 1312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3350" h="131230">
                    <a:moveTo>
                      <a:pt x="133350" y="0"/>
                    </a:moveTo>
                    <a:cubicBezTo>
                      <a:pt x="123825" y="60854"/>
                      <a:pt x="114300" y="121708"/>
                      <a:pt x="92075" y="130175"/>
                    </a:cubicBezTo>
                    <a:cubicBezTo>
                      <a:pt x="69850" y="138642"/>
                      <a:pt x="34925" y="94721"/>
                      <a:pt x="0" y="50800"/>
                    </a:cubicBezTo>
                  </a:path>
                </a:pathLst>
              </a:custGeom>
              <a:noFill/>
              <a:ln w="12700">
                <a:solidFill>
                  <a:srgbClr val="E4325C"/>
                </a:solidFill>
                <a:bevel/>
                <a:headEnd type="none" w="med" len="med"/>
                <a:tailEnd type="triangle" w="sm" len="me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 dirty="0"/>
              </a:p>
            </p:txBody>
          </p:sp>
          <p:cxnSp>
            <p:nvCxnSpPr>
              <p:cNvPr id="2562" name="Straight Arrow Connector 2561">
                <a:extLst>
                  <a:ext uri="{FF2B5EF4-FFF2-40B4-BE49-F238E27FC236}">
                    <a16:creationId xmlns:a16="http://schemas.microsoft.com/office/drawing/2014/main" id="{25B78AA3-8091-A19B-623F-95DFCD203EBE}"/>
                  </a:ext>
                </a:extLst>
              </p:cNvPr>
              <p:cNvCxnSpPr>
                <a:cxnSpLocks/>
                <a:stCxn id="2574" idx="3"/>
                <a:endCxn id="2569" idx="3"/>
              </p:cNvCxnSpPr>
              <p:nvPr/>
            </p:nvCxnSpPr>
            <p:spPr>
              <a:xfrm flipH="1">
                <a:off x="4336522" y="4121838"/>
                <a:ext cx="766882" cy="367023"/>
              </a:xfrm>
              <a:prstGeom prst="straightConnector1">
                <a:avLst/>
              </a:prstGeom>
              <a:ln w="19050">
                <a:solidFill>
                  <a:srgbClr val="009890"/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566" name="TextBox 2565">
                <a:extLst>
                  <a:ext uri="{FF2B5EF4-FFF2-40B4-BE49-F238E27FC236}">
                    <a16:creationId xmlns:a16="http://schemas.microsoft.com/office/drawing/2014/main" id="{6D7A472F-7163-23DA-468D-ADC41AC35080}"/>
                  </a:ext>
                </a:extLst>
              </p:cNvPr>
              <p:cNvSpPr txBox="1"/>
              <p:nvPr/>
            </p:nvSpPr>
            <p:spPr>
              <a:xfrm>
                <a:off x="3411276" y="4835070"/>
                <a:ext cx="146937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de-DE" altLang="zh-CN" sz="1400" dirty="0">
                    <a:solidFill>
                      <a:srgbClr val="009890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H</a:t>
                </a:r>
                <a:r>
                  <a:rPr lang="de-DE" altLang="zh-CN" sz="1400" baseline="-25000" dirty="0">
                    <a:solidFill>
                      <a:srgbClr val="009890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2</a:t>
                </a:r>
                <a:r>
                  <a:rPr lang="de-DE" altLang="zh-CN" sz="1400" dirty="0">
                    <a:solidFill>
                      <a:srgbClr val="009890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 permeable </a:t>
                </a:r>
                <a:r>
                  <a:rPr lang="de-DE" altLang="zh-CN" sz="1400" dirty="0" err="1">
                    <a:solidFill>
                      <a:srgbClr val="009890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membrane</a:t>
                </a:r>
                <a:endParaRPr lang="de-CH" sz="1400" dirty="0">
                  <a:solidFill>
                    <a:srgbClr val="009890"/>
                  </a:solidFill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2569" name="Rectangle 2568">
                <a:extLst>
                  <a:ext uri="{FF2B5EF4-FFF2-40B4-BE49-F238E27FC236}">
                    <a16:creationId xmlns:a16="http://schemas.microsoft.com/office/drawing/2014/main" id="{39FE4657-6A3C-54D9-81D7-2AE69FB7687D}"/>
                  </a:ext>
                </a:extLst>
              </p:cNvPr>
              <p:cNvSpPr/>
              <p:nvPr/>
            </p:nvSpPr>
            <p:spPr>
              <a:xfrm>
                <a:off x="4096938" y="4120708"/>
                <a:ext cx="239584" cy="736305"/>
              </a:xfrm>
              <a:prstGeom prst="rect">
                <a:avLst/>
              </a:prstGeom>
              <a:solidFill>
                <a:srgbClr val="00989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 dirty="0"/>
              </a:p>
            </p:txBody>
          </p:sp>
          <p:cxnSp>
            <p:nvCxnSpPr>
              <p:cNvPr id="2571" name="Straight Arrow Connector 2570">
                <a:extLst>
                  <a:ext uri="{FF2B5EF4-FFF2-40B4-BE49-F238E27FC236}">
                    <a16:creationId xmlns:a16="http://schemas.microsoft.com/office/drawing/2014/main" id="{E59E1F76-BE4A-B2B7-4F18-5AF2EC510896}"/>
                  </a:ext>
                </a:extLst>
              </p:cNvPr>
              <p:cNvCxnSpPr/>
              <p:nvPr/>
            </p:nvCxnSpPr>
            <p:spPr>
              <a:xfrm flipH="1">
                <a:off x="3872801" y="4345366"/>
                <a:ext cx="601139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573" name="TextBox 2572">
                <a:extLst>
                  <a:ext uri="{FF2B5EF4-FFF2-40B4-BE49-F238E27FC236}">
                    <a16:creationId xmlns:a16="http://schemas.microsoft.com/office/drawing/2014/main" id="{DDBDC35F-0D7C-DA48-2248-702A4F35F5A5}"/>
                  </a:ext>
                </a:extLst>
              </p:cNvPr>
              <p:cNvSpPr txBox="1"/>
              <p:nvPr/>
            </p:nvSpPr>
            <p:spPr>
              <a:xfrm>
                <a:off x="3319903" y="4159739"/>
                <a:ext cx="821282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de-DE" altLang="zh-CN" sz="1400" dirty="0">
                    <a:latin typeface="Roboto" panose="02000000000000000000" pitchFamily="2" charset="0"/>
                    <a:ea typeface="Roboto" panose="02000000000000000000" pitchFamily="2" charset="0"/>
                  </a:rPr>
                  <a:t>H</a:t>
                </a:r>
                <a:r>
                  <a:rPr lang="de-DE" altLang="zh-CN" sz="1400" baseline="-25000" dirty="0">
                    <a:latin typeface="Roboto" panose="02000000000000000000" pitchFamily="2" charset="0"/>
                    <a:ea typeface="Roboto" panose="02000000000000000000" pitchFamily="2" charset="0"/>
                  </a:rPr>
                  <a:t>2</a:t>
                </a:r>
                <a:endParaRPr lang="de-CH" sz="1400" baseline="-25000" dirty="0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2574" name="Oval 2573">
                <a:extLst>
                  <a:ext uri="{FF2B5EF4-FFF2-40B4-BE49-F238E27FC236}">
                    <a16:creationId xmlns:a16="http://schemas.microsoft.com/office/drawing/2014/main" id="{8552B0E5-4168-8A71-024D-FBDA4A1DC273}"/>
                  </a:ext>
                </a:extLst>
              </p:cNvPr>
              <p:cNvSpPr/>
              <p:nvPr/>
            </p:nvSpPr>
            <p:spPr>
              <a:xfrm>
                <a:off x="5080182" y="3986493"/>
                <a:ext cx="158567" cy="158567"/>
              </a:xfrm>
              <a:prstGeom prst="ellipse">
                <a:avLst/>
              </a:prstGeom>
              <a:noFill/>
              <a:ln>
                <a:solidFill>
                  <a:srgbClr val="00989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 dirty="0"/>
              </a:p>
            </p:txBody>
          </p:sp>
        </p:grpSp>
        <p:sp>
          <p:nvSpPr>
            <p:cNvPr id="3534" name="TextBox 3533">
              <a:extLst>
                <a:ext uri="{FF2B5EF4-FFF2-40B4-BE49-F238E27FC236}">
                  <a16:creationId xmlns:a16="http://schemas.microsoft.com/office/drawing/2014/main" id="{9C21603E-4D90-87DE-983E-D88606D60804}"/>
                </a:ext>
              </a:extLst>
            </p:cNvPr>
            <p:cNvSpPr txBox="1"/>
            <p:nvPr/>
          </p:nvSpPr>
          <p:spPr>
            <a:xfrm>
              <a:off x="5846550" y="7011685"/>
              <a:ext cx="113269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de-DE" altLang="zh-CN" sz="1400" dirty="0" err="1">
                  <a:latin typeface="Roboto" panose="02000000000000000000" pitchFamily="2" charset="0"/>
                  <a:ea typeface="Roboto" panose="02000000000000000000" pitchFamily="2" charset="0"/>
                </a:rPr>
                <a:t>septum</a:t>
              </a:r>
              <a:endParaRPr lang="de-CH" sz="1400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</p:grpSp>
      <p:cxnSp>
        <p:nvCxnSpPr>
          <p:cNvPr id="3586" name="Straight Connector 3585">
            <a:extLst>
              <a:ext uri="{FF2B5EF4-FFF2-40B4-BE49-F238E27FC236}">
                <a16:creationId xmlns:a16="http://schemas.microsoft.com/office/drawing/2014/main" id="{06CBF774-1A85-B1D3-1128-44D1F876CA7A}"/>
              </a:ext>
            </a:extLst>
          </p:cNvPr>
          <p:cNvCxnSpPr>
            <a:cxnSpLocks/>
            <a:stCxn id="3667" idx="3"/>
          </p:cNvCxnSpPr>
          <p:nvPr/>
        </p:nvCxnSpPr>
        <p:spPr>
          <a:xfrm>
            <a:off x="13216347" y="4883525"/>
            <a:ext cx="407562" cy="222148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89" name="Rectangle 3588">
            <a:extLst>
              <a:ext uri="{FF2B5EF4-FFF2-40B4-BE49-F238E27FC236}">
                <a16:creationId xmlns:a16="http://schemas.microsoft.com/office/drawing/2014/main" id="{6B0D8BCA-2934-4E56-38E4-2A31EF20C62A}"/>
              </a:ext>
            </a:extLst>
          </p:cNvPr>
          <p:cNvSpPr/>
          <p:nvPr/>
        </p:nvSpPr>
        <p:spPr>
          <a:xfrm>
            <a:off x="12284022" y="3195667"/>
            <a:ext cx="933912" cy="3282473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400" dirty="0"/>
          </a:p>
        </p:txBody>
      </p:sp>
      <p:sp>
        <p:nvSpPr>
          <p:cNvPr id="3590" name="Rectangle 3589">
            <a:extLst>
              <a:ext uri="{FF2B5EF4-FFF2-40B4-BE49-F238E27FC236}">
                <a16:creationId xmlns:a16="http://schemas.microsoft.com/office/drawing/2014/main" id="{15D1E820-5395-9DF5-84A0-848B803F1763}"/>
              </a:ext>
            </a:extLst>
          </p:cNvPr>
          <p:cNvSpPr/>
          <p:nvPr/>
        </p:nvSpPr>
        <p:spPr>
          <a:xfrm>
            <a:off x="12486455" y="2873370"/>
            <a:ext cx="108490" cy="854138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400"/>
          </a:p>
        </p:txBody>
      </p:sp>
      <p:cxnSp>
        <p:nvCxnSpPr>
          <p:cNvPr id="3592" name="Straight Arrow Connector 3591">
            <a:extLst>
              <a:ext uri="{FF2B5EF4-FFF2-40B4-BE49-F238E27FC236}">
                <a16:creationId xmlns:a16="http://schemas.microsoft.com/office/drawing/2014/main" id="{5857A99F-C6DB-FE45-80AF-4186264BD70A}"/>
              </a:ext>
            </a:extLst>
          </p:cNvPr>
          <p:cNvCxnSpPr>
            <a:cxnSpLocks/>
          </p:cNvCxnSpPr>
          <p:nvPr/>
        </p:nvCxnSpPr>
        <p:spPr>
          <a:xfrm>
            <a:off x="12538096" y="3029004"/>
            <a:ext cx="0" cy="424342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93" name="TextBox 3592">
            <a:extLst>
              <a:ext uri="{FF2B5EF4-FFF2-40B4-BE49-F238E27FC236}">
                <a16:creationId xmlns:a16="http://schemas.microsoft.com/office/drawing/2014/main" id="{1E8109C2-4A3B-774B-3693-2E3EEED4F48B}"/>
              </a:ext>
            </a:extLst>
          </p:cNvPr>
          <p:cNvSpPr txBox="1"/>
          <p:nvPr/>
        </p:nvSpPr>
        <p:spPr>
          <a:xfrm>
            <a:off x="11355813" y="2702880"/>
            <a:ext cx="2239787" cy="307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rgbClr val="E4325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feed gas</a:t>
            </a:r>
            <a:endParaRPr lang="de-CH" sz="1400" u="sng" dirty="0">
              <a:solidFill>
                <a:srgbClr val="E4325C"/>
              </a:solidFill>
              <a:latin typeface="Roboto" panose="02000000000000000000" pitchFamily="2" charset="0"/>
              <a:ea typeface="Roboto" panose="02000000000000000000" pitchFamily="2" charset="0"/>
              <a:hlinkClick r:id="rId5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3595" name="Rectangle 3594">
            <a:extLst>
              <a:ext uri="{FF2B5EF4-FFF2-40B4-BE49-F238E27FC236}">
                <a16:creationId xmlns:a16="http://schemas.microsoft.com/office/drawing/2014/main" id="{23D34F12-3300-24C8-DEDC-B70E6E97473E}"/>
              </a:ext>
            </a:extLst>
          </p:cNvPr>
          <p:cNvSpPr/>
          <p:nvPr/>
        </p:nvSpPr>
        <p:spPr>
          <a:xfrm rot="5400000">
            <a:off x="13262727" y="5807694"/>
            <a:ext cx="199039" cy="854138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400"/>
          </a:p>
        </p:txBody>
      </p:sp>
      <p:sp>
        <p:nvSpPr>
          <p:cNvPr id="3596" name="TextBox 3595">
            <a:extLst>
              <a:ext uri="{FF2B5EF4-FFF2-40B4-BE49-F238E27FC236}">
                <a16:creationId xmlns:a16="http://schemas.microsoft.com/office/drawing/2014/main" id="{F5E01BB7-50C0-6A34-0178-6C9694DF2363}"/>
              </a:ext>
            </a:extLst>
          </p:cNvPr>
          <p:cNvSpPr txBox="1"/>
          <p:nvPr/>
        </p:nvSpPr>
        <p:spPr>
          <a:xfrm>
            <a:off x="13015921" y="6712469"/>
            <a:ext cx="1506029" cy="307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altLang="zh-CN" sz="1400" dirty="0" err="1">
                <a:solidFill>
                  <a:srgbClr val="E4325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cracked</a:t>
            </a:r>
            <a:r>
              <a:rPr lang="de-DE" altLang="zh-CN" sz="1400" dirty="0">
                <a:solidFill>
                  <a:srgbClr val="E4325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gas</a:t>
            </a:r>
            <a:endParaRPr lang="de-CH" sz="1400" u="sng" baseline="-25000" dirty="0">
              <a:solidFill>
                <a:srgbClr val="E4325C"/>
              </a:solidFill>
              <a:latin typeface="Roboto" panose="02000000000000000000" pitchFamily="2" charset="0"/>
              <a:ea typeface="Roboto" panose="02000000000000000000" pitchFamily="2" charset="0"/>
              <a:hlinkClick r:id="rId5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cxnSp>
        <p:nvCxnSpPr>
          <p:cNvPr id="3666" name="Straight Connector 3665">
            <a:extLst>
              <a:ext uri="{FF2B5EF4-FFF2-40B4-BE49-F238E27FC236}">
                <a16:creationId xmlns:a16="http://schemas.microsoft.com/office/drawing/2014/main" id="{76DAFF57-206F-1458-84F0-72BA82E57866}"/>
              </a:ext>
            </a:extLst>
          </p:cNvPr>
          <p:cNvCxnSpPr>
            <a:cxnSpLocks/>
          </p:cNvCxnSpPr>
          <p:nvPr/>
        </p:nvCxnSpPr>
        <p:spPr>
          <a:xfrm flipV="1">
            <a:off x="12896524" y="4385067"/>
            <a:ext cx="634588" cy="173126"/>
          </a:xfrm>
          <a:prstGeom prst="line">
            <a:avLst/>
          </a:prstGeom>
          <a:ln w="19050">
            <a:solidFill>
              <a:srgbClr val="E432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70" name="TextBox 3669">
            <a:extLst>
              <a:ext uri="{FF2B5EF4-FFF2-40B4-BE49-F238E27FC236}">
                <a16:creationId xmlns:a16="http://schemas.microsoft.com/office/drawing/2014/main" id="{25B76210-A31A-F5E0-B910-024B72DA99B3}"/>
              </a:ext>
            </a:extLst>
          </p:cNvPr>
          <p:cNvSpPr txBox="1"/>
          <p:nvPr/>
        </p:nvSpPr>
        <p:spPr>
          <a:xfrm>
            <a:off x="13444229" y="5051913"/>
            <a:ext cx="10625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altLang="zh-CN" sz="1400" dirty="0" err="1">
                <a:latin typeface="Roboto" panose="02000000000000000000" pitchFamily="2" charset="0"/>
                <a:ea typeface="Roboto" panose="02000000000000000000" pitchFamily="2" charset="0"/>
              </a:rPr>
              <a:t>catalyst</a:t>
            </a:r>
            <a:endParaRPr lang="de-CH" sz="14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3685" name="Straight Connector 3684">
            <a:extLst>
              <a:ext uri="{FF2B5EF4-FFF2-40B4-BE49-F238E27FC236}">
                <a16:creationId xmlns:a16="http://schemas.microsoft.com/office/drawing/2014/main" id="{97FE30CC-CF6E-2033-7BC9-35150A2C68B1}"/>
              </a:ext>
            </a:extLst>
          </p:cNvPr>
          <p:cNvCxnSpPr>
            <a:cxnSpLocks/>
          </p:cNvCxnSpPr>
          <p:nvPr/>
        </p:nvCxnSpPr>
        <p:spPr>
          <a:xfrm flipH="1">
            <a:off x="13210161" y="6144476"/>
            <a:ext cx="78031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88" name="Rectangle 3687">
            <a:extLst>
              <a:ext uri="{FF2B5EF4-FFF2-40B4-BE49-F238E27FC236}">
                <a16:creationId xmlns:a16="http://schemas.microsoft.com/office/drawing/2014/main" id="{334D9538-52F6-8C20-856D-98C1B24C0360}"/>
              </a:ext>
            </a:extLst>
          </p:cNvPr>
          <p:cNvSpPr/>
          <p:nvPr/>
        </p:nvSpPr>
        <p:spPr>
          <a:xfrm>
            <a:off x="13980486" y="5989472"/>
            <a:ext cx="906946" cy="496374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400" dirty="0"/>
          </a:p>
        </p:txBody>
      </p:sp>
      <p:sp>
        <p:nvSpPr>
          <p:cNvPr id="3689" name="TextBox 3688">
            <a:extLst>
              <a:ext uri="{FF2B5EF4-FFF2-40B4-BE49-F238E27FC236}">
                <a16:creationId xmlns:a16="http://schemas.microsoft.com/office/drawing/2014/main" id="{77768953-E27A-9B80-9ADF-A5CB25C46892}"/>
              </a:ext>
            </a:extLst>
          </p:cNvPr>
          <p:cNvSpPr txBox="1"/>
          <p:nvPr/>
        </p:nvSpPr>
        <p:spPr>
          <a:xfrm>
            <a:off x="13838529" y="5975205"/>
            <a:ext cx="11744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altLang="zh-CN" sz="1400" dirty="0" err="1">
                <a:latin typeface="Roboto" panose="02000000000000000000" pitchFamily="2" charset="0"/>
                <a:ea typeface="Roboto" panose="02000000000000000000" pitchFamily="2" charset="0"/>
              </a:rPr>
              <a:t>vacuum</a:t>
            </a:r>
            <a:endParaRPr lang="de-DE" altLang="zh-CN" sz="140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ctr"/>
            <a:r>
              <a:rPr lang="de-DE" sz="1400" dirty="0">
                <a:latin typeface="Roboto" panose="02000000000000000000" pitchFamily="2" charset="0"/>
                <a:ea typeface="Roboto" panose="02000000000000000000" pitchFamily="2" charset="0"/>
              </a:rPr>
              <a:t>pump</a:t>
            </a:r>
            <a:endParaRPr lang="de-CH" sz="14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3687" name="Straight Connector 3686">
            <a:extLst>
              <a:ext uri="{FF2B5EF4-FFF2-40B4-BE49-F238E27FC236}">
                <a16:creationId xmlns:a16="http://schemas.microsoft.com/office/drawing/2014/main" id="{3DA2FE17-5A95-5237-B76A-F34BA386FD2F}"/>
              </a:ext>
            </a:extLst>
          </p:cNvPr>
          <p:cNvCxnSpPr>
            <a:cxnSpLocks/>
          </p:cNvCxnSpPr>
          <p:nvPr/>
        </p:nvCxnSpPr>
        <p:spPr>
          <a:xfrm flipH="1">
            <a:off x="13209051" y="6334283"/>
            <a:ext cx="78031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90" name="Rectangle 3689">
            <a:extLst>
              <a:ext uri="{FF2B5EF4-FFF2-40B4-BE49-F238E27FC236}">
                <a16:creationId xmlns:a16="http://schemas.microsoft.com/office/drawing/2014/main" id="{8A16EA17-D2D6-EE15-2DCF-B644C3F6F7B7}"/>
              </a:ext>
            </a:extLst>
          </p:cNvPr>
          <p:cNvSpPr/>
          <p:nvPr/>
        </p:nvSpPr>
        <p:spPr>
          <a:xfrm>
            <a:off x="13678948" y="6232166"/>
            <a:ext cx="146719" cy="444519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400"/>
          </a:p>
        </p:txBody>
      </p:sp>
      <p:cxnSp>
        <p:nvCxnSpPr>
          <p:cNvPr id="3649" name="Straight Arrow Connector 3648">
            <a:extLst>
              <a:ext uri="{FF2B5EF4-FFF2-40B4-BE49-F238E27FC236}">
                <a16:creationId xmlns:a16="http://schemas.microsoft.com/office/drawing/2014/main" id="{925CF9E1-7746-FDD8-4794-08921D198DE4}"/>
              </a:ext>
            </a:extLst>
          </p:cNvPr>
          <p:cNvCxnSpPr>
            <a:cxnSpLocks/>
          </p:cNvCxnSpPr>
          <p:nvPr/>
        </p:nvCxnSpPr>
        <p:spPr>
          <a:xfrm>
            <a:off x="13738969" y="6262076"/>
            <a:ext cx="0" cy="424342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92" name="TextBox 3691">
            <a:extLst>
              <a:ext uri="{FF2B5EF4-FFF2-40B4-BE49-F238E27FC236}">
                <a16:creationId xmlns:a16="http://schemas.microsoft.com/office/drawing/2014/main" id="{078BF467-0899-9F16-F640-BD041B1B8E1B}"/>
              </a:ext>
            </a:extLst>
          </p:cNvPr>
          <p:cNvSpPr txBox="1"/>
          <p:nvPr/>
        </p:nvSpPr>
        <p:spPr>
          <a:xfrm>
            <a:off x="11805334" y="2312265"/>
            <a:ext cx="207762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989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Microwave (warm)</a:t>
            </a:r>
            <a:endParaRPr lang="de-CH" sz="1600" dirty="0">
              <a:solidFill>
                <a:srgbClr val="00989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9C36704-64EA-DF44-A5C1-F0C348763FFB}"/>
              </a:ext>
            </a:extLst>
          </p:cNvPr>
          <p:cNvSpPr/>
          <p:nvPr/>
        </p:nvSpPr>
        <p:spPr>
          <a:xfrm>
            <a:off x="4867077" y="4903704"/>
            <a:ext cx="603250" cy="501650"/>
          </a:xfrm>
          <a:custGeom>
            <a:avLst/>
            <a:gdLst>
              <a:gd name="connsiteX0" fmla="*/ 0 w 603250"/>
              <a:gd name="connsiteY0" fmla="*/ 6350 h 501650"/>
              <a:gd name="connsiteX1" fmla="*/ 603250 w 603250"/>
              <a:gd name="connsiteY1" fmla="*/ 0 h 501650"/>
              <a:gd name="connsiteX2" fmla="*/ 600075 w 603250"/>
              <a:gd name="connsiteY2" fmla="*/ 501650 h 50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3250" h="501650">
                <a:moveTo>
                  <a:pt x="0" y="6350"/>
                </a:moveTo>
                <a:lnTo>
                  <a:pt x="603250" y="0"/>
                </a:lnTo>
                <a:cubicBezTo>
                  <a:pt x="602192" y="167217"/>
                  <a:pt x="601133" y="334433"/>
                  <a:pt x="600075" y="501650"/>
                </a:cubicBezTo>
              </a:path>
            </a:pathLst>
          </a:custGeom>
          <a:noFill/>
          <a:ln>
            <a:solidFill>
              <a:srgbClr val="0098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400" name="Oval 125">
            <a:extLst>
              <a:ext uri="{FF2B5EF4-FFF2-40B4-BE49-F238E27FC236}">
                <a16:creationId xmlns:a16="http://schemas.microsoft.com/office/drawing/2014/main" id="{B528B652-2343-AAEE-9EE4-1575E6D572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43478" y="7326313"/>
            <a:ext cx="82550" cy="82550"/>
          </a:xfrm>
          <a:prstGeom prst="ellipse">
            <a:avLst/>
          </a:prstGeom>
          <a:solidFill>
            <a:srgbClr val="404040"/>
          </a:solidFill>
          <a:ln w="6350">
            <a:solidFill>
              <a:srgbClr val="40404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CH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401" name="Rectangle 126">
            <a:extLst>
              <a:ext uri="{FF2B5EF4-FFF2-40B4-BE49-F238E27FC236}">
                <a16:creationId xmlns:a16="http://schemas.microsoft.com/office/drawing/2014/main" id="{5FABBCE8-5CA8-D8EA-DACE-338EFB99A3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90163" y="7259638"/>
            <a:ext cx="1430338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thermal </a:t>
            </a:r>
            <a:r>
              <a:rPr kumimoji="0" lang="de-DE" altLang="de-DE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cracking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402" name="Oval 127">
            <a:extLst>
              <a:ext uri="{FF2B5EF4-FFF2-40B4-BE49-F238E27FC236}">
                <a16:creationId xmlns:a16="http://schemas.microsoft.com/office/drawing/2014/main" id="{06EBDD56-B0D9-EC61-F578-BA1B73580A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15750" y="7326313"/>
            <a:ext cx="82550" cy="82550"/>
          </a:xfrm>
          <a:prstGeom prst="ellipse">
            <a:avLst/>
          </a:prstGeom>
          <a:solidFill>
            <a:srgbClr val="009BD7"/>
          </a:solidFill>
          <a:ln w="6350">
            <a:solidFill>
              <a:srgbClr val="009BD7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CH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407" name="Rectangle 128">
            <a:extLst>
              <a:ext uri="{FF2B5EF4-FFF2-40B4-BE49-F238E27FC236}">
                <a16:creationId xmlns:a16="http://schemas.microsoft.com/office/drawing/2014/main" id="{C98EAAE8-B15E-BCB6-3B8F-C639CB1AA3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58625" y="7259638"/>
            <a:ext cx="1687513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non-thermal </a:t>
            </a:r>
            <a:r>
              <a:rPr kumimoji="0" lang="de-DE" altLang="de-DE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plasma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520" name="Oval 129">
            <a:extLst>
              <a:ext uri="{FF2B5EF4-FFF2-40B4-BE49-F238E27FC236}">
                <a16:creationId xmlns:a16="http://schemas.microsoft.com/office/drawing/2014/main" id="{6F96C3AB-2B6C-32C4-6D5E-2909427DCA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33133" y="7326313"/>
            <a:ext cx="82550" cy="82550"/>
          </a:xfrm>
          <a:prstGeom prst="ellipse">
            <a:avLst/>
          </a:prstGeom>
          <a:solidFill>
            <a:srgbClr val="E4325C"/>
          </a:solidFill>
          <a:ln w="6350">
            <a:solidFill>
              <a:srgbClr val="E4325C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CH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521" name="Rectangle 130">
            <a:extLst>
              <a:ext uri="{FF2B5EF4-FFF2-40B4-BE49-F238E27FC236}">
                <a16:creationId xmlns:a16="http://schemas.microsoft.com/office/drawing/2014/main" id="{198B2CD4-ED2D-998B-0531-DA9C1E5113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71000" y="7259638"/>
            <a:ext cx="129222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thermal </a:t>
            </a:r>
            <a:r>
              <a:rPr kumimoji="0" lang="de-DE" altLang="de-DE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plasma</a:t>
            </a: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BB5C8AE-45D7-2C2A-F251-8E6441EE4C32}"/>
              </a:ext>
            </a:extLst>
          </p:cNvPr>
          <p:cNvGrpSpPr/>
          <p:nvPr/>
        </p:nvGrpSpPr>
        <p:grpSpPr>
          <a:xfrm>
            <a:off x="9319419" y="7496176"/>
            <a:ext cx="5949157" cy="4787900"/>
            <a:chOff x="9319419" y="7496176"/>
            <a:chExt cx="5949157" cy="4787900"/>
          </a:xfrm>
        </p:grpSpPr>
        <p:sp>
          <p:nvSpPr>
            <p:cNvPr id="2194" name="Oval 45">
              <a:extLst>
                <a:ext uri="{FF2B5EF4-FFF2-40B4-BE49-F238E27FC236}">
                  <a16:creationId xmlns:a16="http://schemas.microsoft.com/office/drawing/2014/main" id="{077DE78F-C24E-E136-D583-AF8D22E0FE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20325" y="11637963"/>
              <a:ext cx="85725" cy="84138"/>
            </a:xfrm>
            <a:prstGeom prst="ellipse">
              <a:avLst/>
            </a:prstGeom>
            <a:solidFill>
              <a:srgbClr val="404040"/>
            </a:solidFill>
            <a:ln w="6350">
              <a:solidFill>
                <a:srgbClr val="40404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195" name="Oval 46">
              <a:extLst>
                <a:ext uri="{FF2B5EF4-FFF2-40B4-BE49-F238E27FC236}">
                  <a16:creationId xmlns:a16="http://schemas.microsoft.com/office/drawing/2014/main" id="{214EFDB4-5DEF-2DEF-E75A-7A8DE371F5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67913" y="10841038"/>
              <a:ext cx="85725" cy="84138"/>
            </a:xfrm>
            <a:prstGeom prst="ellipse">
              <a:avLst/>
            </a:prstGeom>
            <a:solidFill>
              <a:srgbClr val="404040"/>
            </a:solidFill>
            <a:ln w="6350">
              <a:solidFill>
                <a:srgbClr val="40404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236" name="Oval 65">
              <a:extLst>
                <a:ext uri="{FF2B5EF4-FFF2-40B4-BE49-F238E27FC236}">
                  <a16:creationId xmlns:a16="http://schemas.microsoft.com/office/drawing/2014/main" id="{11054608-9C91-9863-D8CD-FB721CA6DD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28238" y="11661776"/>
              <a:ext cx="84138" cy="85725"/>
            </a:xfrm>
            <a:prstGeom prst="ellipse">
              <a:avLst/>
            </a:prstGeom>
            <a:solidFill>
              <a:srgbClr val="404040"/>
            </a:solidFill>
            <a:ln w="6350">
              <a:solidFill>
                <a:srgbClr val="40404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565" name="Oval 70">
              <a:extLst>
                <a:ext uri="{FF2B5EF4-FFF2-40B4-BE49-F238E27FC236}">
                  <a16:creationId xmlns:a16="http://schemas.microsoft.com/office/drawing/2014/main" id="{710D11A2-6E3F-29C3-F2A3-E560D6FEF8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80613" y="11661776"/>
              <a:ext cx="85725" cy="85725"/>
            </a:xfrm>
            <a:prstGeom prst="ellipse">
              <a:avLst/>
            </a:prstGeom>
            <a:solidFill>
              <a:srgbClr val="404040"/>
            </a:solidFill>
            <a:ln w="6350">
              <a:solidFill>
                <a:srgbClr val="40404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700" name="Oval 113">
              <a:extLst>
                <a:ext uri="{FF2B5EF4-FFF2-40B4-BE49-F238E27FC236}">
                  <a16:creationId xmlns:a16="http://schemas.microsoft.com/office/drawing/2014/main" id="{2CF3E228-2165-44EA-25F9-428E588419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20413" y="11661776"/>
              <a:ext cx="84138" cy="84138"/>
            </a:xfrm>
            <a:prstGeom prst="ellipse">
              <a:avLst/>
            </a:prstGeom>
            <a:solidFill>
              <a:srgbClr val="009BD7"/>
            </a:solidFill>
            <a:ln w="6350">
              <a:solidFill>
                <a:srgbClr val="009BD7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568" name="Oval 72">
              <a:extLst>
                <a:ext uri="{FF2B5EF4-FFF2-40B4-BE49-F238E27FC236}">
                  <a16:creationId xmlns:a16="http://schemas.microsoft.com/office/drawing/2014/main" id="{61BC7E22-47C7-DCA7-4EB2-4F3C0060E7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80675" y="11661776"/>
              <a:ext cx="85725" cy="85725"/>
            </a:xfrm>
            <a:prstGeom prst="ellipse">
              <a:avLst/>
            </a:prstGeom>
            <a:solidFill>
              <a:srgbClr val="404040"/>
            </a:solidFill>
            <a:ln w="6350">
              <a:solidFill>
                <a:srgbClr val="40404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617E76F-79EC-A05C-BFB6-374803CEC81D}"/>
                </a:ext>
              </a:extLst>
            </p:cNvPr>
            <p:cNvSpPr/>
            <p:nvPr/>
          </p:nvSpPr>
          <p:spPr>
            <a:xfrm>
              <a:off x="9899651" y="10696534"/>
              <a:ext cx="107948" cy="102551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9C58777-763F-D4B9-9880-63C9F5D4242A}"/>
                </a:ext>
              </a:extLst>
            </p:cNvPr>
            <p:cNvSpPr/>
            <p:nvPr/>
          </p:nvSpPr>
          <p:spPr>
            <a:xfrm>
              <a:off x="9980613" y="11706225"/>
              <a:ext cx="1063408" cy="1063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Line 5">
              <a:extLst>
                <a:ext uri="{FF2B5EF4-FFF2-40B4-BE49-F238E27FC236}">
                  <a16:creationId xmlns:a16="http://schemas.microsoft.com/office/drawing/2014/main" id="{EA12E90B-57C5-4B5E-CF85-FCD16FA0EF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09188" y="11704638"/>
              <a:ext cx="5100638" cy="0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70" name="Line 6">
              <a:extLst>
                <a:ext uri="{FF2B5EF4-FFF2-40B4-BE49-F238E27FC236}">
                  <a16:creationId xmlns:a16="http://schemas.microsoft.com/office/drawing/2014/main" id="{9C81DF0F-F163-7142-A4E2-B360606FDD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23538" y="11704638"/>
              <a:ext cx="0" cy="6350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72" name="Line 7">
              <a:extLst>
                <a:ext uri="{FF2B5EF4-FFF2-40B4-BE49-F238E27FC236}">
                  <a16:creationId xmlns:a16="http://schemas.microsoft.com/office/drawing/2014/main" id="{5F1179CD-965D-314B-5871-997B16035C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39538" y="11704638"/>
              <a:ext cx="0" cy="6350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73" name="Line 8">
              <a:extLst>
                <a:ext uri="{FF2B5EF4-FFF2-40B4-BE49-F238E27FC236}">
                  <a16:creationId xmlns:a16="http://schemas.microsoft.com/office/drawing/2014/main" id="{6BFF249B-205D-756D-C0BB-9C8FBB3728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60300" y="11704638"/>
              <a:ext cx="0" cy="6350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74" name="Line 9">
              <a:extLst>
                <a:ext uri="{FF2B5EF4-FFF2-40B4-BE49-F238E27FC236}">
                  <a16:creationId xmlns:a16="http://schemas.microsoft.com/office/drawing/2014/main" id="{9D8F70EF-8749-B606-D291-B1EEB6443F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79475" y="11704638"/>
              <a:ext cx="0" cy="6350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75" name="Line 10">
              <a:extLst>
                <a:ext uri="{FF2B5EF4-FFF2-40B4-BE49-F238E27FC236}">
                  <a16:creationId xmlns:a16="http://schemas.microsoft.com/office/drawing/2014/main" id="{326B8012-F259-74AD-53A5-D762BE8B3D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98650" y="11704638"/>
              <a:ext cx="0" cy="6350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76" name="Line 11">
              <a:extLst>
                <a:ext uri="{FF2B5EF4-FFF2-40B4-BE49-F238E27FC236}">
                  <a16:creationId xmlns:a16="http://schemas.microsoft.com/office/drawing/2014/main" id="{80F96624-2E83-BDC1-6B09-F56E967D3A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09188" y="11704638"/>
              <a:ext cx="0" cy="92075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77" name="Line 12">
              <a:extLst>
                <a:ext uri="{FF2B5EF4-FFF2-40B4-BE49-F238E27FC236}">
                  <a16:creationId xmlns:a16="http://schemas.microsoft.com/office/drawing/2014/main" id="{927B05DB-56C4-86D5-E9EE-98A9EB6B90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29950" y="11704638"/>
              <a:ext cx="0" cy="92075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78" name="Line 13">
              <a:extLst>
                <a:ext uri="{FF2B5EF4-FFF2-40B4-BE49-F238E27FC236}">
                  <a16:creationId xmlns:a16="http://schemas.microsoft.com/office/drawing/2014/main" id="{538CC8FA-ED68-BC05-D254-CCD9982948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49125" y="11704638"/>
              <a:ext cx="0" cy="92075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79" name="Line 14">
              <a:extLst>
                <a:ext uri="{FF2B5EF4-FFF2-40B4-BE49-F238E27FC236}">
                  <a16:creationId xmlns:a16="http://schemas.microsoft.com/office/drawing/2014/main" id="{B67F68FB-6828-1197-39B1-48633741D4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068300" y="11704638"/>
              <a:ext cx="0" cy="92075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84" name="Line 15">
              <a:extLst>
                <a:ext uri="{FF2B5EF4-FFF2-40B4-BE49-F238E27FC236}">
                  <a16:creationId xmlns:a16="http://schemas.microsoft.com/office/drawing/2014/main" id="{06197D37-528A-CF45-2A2E-5D2D048708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089063" y="11704638"/>
              <a:ext cx="0" cy="92075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86" name="Line 16">
              <a:extLst>
                <a:ext uri="{FF2B5EF4-FFF2-40B4-BE49-F238E27FC236}">
                  <a16:creationId xmlns:a16="http://schemas.microsoft.com/office/drawing/2014/main" id="{4D0C643F-9899-E897-1D4A-3A4D57B2C5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109825" y="11704638"/>
              <a:ext cx="0" cy="92075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89" name="Line 17">
              <a:extLst>
                <a:ext uri="{FF2B5EF4-FFF2-40B4-BE49-F238E27FC236}">
                  <a16:creationId xmlns:a16="http://schemas.microsoft.com/office/drawing/2014/main" id="{99870266-1496-C794-6831-58C07498A4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09188" y="7600951"/>
              <a:ext cx="5100638" cy="0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90" name="Line 18">
              <a:extLst>
                <a:ext uri="{FF2B5EF4-FFF2-40B4-BE49-F238E27FC236}">
                  <a16:creationId xmlns:a16="http://schemas.microsoft.com/office/drawing/2014/main" id="{5583611E-0197-4469-D292-2BDCBB99D6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009188" y="7600951"/>
              <a:ext cx="0" cy="4103688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92" name="Line 19">
              <a:extLst>
                <a:ext uri="{FF2B5EF4-FFF2-40B4-BE49-F238E27FC236}">
                  <a16:creationId xmlns:a16="http://schemas.microsoft.com/office/drawing/2014/main" id="{5A4D12E0-F7F0-91E8-93DA-14D0BF6E07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45688" y="11295063"/>
              <a:ext cx="63500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94" name="Line 20">
              <a:extLst>
                <a:ext uri="{FF2B5EF4-FFF2-40B4-BE49-F238E27FC236}">
                  <a16:creationId xmlns:a16="http://schemas.microsoft.com/office/drawing/2014/main" id="{FC6ABDA7-84C4-A181-A36D-3DE29314E2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45688" y="10474326"/>
              <a:ext cx="63500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98" name="Line 21">
              <a:extLst>
                <a:ext uri="{FF2B5EF4-FFF2-40B4-BE49-F238E27FC236}">
                  <a16:creationId xmlns:a16="http://schemas.microsoft.com/office/drawing/2014/main" id="{96B90CEA-F955-3B4E-EA4B-B765D01FCC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45688" y="9653588"/>
              <a:ext cx="63500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04" name="Line 22">
              <a:extLst>
                <a:ext uri="{FF2B5EF4-FFF2-40B4-BE49-F238E27FC236}">
                  <a16:creationId xmlns:a16="http://schemas.microsoft.com/office/drawing/2014/main" id="{1318A762-7B1C-9176-36C5-A101A20E79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45688" y="8832851"/>
              <a:ext cx="63500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07" name="Line 23">
              <a:extLst>
                <a:ext uri="{FF2B5EF4-FFF2-40B4-BE49-F238E27FC236}">
                  <a16:creationId xmlns:a16="http://schemas.microsoft.com/office/drawing/2014/main" id="{AEE04E3A-7D81-78E2-7B5A-630A22D585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45688" y="8010526"/>
              <a:ext cx="63500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08" name="Line 24">
              <a:extLst>
                <a:ext uri="{FF2B5EF4-FFF2-40B4-BE49-F238E27FC236}">
                  <a16:creationId xmlns:a16="http://schemas.microsoft.com/office/drawing/2014/main" id="{277330C8-4AF1-5724-7420-A1EE3F8D28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20288" y="11704638"/>
              <a:ext cx="92075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09" name="Line 25">
              <a:extLst>
                <a:ext uri="{FF2B5EF4-FFF2-40B4-BE49-F238E27FC236}">
                  <a16:creationId xmlns:a16="http://schemas.microsoft.com/office/drawing/2014/main" id="{421DE242-34C9-7EE3-AD79-1D5476A42B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20288" y="10883901"/>
              <a:ext cx="92075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15" name="Line 26">
              <a:extLst>
                <a:ext uri="{FF2B5EF4-FFF2-40B4-BE49-F238E27FC236}">
                  <a16:creationId xmlns:a16="http://schemas.microsoft.com/office/drawing/2014/main" id="{4AC94AE5-501F-ECBA-D2B6-36FDFF18B9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20288" y="10063163"/>
              <a:ext cx="92075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21" name="Line 27">
              <a:extLst>
                <a:ext uri="{FF2B5EF4-FFF2-40B4-BE49-F238E27FC236}">
                  <a16:creationId xmlns:a16="http://schemas.microsoft.com/office/drawing/2014/main" id="{3F17BD56-02A9-142B-0120-06C8E49720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20288" y="9242426"/>
              <a:ext cx="92075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22" name="Line 28">
              <a:extLst>
                <a:ext uri="{FF2B5EF4-FFF2-40B4-BE49-F238E27FC236}">
                  <a16:creationId xmlns:a16="http://schemas.microsoft.com/office/drawing/2014/main" id="{D859D22E-A21C-3DDE-A162-75277CE209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20288" y="8421688"/>
              <a:ext cx="92075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23" name="Line 29">
              <a:extLst>
                <a:ext uri="{FF2B5EF4-FFF2-40B4-BE49-F238E27FC236}">
                  <a16:creationId xmlns:a16="http://schemas.microsoft.com/office/drawing/2014/main" id="{B65D9CBF-BED3-8D4A-657C-36F5491534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20288" y="7600951"/>
              <a:ext cx="92075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25" name="Line 30">
              <a:extLst>
                <a:ext uri="{FF2B5EF4-FFF2-40B4-BE49-F238E27FC236}">
                  <a16:creationId xmlns:a16="http://schemas.microsoft.com/office/drawing/2014/main" id="{49C1C8C9-78CC-ABE1-1677-82F729A6FF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109825" y="7600951"/>
              <a:ext cx="0" cy="4103688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26" name="Rectangle 31">
              <a:extLst>
                <a:ext uri="{FF2B5EF4-FFF2-40B4-BE49-F238E27FC236}">
                  <a16:creationId xmlns:a16="http://schemas.microsoft.com/office/drawing/2014/main" id="{411798BD-5AD8-6E40-BF98-330C3E4928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61563" y="11820526"/>
              <a:ext cx="101600" cy="215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altLang="de-DE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</a:rPr>
                <a:t>0</a:t>
              </a:r>
              <a:endParaRPr kumimoji="0" lang="de-DE" altLang="de-DE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27" name="Rectangle 32">
              <a:extLst>
                <a:ext uri="{FF2B5EF4-FFF2-40B4-BE49-F238E27FC236}">
                  <a16:creationId xmlns:a16="http://schemas.microsoft.com/office/drawing/2014/main" id="{9EBFF04B-6125-5111-EF08-8C393DE57C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33113" y="11820526"/>
              <a:ext cx="201613" cy="215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altLang="de-DE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</a:rPr>
                <a:t>20</a:t>
              </a:r>
              <a:endParaRPr kumimoji="0" lang="de-DE" altLang="de-DE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178" name="Rectangle 33">
              <a:extLst>
                <a:ext uri="{FF2B5EF4-FFF2-40B4-BE49-F238E27FC236}">
                  <a16:creationId xmlns:a16="http://schemas.microsoft.com/office/drawing/2014/main" id="{4B67132D-C497-BAB6-5432-F10324AE08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53875" y="11820526"/>
              <a:ext cx="201613" cy="215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altLang="de-DE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</a:rPr>
                <a:t>40</a:t>
              </a:r>
              <a:endParaRPr kumimoji="0" lang="de-DE" altLang="de-DE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179" name="Rectangle 34">
              <a:extLst>
                <a:ext uri="{FF2B5EF4-FFF2-40B4-BE49-F238E27FC236}">
                  <a16:creationId xmlns:a16="http://schemas.microsoft.com/office/drawing/2014/main" id="{3C86F19D-A586-BBB5-95DC-6186025098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73050" y="11820526"/>
              <a:ext cx="201613" cy="215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altLang="de-DE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</a:rPr>
                <a:t>60</a:t>
              </a:r>
              <a:endParaRPr kumimoji="0" lang="de-DE" altLang="de-DE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180" name="Rectangle 35">
              <a:extLst>
                <a:ext uri="{FF2B5EF4-FFF2-40B4-BE49-F238E27FC236}">
                  <a16:creationId xmlns:a16="http://schemas.microsoft.com/office/drawing/2014/main" id="{0466B6EF-392F-34EE-4642-5609BA3F61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92225" y="11820526"/>
              <a:ext cx="201613" cy="215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altLang="de-DE" sz="14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</a:rPr>
                <a:t>80</a:t>
              </a:r>
              <a:endPara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181" name="Rectangle 36">
              <a:extLst>
                <a:ext uri="{FF2B5EF4-FFF2-40B4-BE49-F238E27FC236}">
                  <a16:creationId xmlns:a16="http://schemas.microsoft.com/office/drawing/2014/main" id="{DB643422-E310-51C7-E226-E004EA0681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65363" y="11820526"/>
              <a:ext cx="303213" cy="215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altLang="de-DE" sz="14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</a:rPr>
                <a:t>100</a:t>
              </a:r>
              <a:endPara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184" name="Rectangle 37">
              <a:extLst>
                <a:ext uri="{FF2B5EF4-FFF2-40B4-BE49-F238E27FC236}">
                  <a16:creationId xmlns:a16="http://schemas.microsoft.com/office/drawing/2014/main" id="{184161DB-1CA2-A75F-6024-B18CECE7CF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77413" y="11599863"/>
              <a:ext cx="101600" cy="215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altLang="de-DE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</a:rPr>
                <a:t>0</a:t>
              </a:r>
              <a:endParaRPr kumimoji="0" lang="de-DE" altLang="de-DE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185" name="Rectangle 38">
              <a:extLst>
                <a:ext uri="{FF2B5EF4-FFF2-40B4-BE49-F238E27FC236}">
                  <a16:creationId xmlns:a16="http://schemas.microsoft.com/office/drawing/2014/main" id="{B352D6F2-341E-0F3C-7FED-D9FB53A832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80575" y="10779126"/>
              <a:ext cx="201613" cy="215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altLang="de-DE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</a:rPr>
                <a:t>20</a:t>
              </a:r>
              <a:endParaRPr kumimoji="0" lang="de-DE" altLang="de-DE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186" name="Rectangle 39">
              <a:extLst>
                <a:ext uri="{FF2B5EF4-FFF2-40B4-BE49-F238E27FC236}">
                  <a16:creationId xmlns:a16="http://schemas.microsoft.com/office/drawing/2014/main" id="{26AF98BE-58C0-3C1B-9FD1-ED71BD6794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80575" y="9958388"/>
              <a:ext cx="201613" cy="215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altLang="de-DE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</a:rPr>
                <a:t>40</a:t>
              </a:r>
              <a:endParaRPr kumimoji="0" lang="de-DE" altLang="de-DE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187" name="Rectangle 40">
              <a:extLst>
                <a:ext uri="{FF2B5EF4-FFF2-40B4-BE49-F238E27FC236}">
                  <a16:creationId xmlns:a16="http://schemas.microsoft.com/office/drawing/2014/main" id="{89168900-A169-6281-B0EA-B4E8075DCA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80575" y="9137651"/>
              <a:ext cx="201613" cy="215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altLang="de-DE" sz="14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</a:rPr>
                <a:t>60</a:t>
              </a:r>
              <a:endPara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188" name="Rectangle 41">
              <a:extLst>
                <a:ext uri="{FF2B5EF4-FFF2-40B4-BE49-F238E27FC236}">
                  <a16:creationId xmlns:a16="http://schemas.microsoft.com/office/drawing/2014/main" id="{9E94F77E-8C2F-58C8-5201-2778A23927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80575" y="8316913"/>
              <a:ext cx="201613" cy="215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altLang="de-DE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</a:rPr>
                <a:t>80</a:t>
              </a:r>
              <a:endParaRPr kumimoji="0" lang="de-DE" altLang="de-DE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189" name="Rectangle 42">
              <a:extLst>
                <a:ext uri="{FF2B5EF4-FFF2-40B4-BE49-F238E27FC236}">
                  <a16:creationId xmlns:a16="http://schemas.microsoft.com/office/drawing/2014/main" id="{423CB242-F665-9088-126D-4387028958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83738" y="7496176"/>
              <a:ext cx="303213" cy="215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altLang="de-DE" sz="14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</a:rPr>
                <a:t>100</a:t>
              </a:r>
              <a:endPara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190" name="Oval 43">
              <a:extLst>
                <a:ext uri="{FF2B5EF4-FFF2-40B4-BE49-F238E27FC236}">
                  <a16:creationId xmlns:a16="http://schemas.microsoft.com/office/drawing/2014/main" id="{4597D7D9-CFDD-2349-4894-36049435B7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39488" y="11464926"/>
              <a:ext cx="84138" cy="84138"/>
            </a:xfrm>
            <a:prstGeom prst="ellipse">
              <a:avLst/>
            </a:prstGeom>
            <a:solidFill>
              <a:srgbClr val="404040"/>
            </a:solidFill>
            <a:ln w="6350">
              <a:solidFill>
                <a:srgbClr val="40404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192" name="Oval 44">
              <a:extLst>
                <a:ext uri="{FF2B5EF4-FFF2-40B4-BE49-F238E27FC236}">
                  <a16:creationId xmlns:a16="http://schemas.microsoft.com/office/drawing/2014/main" id="{33471C68-44DD-B13E-BE1D-FCBC35D606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71150" y="11415713"/>
              <a:ext cx="85725" cy="85725"/>
            </a:xfrm>
            <a:prstGeom prst="ellipse">
              <a:avLst/>
            </a:prstGeom>
            <a:solidFill>
              <a:srgbClr val="404040"/>
            </a:solidFill>
            <a:ln w="6350">
              <a:solidFill>
                <a:srgbClr val="40404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204" name="Oval 47">
              <a:extLst>
                <a:ext uri="{FF2B5EF4-FFF2-40B4-BE49-F238E27FC236}">
                  <a16:creationId xmlns:a16="http://schemas.microsoft.com/office/drawing/2014/main" id="{D482B22E-8EA8-E85B-6D7B-3A727BA866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29938" y="11283951"/>
              <a:ext cx="85725" cy="85725"/>
            </a:xfrm>
            <a:prstGeom prst="ellipse">
              <a:avLst/>
            </a:prstGeom>
            <a:solidFill>
              <a:srgbClr val="404040"/>
            </a:solidFill>
            <a:ln w="6350">
              <a:solidFill>
                <a:srgbClr val="40404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205" name="Oval 48">
              <a:extLst>
                <a:ext uri="{FF2B5EF4-FFF2-40B4-BE49-F238E27FC236}">
                  <a16:creationId xmlns:a16="http://schemas.microsoft.com/office/drawing/2014/main" id="{6B26CF3D-88B9-B77F-E17E-03BC7834D1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40988" y="11469688"/>
              <a:ext cx="84138" cy="84138"/>
            </a:xfrm>
            <a:prstGeom prst="ellipse">
              <a:avLst/>
            </a:prstGeom>
            <a:solidFill>
              <a:srgbClr val="404040"/>
            </a:solidFill>
            <a:ln w="6350">
              <a:solidFill>
                <a:srgbClr val="40404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207" name="Oval 49">
              <a:extLst>
                <a:ext uri="{FF2B5EF4-FFF2-40B4-BE49-F238E27FC236}">
                  <a16:creationId xmlns:a16="http://schemas.microsoft.com/office/drawing/2014/main" id="{8AF79CB0-A42F-EAE1-3AE6-4C319242B8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128625" y="11087101"/>
              <a:ext cx="84138" cy="84138"/>
            </a:xfrm>
            <a:prstGeom prst="ellipse">
              <a:avLst/>
            </a:prstGeom>
            <a:solidFill>
              <a:srgbClr val="404040"/>
            </a:solidFill>
            <a:ln w="6350">
              <a:solidFill>
                <a:srgbClr val="40404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213" name="Oval 50">
              <a:extLst>
                <a:ext uri="{FF2B5EF4-FFF2-40B4-BE49-F238E27FC236}">
                  <a16:creationId xmlns:a16="http://schemas.microsoft.com/office/drawing/2014/main" id="{9F143EDE-BD5F-090B-963D-9A69CEC30F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21888" y="11464926"/>
              <a:ext cx="85725" cy="84138"/>
            </a:xfrm>
            <a:prstGeom prst="ellipse">
              <a:avLst/>
            </a:prstGeom>
            <a:solidFill>
              <a:srgbClr val="404040"/>
            </a:solidFill>
            <a:ln w="6350">
              <a:solidFill>
                <a:srgbClr val="40404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214" name="Oval 51">
              <a:extLst>
                <a:ext uri="{FF2B5EF4-FFF2-40B4-BE49-F238E27FC236}">
                  <a16:creationId xmlns:a16="http://schemas.microsoft.com/office/drawing/2014/main" id="{3CA464F1-161E-6E46-6BB7-BF067D3037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37788" y="10931526"/>
              <a:ext cx="84138" cy="84138"/>
            </a:xfrm>
            <a:prstGeom prst="ellipse">
              <a:avLst/>
            </a:prstGeom>
            <a:solidFill>
              <a:srgbClr val="404040"/>
            </a:solidFill>
            <a:ln w="6350">
              <a:solidFill>
                <a:srgbClr val="40404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216" name="Oval 52">
              <a:extLst>
                <a:ext uri="{FF2B5EF4-FFF2-40B4-BE49-F238E27FC236}">
                  <a16:creationId xmlns:a16="http://schemas.microsoft.com/office/drawing/2014/main" id="{10659232-83C4-F666-0DB8-C7555A85C6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71125" y="10923588"/>
              <a:ext cx="85725" cy="84138"/>
            </a:xfrm>
            <a:prstGeom prst="ellipse">
              <a:avLst/>
            </a:prstGeom>
            <a:solidFill>
              <a:srgbClr val="404040"/>
            </a:solidFill>
            <a:ln w="6350">
              <a:solidFill>
                <a:srgbClr val="40404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219" name="Oval 53">
              <a:extLst>
                <a:ext uri="{FF2B5EF4-FFF2-40B4-BE49-F238E27FC236}">
                  <a16:creationId xmlns:a16="http://schemas.microsoft.com/office/drawing/2014/main" id="{6B6BDE21-13EE-7AEC-6CBA-1E655DC938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98113" y="10877551"/>
              <a:ext cx="84138" cy="85725"/>
            </a:xfrm>
            <a:prstGeom prst="ellipse">
              <a:avLst/>
            </a:prstGeom>
            <a:solidFill>
              <a:srgbClr val="404040"/>
            </a:solidFill>
            <a:ln w="6350">
              <a:solidFill>
                <a:srgbClr val="40404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220" name="Oval 54">
              <a:extLst>
                <a:ext uri="{FF2B5EF4-FFF2-40B4-BE49-F238E27FC236}">
                  <a16:creationId xmlns:a16="http://schemas.microsoft.com/office/drawing/2014/main" id="{E90BB89E-EF96-2604-E91B-C617D168DF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63188" y="10460038"/>
              <a:ext cx="84138" cy="84138"/>
            </a:xfrm>
            <a:prstGeom prst="ellipse">
              <a:avLst/>
            </a:prstGeom>
            <a:solidFill>
              <a:srgbClr val="404040"/>
            </a:solidFill>
            <a:ln w="6350">
              <a:solidFill>
                <a:srgbClr val="40404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221" name="Oval 55">
              <a:extLst>
                <a:ext uri="{FF2B5EF4-FFF2-40B4-BE49-F238E27FC236}">
                  <a16:creationId xmlns:a16="http://schemas.microsoft.com/office/drawing/2014/main" id="{1E9F5375-12DE-AC8C-018A-18D0DC4ACF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58438" y="10890251"/>
              <a:ext cx="85725" cy="85725"/>
            </a:xfrm>
            <a:prstGeom prst="ellipse">
              <a:avLst/>
            </a:prstGeom>
            <a:solidFill>
              <a:srgbClr val="404040"/>
            </a:solidFill>
            <a:ln w="6350">
              <a:solidFill>
                <a:srgbClr val="40404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223" name="Oval 56">
              <a:extLst>
                <a:ext uri="{FF2B5EF4-FFF2-40B4-BE49-F238E27FC236}">
                  <a16:creationId xmlns:a16="http://schemas.microsoft.com/office/drawing/2014/main" id="{6178DCFE-3F44-5D1E-113D-5D733DD35D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80663" y="10877551"/>
              <a:ext cx="84138" cy="85725"/>
            </a:xfrm>
            <a:prstGeom prst="ellipse">
              <a:avLst/>
            </a:prstGeom>
            <a:solidFill>
              <a:srgbClr val="404040"/>
            </a:solidFill>
            <a:ln w="6350">
              <a:solidFill>
                <a:srgbClr val="40404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224" name="Oval 57">
              <a:extLst>
                <a:ext uri="{FF2B5EF4-FFF2-40B4-BE49-F238E27FC236}">
                  <a16:creationId xmlns:a16="http://schemas.microsoft.com/office/drawing/2014/main" id="{BE864A8C-165D-DCA4-AA72-52560F285A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98113" y="10910888"/>
              <a:ext cx="84138" cy="84138"/>
            </a:xfrm>
            <a:prstGeom prst="ellipse">
              <a:avLst/>
            </a:prstGeom>
            <a:solidFill>
              <a:srgbClr val="404040"/>
            </a:solidFill>
            <a:ln w="6350">
              <a:solidFill>
                <a:srgbClr val="40404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225" name="Oval 58">
              <a:extLst>
                <a:ext uri="{FF2B5EF4-FFF2-40B4-BE49-F238E27FC236}">
                  <a16:creationId xmlns:a16="http://schemas.microsoft.com/office/drawing/2014/main" id="{DE5834C4-65CD-FFE0-D210-FC50DD469C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42588" y="11122026"/>
              <a:ext cx="84138" cy="84138"/>
            </a:xfrm>
            <a:prstGeom prst="ellipse">
              <a:avLst/>
            </a:prstGeom>
            <a:solidFill>
              <a:srgbClr val="404040"/>
            </a:solidFill>
            <a:ln w="6350">
              <a:solidFill>
                <a:srgbClr val="40404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226" name="Oval 59">
              <a:extLst>
                <a:ext uri="{FF2B5EF4-FFF2-40B4-BE49-F238E27FC236}">
                  <a16:creationId xmlns:a16="http://schemas.microsoft.com/office/drawing/2014/main" id="{2FC46B18-4B31-94C8-37C0-B29A015DCC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0513" y="11104563"/>
              <a:ext cx="85725" cy="84138"/>
            </a:xfrm>
            <a:prstGeom prst="ellipse">
              <a:avLst/>
            </a:prstGeom>
            <a:solidFill>
              <a:srgbClr val="404040"/>
            </a:solidFill>
            <a:ln w="6350">
              <a:solidFill>
                <a:srgbClr val="40404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227" name="Oval 60">
              <a:extLst>
                <a:ext uri="{FF2B5EF4-FFF2-40B4-BE49-F238E27FC236}">
                  <a16:creationId xmlns:a16="http://schemas.microsoft.com/office/drawing/2014/main" id="{41386684-1786-3516-BABC-F98DB3F99B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4313" y="11071226"/>
              <a:ext cx="84138" cy="84138"/>
            </a:xfrm>
            <a:prstGeom prst="ellipse">
              <a:avLst/>
            </a:prstGeom>
            <a:solidFill>
              <a:srgbClr val="404040"/>
            </a:solidFill>
            <a:ln w="6350">
              <a:solidFill>
                <a:srgbClr val="40404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228" name="Oval 61">
              <a:extLst>
                <a:ext uri="{FF2B5EF4-FFF2-40B4-BE49-F238E27FC236}">
                  <a16:creationId xmlns:a16="http://schemas.microsoft.com/office/drawing/2014/main" id="{A17926C3-6256-6AD9-8A96-741A4242B7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25113" y="11353801"/>
              <a:ext cx="85725" cy="85725"/>
            </a:xfrm>
            <a:prstGeom prst="ellipse">
              <a:avLst/>
            </a:prstGeom>
            <a:solidFill>
              <a:srgbClr val="404040"/>
            </a:solidFill>
            <a:ln w="6350">
              <a:solidFill>
                <a:srgbClr val="40404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232" name="Oval 62">
              <a:extLst>
                <a:ext uri="{FF2B5EF4-FFF2-40B4-BE49-F238E27FC236}">
                  <a16:creationId xmlns:a16="http://schemas.microsoft.com/office/drawing/2014/main" id="{2555DFE6-8B17-84B2-DD3C-4B77A0F6DF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66488" y="11263313"/>
              <a:ext cx="84138" cy="85725"/>
            </a:xfrm>
            <a:prstGeom prst="ellipse">
              <a:avLst/>
            </a:prstGeom>
            <a:solidFill>
              <a:srgbClr val="404040"/>
            </a:solidFill>
            <a:ln w="6350">
              <a:solidFill>
                <a:srgbClr val="40404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234" name="Oval 63">
              <a:extLst>
                <a:ext uri="{FF2B5EF4-FFF2-40B4-BE49-F238E27FC236}">
                  <a16:creationId xmlns:a16="http://schemas.microsoft.com/office/drawing/2014/main" id="{92EF573D-CEBA-4728-2DA2-A5C603B19E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01338" y="10229851"/>
              <a:ext cx="84138" cy="84138"/>
            </a:xfrm>
            <a:prstGeom prst="ellipse">
              <a:avLst/>
            </a:prstGeom>
            <a:solidFill>
              <a:srgbClr val="404040"/>
            </a:solidFill>
            <a:ln w="6350">
              <a:solidFill>
                <a:srgbClr val="40404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235" name="Oval 64">
              <a:extLst>
                <a:ext uri="{FF2B5EF4-FFF2-40B4-BE49-F238E27FC236}">
                  <a16:creationId xmlns:a16="http://schemas.microsoft.com/office/drawing/2014/main" id="{47E12C73-8948-8CE5-FCB4-13888A5473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18750" y="11563351"/>
              <a:ext cx="84138" cy="84138"/>
            </a:xfrm>
            <a:prstGeom prst="ellipse">
              <a:avLst/>
            </a:prstGeom>
            <a:solidFill>
              <a:srgbClr val="404040"/>
            </a:solidFill>
            <a:ln w="6350">
              <a:solidFill>
                <a:srgbClr val="40404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238" name="Oval 66">
              <a:extLst>
                <a:ext uri="{FF2B5EF4-FFF2-40B4-BE49-F238E27FC236}">
                  <a16:creationId xmlns:a16="http://schemas.microsoft.com/office/drawing/2014/main" id="{5A48AAD7-23C6-5407-4409-F1626C4902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79113" y="10939463"/>
              <a:ext cx="85725" cy="85725"/>
            </a:xfrm>
            <a:prstGeom prst="ellipse">
              <a:avLst/>
            </a:prstGeom>
            <a:solidFill>
              <a:srgbClr val="404040"/>
            </a:solidFill>
            <a:ln w="6350">
              <a:solidFill>
                <a:srgbClr val="40404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561" name="Oval 67">
              <a:extLst>
                <a:ext uri="{FF2B5EF4-FFF2-40B4-BE49-F238E27FC236}">
                  <a16:creationId xmlns:a16="http://schemas.microsoft.com/office/drawing/2014/main" id="{5D63D166-7DC5-3AD5-9E94-2595E0FEE8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60000" y="10644188"/>
              <a:ext cx="85725" cy="85725"/>
            </a:xfrm>
            <a:prstGeom prst="ellipse">
              <a:avLst/>
            </a:prstGeom>
            <a:solidFill>
              <a:srgbClr val="404040"/>
            </a:solidFill>
            <a:ln w="6350">
              <a:solidFill>
                <a:srgbClr val="40404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563" name="Oval 68">
              <a:extLst>
                <a:ext uri="{FF2B5EF4-FFF2-40B4-BE49-F238E27FC236}">
                  <a16:creationId xmlns:a16="http://schemas.microsoft.com/office/drawing/2014/main" id="{39ACBE55-64A1-ED5C-7F2E-2E98FAA6D0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12488" y="11091863"/>
              <a:ext cx="84138" cy="84138"/>
            </a:xfrm>
            <a:prstGeom prst="ellipse">
              <a:avLst/>
            </a:prstGeom>
            <a:solidFill>
              <a:srgbClr val="404040"/>
            </a:solidFill>
            <a:ln w="6350">
              <a:solidFill>
                <a:srgbClr val="40404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564" name="Oval 69">
              <a:extLst>
                <a:ext uri="{FF2B5EF4-FFF2-40B4-BE49-F238E27FC236}">
                  <a16:creationId xmlns:a16="http://schemas.microsoft.com/office/drawing/2014/main" id="{3EF6DD64-03E9-90D7-6248-D533000A96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01313" y="11366501"/>
              <a:ext cx="85725" cy="85725"/>
            </a:xfrm>
            <a:prstGeom prst="ellipse">
              <a:avLst/>
            </a:prstGeom>
            <a:solidFill>
              <a:srgbClr val="404040"/>
            </a:solidFill>
            <a:ln w="6350">
              <a:solidFill>
                <a:srgbClr val="40404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567" name="Oval 71">
              <a:extLst>
                <a:ext uri="{FF2B5EF4-FFF2-40B4-BE49-F238E27FC236}">
                  <a16:creationId xmlns:a16="http://schemas.microsoft.com/office/drawing/2014/main" id="{E2A0542A-8340-6090-2BB4-C96517B33E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13963" y="11493501"/>
              <a:ext cx="84138" cy="85725"/>
            </a:xfrm>
            <a:prstGeom prst="ellipse">
              <a:avLst/>
            </a:prstGeom>
            <a:solidFill>
              <a:srgbClr val="404040"/>
            </a:solidFill>
            <a:ln w="6350">
              <a:solidFill>
                <a:srgbClr val="40404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570" name="Oval 73">
              <a:extLst>
                <a:ext uri="{FF2B5EF4-FFF2-40B4-BE49-F238E27FC236}">
                  <a16:creationId xmlns:a16="http://schemas.microsoft.com/office/drawing/2014/main" id="{9E87E988-5C8F-23AA-DF25-FFF81904B9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95075" y="8543926"/>
              <a:ext cx="84138" cy="84138"/>
            </a:xfrm>
            <a:prstGeom prst="ellipse">
              <a:avLst/>
            </a:prstGeom>
            <a:solidFill>
              <a:srgbClr val="009BD7"/>
            </a:solidFill>
            <a:ln w="6350">
              <a:solidFill>
                <a:srgbClr val="009BD7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572" name="Oval 74">
              <a:extLst>
                <a:ext uri="{FF2B5EF4-FFF2-40B4-BE49-F238E27FC236}">
                  <a16:creationId xmlns:a16="http://schemas.microsoft.com/office/drawing/2014/main" id="{221090C0-8472-DB19-D045-C6E8E1C6D2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55463" y="8248651"/>
              <a:ext cx="85725" cy="84138"/>
            </a:xfrm>
            <a:prstGeom prst="ellipse">
              <a:avLst/>
            </a:prstGeom>
            <a:solidFill>
              <a:srgbClr val="009BD7"/>
            </a:solidFill>
            <a:ln w="6350">
              <a:solidFill>
                <a:srgbClr val="009BD7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575" name="Oval 75">
              <a:extLst>
                <a:ext uri="{FF2B5EF4-FFF2-40B4-BE49-F238E27FC236}">
                  <a16:creationId xmlns:a16="http://schemas.microsoft.com/office/drawing/2014/main" id="{4C482464-D448-9153-13E7-2D9970F53C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04663" y="10336213"/>
              <a:ext cx="84138" cy="85725"/>
            </a:xfrm>
            <a:prstGeom prst="ellipse">
              <a:avLst/>
            </a:prstGeom>
            <a:solidFill>
              <a:srgbClr val="009BD7"/>
            </a:solidFill>
            <a:ln w="6350">
              <a:solidFill>
                <a:srgbClr val="009BD7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577" name="Oval 76">
              <a:extLst>
                <a:ext uri="{FF2B5EF4-FFF2-40B4-BE49-F238E27FC236}">
                  <a16:creationId xmlns:a16="http://schemas.microsoft.com/office/drawing/2014/main" id="{425DD8A8-A2C1-47A2-1C70-65EB6B9147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79300" y="10729913"/>
              <a:ext cx="85725" cy="85725"/>
            </a:xfrm>
            <a:prstGeom prst="ellipse">
              <a:avLst/>
            </a:prstGeom>
            <a:solidFill>
              <a:srgbClr val="009BD7"/>
            </a:solidFill>
            <a:ln w="6350">
              <a:solidFill>
                <a:srgbClr val="009BD7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579" name="Oval 77">
              <a:extLst>
                <a:ext uri="{FF2B5EF4-FFF2-40B4-BE49-F238E27FC236}">
                  <a16:creationId xmlns:a16="http://schemas.microsoft.com/office/drawing/2014/main" id="{92F8CC20-C4C5-5AB2-5F88-6795204102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36325" y="9426576"/>
              <a:ext cx="84138" cy="84138"/>
            </a:xfrm>
            <a:prstGeom prst="ellipse">
              <a:avLst/>
            </a:prstGeom>
            <a:solidFill>
              <a:srgbClr val="009BD7"/>
            </a:solidFill>
            <a:ln w="6350">
              <a:solidFill>
                <a:srgbClr val="009BD7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580" name="Oval 78">
              <a:extLst>
                <a:ext uri="{FF2B5EF4-FFF2-40B4-BE49-F238E27FC236}">
                  <a16:creationId xmlns:a16="http://schemas.microsoft.com/office/drawing/2014/main" id="{A6D7957E-103B-3752-A995-8AD57DDE8A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20313" y="10102851"/>
              <a:ext cx="84138" cy="84138"/>
            </a:xfrm>
            <a:prstGeom prst="ellipse">
              <a:avLst/>
            </a:prstGeom>
            <a:solidFill>
              <a:srgbClr val="009BD7"/>
            </a:solidFill>
            <a:ln w="6350">
              <a:solidFill>
                <a:srgbClr val="009BD7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590" name="Oval 79">
              <a:extLst>
                <a:ext uri="{FF2B5EF4-FFF2-40B4-BE49-F238E27FC236}">
                  <a16:creationId xmlns:a16="http://schemas.microsoft.com/office/drawing/2014/main" id="{8F8C5171-B567-BC23-A37C-AF59C62260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17125" y="10963276"/>
              <a:ext cx="85725" cy="85725"/>
            </a:xfrm>
            <a:prstGeom prst="ellipse">
              <a:avLst/>
            </a:prstGeom>
            <a:solidFill>
              <a:srgbClr val="009BD7"/>
            </a:solidFill>
            <a:ln w="6350">
              <a:solidFill>
                <a:srgbClr val="009BD7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591" name="Oval 80">
              <a:extLst>
                <a:ext uri="{FF2B5EF4-FFF2-40B4-BE49-F238E27FC236}">
                  <a16:creationId xmlns:a16="http://schemas.microsoft.com/office/drawing/2014/main" id="{A781DF76-4F20-210A-4860-757F67E600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88788" y="8135938"/>
              <a:ext cx="85725" cy="84138"/>
            </a:xfrm>
            <a:prstGeom prst="ellipse">
              <a:avLst/>
            </a:prstGeom>
            <a:solidFill>
              <a:srgbClr val="009BD7"/>
            </a:solidFill>
            <a:ln w="6350">
              <a:solidFill>
                <a:srgbClr val="009BD7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593" name="Oval 81">
              <a:extLst>
                <a:ext uri="{FF2B5EF4-FFF2-40B4-BE49-F238E27FC236}">
                  <a16:creationId xmlns:a16="http://schemas.microsoft.com/office/drawing/2014/main" id="{918685B7-E7B9-AB72-5660-B523A8D857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72813" y="8313738"/>
              <a:ext cx="84138" cy="85725"/>
            </a:xfrm>
            <a:prstGeom prst="ellipse">
              <a:avLst/>
            </a:prstGeom>
            <a:solidFill>
              <a:srgbClr val="009BD7"/>
            </a:solidFill>
            <a:ln w="6350">
              <a:solidFill>
                <a:srgbClr val="009BD7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659" name="Oval 82">
              <a:extLst>
                <a:ext uri="{FF2B5EF4-FFF2-40B4-BE49-F238E27FC236}">
                  <a16:creationId xmlns:a16="http://schemas.microsoft.com/office/drawing/2014/main" id="{50BD024F-6DFD-BCAB-C8D2-71736EA010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07700" y="8528051"/>
              <a:ext cx="84138" cy="84138"/>
            </a:xfrm>
            <a:prstGeom prst="ellipse">
              <a:avLst/>
            </a:prstGeom>
            <a:solidFill>
              <a:srgbClr val="009BD7"/>
            </a:solidFill>
            <a:ln w="6350">
              <a:solidFill>
                <a:srgbClr val="009BD7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660" name="Oval 83">
              <a:extLst>
                <a:ext uri="{FF2B5EF4-FFF2-40B4-BE49-F238E27FC236}">
                  <a16:creationId xmlns:a16="http://schemas.microsoft.com/office/drawing/2014/main" id="{DF1933F0-A7D6-DA8D-A0E2-EB2B636C09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25338" y="7780338"/>
              <a:ext cx="84138" cy="84138"/>
            </a:xfrm>
            <a:prstGeom prst="ellipse">
              <a:avLst/>
            </a:prstGeom>
            <a:solidFill>
              <a:srgbClr val="009BD7"/>
            </a:solidFill>
            <a:ln w="6350">
              <a:solidFill>
                <a:srgbClr val="009BD7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661" name="Oval 84">
              <a:extLst>
                <a:ext uri="{FF2B5EF4-FFF2-40B4-BE49-F238E27FC236}">
                  <a16:creationId xmlns:a16="http://schemas.microsoft.com/office/drawing/2014/main" id="{84FC3E8B-590C-8963-FDF7-8979130AAD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9875" y="9245601"/>
              <a:ext cx="85725" cy="84138"/>
            </a:xfrm>
            <a:prstGeom prst="ellipse">
              <a:avLst/>
            </a:prstGeom>
            <a:solidFill>
              <a:srgbClr val="009BD7"/>
            </a:solidFill>
            <a:ln w="6350">
              <a:solidFill>
                <a:srgbClr val="009BD7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662" name="Oval 85">
              <a:extLst>
                <a:ext uri="{FF2B5EF4-FFF2-40B4-BE49-F238E27FC236}">
                  <a16:creationId xmlns:a16="http://schemas.microsoft.com/office/drawing/2014/main" id="{3EDFC98E-6E53-6F94-64E5-ED3D8C0E3C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26938" y="7796213"/>
              <a:ext cx="85725" cy="84138"/>
            </a:xfrm>
            <a:prstGeom prst="ellipse">
              <a:avLst/>
            </a:prstGeom>
            <a:solidFill>
              <a:srgbClr val="009BD7"/>
            </a:solidFill>
            <a:ln w="6350">
              <a:solidFill>
                <a:srgbClr val="009BD7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663" name="Oval 86">
              <a:extLst>
                <a:ext uri="{FF2B5EF4-FFF2-40B4-BE49-F238E27FC236}">
                  <a16:creationId xmlns:a16="http://schemas.microsoft.com/office/drawing/2014/main" id="{D1CB1F24-9B2E-814A-28B4-B79703D577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7988" y="9047163"/>
              <a:ext cx="85725" cy="85725"/>
            </a:xfrm>
            <a:prstGeom prst="ellipse">
              <a:avLst/>
            </a:prstGeom>
            <a:solidFill>
              <a:srgbClr val="009BD7"/>
            </a:solidFill>
            <a:ln w="6350">
              <a:solidFill>
                <a:srgbClr val="009BD7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664" name="Oval 87">
              <a:extLst>
                <a:ext uri="{FF2B5EF4-FFF2-40B4-BE49-F238E27FC236}">
                  <a16:creationId xmlns:a16="http://schemas.microsoft.com/office/drawing/2014/main" id="{DE9B0FA8-F3B9-88E0-4A9D-E6F1A870EA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28300" y="10213976"/>
              <a:ext cx="84138" cy="84138"/>
            </a:xfrm>
            <a:prstGeom prst="ellipse">
              <a:avLst/>
            </a:prstGeom>
            <a:solidFill>
              <a:srgbClr val="009BD7"/>
            </a:solidFill>
            <a:ln w="6350">
              <a:solidFill>
                <a:srgbClr val="009BD7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665" name="Oval 88">
              <a:extLst>
                <a:ext uri="{FF2B5EF4-FFF2-40B4-BE49-F238E27FC236}">
                  <a16:creationId xmlns:a16="http://schemas.microsoft.com/office/drawing/2014/main" id="{F1A0A809-FCB3-FF6A-0A21-C6D3694B68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91825" y="10760076"/>
              <a:ext cx="85725" cy="84138"/>
            </a:xfrm>
            <a:prstGeom prst="ellipse">
              <a:avLst/>
            </a:prstGeom>
            <a:solidFill>
              <a:srgbClr val="009BD7"/>
            </a:solidFill>
            <a:ln w="6350">
              <a:solidFill>
                <a:srgbClr val="009BD7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666" name="Oval 89">
              <a:extLst>
                <a:ext uri="{FF2B5EF4-FFF2-40B4-BE49-F238E27FC236}">
                  <a16:creationId xmlns:a16="http://schemas.microsoft.com/office/drawing/2014/main" id="{29779280-CFC8-1536-EA98-D65532B0CB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0513" y="11231563"/>
              <a:ext cx="85725" cy="84138"/>
            </a:xfrm>
            <a:prstGeom prst="ellipse">
              <a:avLst/>
            </a:prstGeom>
            <a:solidFill>
              <a:srgbClr val="009BD7"/>
            </a:solidFill>
            <a:ln w="6350">
              <a:solidFill>
                <a:srgbClr val="009BD7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667" name="Oval 90">
              <a:extLst>
                <a:ext uri="{FF2B5EF4-FFF2-40B4-BE49-F238E27FC236}">
                  <a16:creationId xmlns:a16="http://schemas.microsoft.com/office/drawing/2014/main" id="{2CF0C14E-CF71-34F6-7162-9CF4395263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39488" y="10514013"/>
              <a:ext cx="84138" cy="84138"/>
            </a:xfrm>
            <a:prstGeom prst="ellipse">
              <a:avLst/>
            </a:prstGeom>
            <a:solidFill>
              <a:srgbClr val="009BD7"/>
            </a:solidFill>
            <a:ln w="6350">
              <a:solidFill>
                <a:srgbClr val="009BD7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668" name="Oval 91">
              <a:extLst>
                <a:ext uri="{FF2B5EF4-FFF2-40B4-BE49-F238E27FC236}">
                  <a16:creationId xmlns:a16="http://schemas.microsoft.com/office/drawing/2014/main" id="{CC465B7C-5BDC-4DE0-D13E-D33AB028A4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39625" y="8891588"/>
              <a:ext cx="85725" cy="84138"/>
            </a:xfrm>
            <a:prstGeom prst="ellipse">
              <a:avLst/>
            </a:prstGeom>
            <a:solidFill>
              <a:srgbClr val="009BD7"/>
            </a:solidFill>
            <a:ln w="6350">
              <a:solidFill>
                <a:srgbClr val="009BD7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669" name="Oval 92">
              <a:extLst>
                <a:ext uri="{FF2B5EF4-FFF2-40B4-BE49-F238E27FC236}">
                  <a16:creationId xmlns:a16="http://schemas.microsoft.com/office/drawing/2014/main" id="{1CD09295-2F97-068A-FD89-4DACD15350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66650" y="8720138"/>
              <a:ext cx="85725" cy="84138"/>
            </a:xfrm>
            <a:prstGeom prst="ellipse">
              <a:avLst/>
            </a:prstGeom>
            <a:solidFill>
              <a:srgbClr val="009BD7"/>
            </a:solidFill>
            <a:ln w="6350">
              <a:solidFill>
                <a:srgbClr val="009BD7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670" name="Oval 93">
              <a:extLst>
                <a:ext uri="{FF2B5EF4-FFF2-40B4-BE49-F238E27FC236}">
                  <a16:creationId xmlns:a16="http://schemas.microsoft.com/office/drawing/2014/main" id="{0299707B-7E9C-48D8-BCFA-8BC51541ED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64888" y="8169276"/>
              <a:ext cx="84138" cy="84138"/>
            </a:xfrm>
            <a:prstGeom prst="ellipse">
              <a:avLst/>
            </a:prstGeom>
            <a:solidFill>
              <a:srgbClr val="009BD7"/>
            </a:solidFill>
            <a:ln w="6350">
              <a:solidFill>
                <a:srgbClr val="009BD7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671" name="Oval 94">
              <a:extLst>
                <a:ext uri="{FF2B5EF4-FFF2-40B4-BE49-F238E27FC236}">
                  <a16:creationId xmlns:a16="http://schemas.microsoft.com/office/drawing/2014/main" id="{96698E9D-0E77-31CE-9B6A-FAA6CED871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52363" y="9142413"/>
              <a:ext cx="84138" cy="85725"/>
            </a:xfrm>
            <a:prstGeom prst="ellipse">
              <a:avLst/>
            </a:prstGeom>
            <a:solidFill>
              <a:srgbClr val="009BD7"/>
            </a:solidFill>
            <a:ln w="6350">
              <a:solidFill>
                <a:srgbClr val="009BD7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672" name="Oval 95">
              <a:extLst>
                <a:ext uri="{FF2B5EF4-FFF2-40B4-BE49-F238E27FC236}">
                  <a16:creationId xmlns:a16="http://schemas.microsoft.com/office/drawing/2014/main" id="{9B5CCBF5-1789-73F4-FC1B-12AF3248C1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76450" y="8740776"/>
              <a:ext cx="84138" cy="84138"/>
            </a:xfrm>
            <a:prstGeom prst="ellipse">
              <a:avLst/>
            </a:prstGeom>
            <a:solidFill>
              <a:srgbClr val="009BD7"/>
            </a:solidFill>
            <a:ln w="6350">
              <a:solidFill>
                <a:srgbClr val="009BD7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673" name="Oval 96">
              <a:extLst>
                <a:ext uri="{FF2B5EF4-FFF2-40B4-BE49-F238E27FC236}">
                  <a16:creationId xmlns:a16="http://schemas.microsoft.com/office/drawing/2014/main" id="{794D658A-36A7-62B7-6351-B3BD4AC41E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09775" y="8743951"/>
              <a:ext cx="84138" cy="85725"/>
            </a:xfrm>
            <a:prstGeom prst="ellipse">
              <a:avLst/>
            </a:prstGeom>
            <a:solidFill>
              <a:srgbClr val="009BD7"/>
            </a:solidFill>
            <a:ln w="6350">
              <a:solidFill>
                <a:srgbClr val="009BD7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674" name="Oval 97">
              <a:extLst>
                <a:ext uri="{FF2B5EF4-FFF2-40B4-BE49-F238E27FC236}">
                  <a16:creationId xmlns:a16="http://schemas.microsoft.com/office/drawing/2014/main" id="{8444C7FE-4852-5B5B-0335-C579BA6748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52550" y="9150351"/>
              <a:ext cx="84138" cy="85725"/>
            </a:xfrm>
            <a:prstGeom prst="ellipse">
              <a:avLst/>
            </a:prstGeom>
            <a:solidFill>
              <a:srgbClr val="009BD7"/>
            </a:solidFill>
            <a:ln w="6350">
              <a:solidFill>
                <a:srgbClr val="009BD7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675" name="Oval 98">
              <a:extLst>
                <a:ext uri="{FF2B5EF4-FFF2-40B4-BE49-F238E27FC236}">
                  <a16:creationId xmlns:a16="http://schemas.microsoft.com/office/drawing/2014/main" id="{367BCD24-810B-3274-9DFC-966B17317A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52400" y="9339263"/>
              <a:ext cx="85725" cy="84138"/>
            </a:xfrm>
            <a:prstGeom prst="ellipse">
              <a:avLst/>
            </a:prstGeom>
            <a:solidFill>
              <a:srgbClr val="009BD7"/>
            </a:solidFill>
            <a:ln w="6350">
              <a:solidFill>
                <a:srgbClr val="009BD7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676" name="Oval 99">
              <a:extLst>
                <a:ext uri="{FF2B5EF4-FFF2-40B4-BE49-F238E27FC236}">
                  <a16:creationId xmlns:a16="http://schemas.microsoft.com/office/drawing/2014/main" id="{21889562-C8AD-756E-FFEE-286C148284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80763" y="9988551"/>
              <a:ext cx="84138" cy="84138"/>
            </a:xfrm>
            <a:prstGeom prst="ellipse">
              <a:avLst/>
            </a:prstGeom>
            <a:solidFill>
              <a:srgbClr val="009BD7"/>
            </a:solidFill>
            <a:ln w="6350">
              <a:solidFill>
                <a:srgbClr val="009BD7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677" name="Oval 100">
              <a:extLst>
                <a:ext uri="{FF2B5EF4-FFF2-40B4-BE49-F238E27FC236}">
                  <a16:creationId xmlns:a16="http://schemas.microsoft.com/office/drawing/2014/main" id="{D61B9CE1-7532-9DDF-68A9-7C019DD6F4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47475" y="9766301"/>
              <a:ext cx="85725" cy="84138"/>
            </a:xfrm>
            <a:prstGeom prst="ellipse">
              <a:avLst/>
            </a:prstGeom>
            <a:solidFill>
              <a:srgbClr val="009BD7"/>
            </a:solidFill>
            <a:ln w="6350">
              <a:solidFill>
                <a:srgbClr val="009BD7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678" name="Oval 101">
              <a:extLst>
                <a:ext uri="{FF2B5EF4-FFF2-40B4-BE49-F238E27FC236}">
                  <a16:creationId xmlns:a16="http://schemas.microsoft.com/office/drawing/2014/main" id="{1E2FEFE2-93BA-8E89-4E46-BD9579DB74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76075" y="9732963"/>
              <a:ext cx="85725" cy="84138"/>
            </a:xfrm>
            <a:prstGeom prst="ellipse">
              <a:avLst/>
            </a:prstGeom>
            <a:solidFill>
              <a:srgbClr val="009BD7"/>
            </a:solidFill>
            <a:ln w="6350">
              <a:solidFill>
                <a:srgbClr val="009BD7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679" name="Oval 102">
              <a:extLst>
                <a:ext uri="{FF2B5EF4-FFF2-40B4-BE49-F238E27FC236}">
                  <a16:creationId xmlns:a16="http://schemas.microsoft.com/office/drawing/2014/main" id="{1A4D6506-B9EC-8FCB-FB6E-AF198CCD93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14213" y="9199563"/>
              <a:ext cx="84138" cy="84138"/>
            </a:xfrm>
            <a:prstGeom prst="ellipse">
              <a:avLst/>
            </a:prstGeom>
            <a:solidFill>
              <a:srgbClr val="009BD7"/>
            </a:solidFill>
            <a:ln w="6350">
              <a:solidFill>
                <a:srgbClr val="009BD7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680" name="Oval 103">
              <a:extLst>
                <a:ext uri="{FF2B5EF4-FFF2-40B4-BE49-F238E27FC236}">
                  <a16:creationId xmlns:a16="http://schemas.microsoft.com/office/drawing/2014/main" id="{08E38780-D43F-E246-B28B-DE95BF3532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99875" y="9240838"/>
              <a:ext cx="84138" cy="85725"/>
            </a:xfrm>
            <a:prstGeom prst="ellipse">
              <a:avLst/>
            </a:prstGeom>
            <a:solidFill>
              <a:srgbClr val="009BD7"/>
            </a:solidFill>
            <a:ln w="6350">
              <a:solidFill>
                <a:srgbClr val="009BD7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681" name="Oval 104">
              <a:extLst>
                <a:ext uri="{FF2B5EF4-FFF2-40B4-BE49-F238E27FC236}">
                  <a16:creationId xmlns:a16="http://schemas.microsoft.com/office/drawing/2014/main" id="{BAEE51E9-D856-0E9E-213F-FE08D13AAE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44375" y="9126538"/>
              <a:ext cx="84138" cy="84138"/>
            </a:xfrm>
            <a:prstGeom prst="ellipse">
              <a:avLst/>
            </a:prstGeom>
            <a:solidFill>
              <a:srgbClr val="009BD7"/>
            </a:solidFill>
            <a:ln w="6350">
              <a:solidFill>
                <a:srgbClr val="009BD7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682" name="Oval 105">
              <a:extLst>
                <a:ext uri="{FF2B5EF4-FFF2-40B4-BE49-F238E27FC236}">
                  <a16:creationId xmlns:a16="http://schemas.microsoft.com/office/drawing/2014/main" id="{32D3032D-9689-5ABD-E6FF-7628B285C8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44413" y="8789988"/>
              <a:ext cx="85725" cy="84138"/>
            </a:xfrm>
            <a:prstGeom prst="ellipse">
              <a:avLst/>
            </a:prstGeom>
            <a:solidFill>
              <a:srgbClr val="009BD7"/>
            </a:solidFill>
            <a:ln w="6350">
              <a:solidFill>
                <a:srgbClr val="009BD7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683" name="Oval 106">
              <a:extLst>
                <a:ext uri="{FF2B5EF4-FFF2-40B4-BE49-F238E27FC236}">
                  <a16:creationId xmlns:a16="http://schemas.microsoft.com/office/drawing/2014/main" id="{2D3D256A-50E0-00EC-E1EE-5640D55099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98275" y="11391901"/>
              <a:ext cx="84138" cy="84138"/>
            </a:xfrm>
            <a:prstGeom prst="ellipse">
              <a:avLst/>
            </a:prstGeom>
            <a:solidFill>
              <a:srgbClr val="009BD7"/>
            </a:solidFill>
            <a:ln w="6350">
              <a:solidFill>
                <a:srgbClr val="009BD7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684" name="Oval 107">
              <a:extLst>
                <a:ext uri="{FF2B5EF4-FFF2-40B4-BE49-F238E27FC236}">
                  <a16:creationId xmlns:a16="http://schemas.microsoft.com/office/drawing/2014/main" id="{AB1469F6-3288-50C2-11D4-120863B3B2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63188" y="10915651"/>
              <a:ext cx="84138" cy="84138"/>
            </a:xfrm>
            <a:prstGeom prst="ellipse">
              <a:avLst/>
            </a:prstGeom>
            <a:solidFill>
              <a:srgbClr val="009BD7"/>
            </a:solidFill>
            <a:ln w="6350">
              <a:solidFill>
                <a:srgbClr val="009BD7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685" name="Oval 108">
              <a:extLst>
                <a:ext uri="{FF2B5EF4-FFF2-40B4-BE49-F238E27FC236}">
                  <a16:creationId xmlns:a16="http://schemas.microsoft.com/office/drawing/2014/main" id="{44BA9909-042B-6CC1-19BA-C1855E994D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96675" y="11215688"/>
              <a:ext cx="84138" cy="84138"/>
            </a:xfrm>
            <a:prstGeom prst="ellipse">
              <a:avLst/>
            </a:prstGeom>
            <a:solidFill>
              <a:srgbClr val="009BD7"/>
            </a:solidFill>
            <a:ln w="6350">
              <a:solidFill>
                <a:srgbClr val="009BD7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686" name="Oval 109">
              <a:extLst>
                <a:ext uri="{FF2B5EF4-FFF2-40B4-BE49-F238E27FC236}">
                  <a16:creationId xmlns:a16="http://schemas.microsoft.com/office/drawing/2014/main" id="{93DC3918-7E28-42E3-E10A-A83DC32CB2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49075" y="11190288"/>
              <a:ext cx="84138" cy="85725"/>
            </a:xfrm>
            <a:prstGeom prst="ellipse">
              <a:avLst/>
            </a:prstGeom>
            <a:solidFill>
              <a:srgbClr val="009BD7"/>
            </a:solidFill>
            <a:ln w="6350">
              <a:solidFill>
                <a:srgbClr val="009BD7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687" name="Oval 110">
              <a:extLst>
                <a:ext uri="{FF2B5EF4-FFF2-40B4-BE49-F238E27FC236}">
                  <a16:creationId xmlns:a16="http://schemas.microsoft.com/office/drawing/2014/main" id="{C5FC5E1A-E9E6-8B13-B21D-508E7D9479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87088" y="11247438"/>
              <a:ext cx="84138" cy="84138"/>
            </a:xfrm>
            <a:prstGeom prst="ellipse">
              <a:avLst/>
            </a:prstGeom>
            <a:solidFill>
              <a:srgbClr val="009BD7"/>
            </a:solidFill>
            <a:ln w="6350">
              <a:solidFill>
                <a:srgbClr val="009BD7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698" name="Oval 111">
              <a:extLst>
                <a:ext uri="{FF2B5EF4-FFF2-40B4-BE49-F238E27FC236}">
                  <a16:creationId xmlns:a16="http://schemas.microsoft.com/office/drawing/2014/main" id="{820EC3CE-8D16-1647-EB1A-A30BC9333E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91800" y="11553826"/>
              <a:ext cx="85725" cy="85725"/>
            </a:xfrm>
            <a:prstGeom prst="ellipse">
              <a:avLst/>
            </a:prstGeom>
            <a:solidFill>
              <a:srgbClr val="009BD7"/>
            </a:solidFill>
            <a:ln w="6350">
              <a:solidFill>
                <a:srgbClr val="009BD7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699" name="Oval 112">
              <a:extLst>
                <a:ext uri="{FF2B5EF4-FFF2-40B4-BE49-F238E27FC236}">
                  <a16:creationId xmlns:a16="http://schemas.microsoft.com/office/drawing/2014/main" id="{DA7FDC82-AFA9-56DF-AF87-9233582D94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53700" y="11599863"/>
              <a:ext cx="85725" cy="84138"/>
            </a:xfrm>
            <a:prstGeom prst="ellipse">
              <a:avLst/>
            </a:prstGeom>
            <a:solidFill>
              <a:srgbClr val="009BD7"/>
            </a:solidFill>
            <a:ln w="6350">
              <a:solidFill>
                <a:srgbClr val="009BD7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703" name="Oval 114">
              <a:extLst>
                <a:ext uri="{FF2B5EF4-FFF2-40B4-BE49-F238E27FC236}">
                  <a16:creationId xmlns:a16="http://schemas.microsoft.com/office/drawing/2014/main" id="{BE28C84F-F461-BE80-0641-3A8036AF05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58663" y="11539538"/>
              <a:ext cx="85725" cy="84138"/>
            </a:xfrm>
            <a:prstGeom prst="ellipse">
              <a:avLst/>
            </a:prstGeom>
            <a:solidFill>
              <a:srgbClr val="009BD7"/>
            </a:solidFill>
            <a:ln w="6350">
              <a:solidFill>
                <a:srgbClr val="009BD7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706" name="Oval 115">
              <a:extLst>
                <a:ext uri="{FF2B5EF4-FFF2-40B4-BE49-F238E27FC236}">
                  <a16:creationId xmlns:a16="http://schemas.microsoft.com/office/drawing/2014/main" id="{6F540EBE-F28C-13AE-6C30-29A2D906D2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01475" y="11252201"/>
              <a:ext cx="85725" cy="84138"/>
            </a:xfrm>
            <a:prstGeom prst="ellipse">
              <a:avLst/>
            </a:prstGeom>
            <a:solidFill>
              <a:srgbClr val="009BD7"/>
            </a:solidFill>
            <a:ln w="6350">
              <a:solidFill>
                <a:srgbClr val="009BD7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384" name="Oval 116">
              <a:extLst>
                <a:ext uri="{FF2B5EF4-FFF2-40B4-BE49-F238E27FC236}">
                  <a16:creationId xmlns:a16="http://schemas.microsoft.com/office/drawing/2014/main" id="{005F30CC-E401-FF01-7ACF-BA187F68FA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80663" y="11177588"/>
              <a:ext cx="84138" cy="85725"/>
            </a:xfrm>
            <a:prstGeom prst="ellipse">
              <a:avLst/>
            </a:prstGeom>
            <a:solidFill>
              <a:srgbClr val="009BD7"/>
            </a:solidFill>
            <a:ln w="6350">
              <a:solidFill>
                <a:srgbClr val="009BD7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386" name="Oval 117">
              <a:extLst>
                <a:ext uri="{FF2B5EF4-FFF2-40B4-BE49-F238E27FC236}">
                  <a16:creationId xmlns:a16="http://schemas.microsoft.com/office/drawing/2014/main" id="{8A161A01-8A4A-B5A4-FA28-7CDC023D93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04538" y="11395076"/>
              <a:ext cx="85725" cy="84138"/>
            </a:xfrm>
            <a:prstGeom prst="ellipse">
              <a:avLst/>
            </a:prstGeom>
            <a:solidFill>
              <a:srgbClr val="009BD7"/>
            </a:solidFill>
            <a:ln w="6350">
              <a:solidFill>
                <a:srgbClr val="009BD7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391" name="Oval 118">
              <a:extLst>
                <a:ext uri="{FF2B5EF4-FFF2-40B4-BE49-F238E27FC236}">
                  <a16:creationId xmlns:a16="http://schemas.microsoft.com/office/drawing/2014/main" id="{80087619-5336-B78B-F6B5-06A6EB4D57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62013" y="8669338"/>
              <a:ext cx="84138" cy="85725"/>
            </a:xfrm>
            <a:prstGeom prst="ellipse">
              <a:avLst/>
            </a:prstGeom>
            <a:solidFill>
              <a:srgbClr val="E4325C"/>
            </a:solidFill>
            <a:ln w="6350">
              <a:solidFill>
                <a:srgbClr val="E4325C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392" name="Oval 119">
              <a:extLst>
                <a:ext uri="{FF2B5EF4-FFF2-40B4-BE49-F238E27FC236}">
                  <a16:creationId xmlns:a16="http://schemas.microsoft.com/office/drawing/2014/main" id="{E40FA6D0-FABD-DB8B-41CB-0A5CCE9CB8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5788" y="8378826"/>
              <a:ext cx="85725" cy="85725"/>
            </a:xfrm>
            <a:prstGeom prst="ellipse">
              <a:avLst/>
            </a:prstGeom>
            <a:solidFill>
              <a:srgbClr val="E4325C"/>
            </a:solidFill>
            <a:ln w="6350">
              <a:solidFill>
                <a:srgbClr val="E4325C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393" name="Oval 120">
              <a:extLst>
                <a:ext uri="{FF2B5EF4-FFF2-40B4-BE49-F238E27FC236}">
                  <a16:creationId xmlns:a16="http://schemas.microsoft.com/office/drawing/2014/main" id="{5A9F14AA-0AD1-8E5B-EFA3-751D6AE69C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36613" y="7967663"/>
              <a:ext cx="84138" cy="85725"/>
            </a:xfrm>
            <a:prstGeom prst="ellipse">
              <a:avLst/>
            </a:prstGeom>
            <a:solidFill>
              <a:srgbClr val="E4325C"/>
            </a:solidFill>
            <a:ln w="6350">
              <a:solidFill>
                <a:srgbClr val="E4325C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394" name="Freeform 121">
              <a:extLst>
                <a:ext uri="{FF2B5EF4-FFF2-40B4-BE49-F238E27FC236}">
                  <a16:creationId xmlns:a16="http://schemas.microsoft.com/office/drawing/2014/main" id="{607CC8A7-9845-221E-65D8-C2B0F46BF8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29888" y="7608888"/>
              <a:ext cx="4586288" cy="3694113"/>
            </a:xfrm>
            <a:custGeom>
              <a:avLst/>
              <a:gdLst>
                <a:gd name="T0" fmla="*/ 38 w 2889"/>
                <a:gd name="T1" fmla="*/ 224 h 2327"/>
                <a:gd name="T2" fmla="*/ 95 w 2889"/>
                <a:gd name="T3" fmla="*/ 544 h 2327"/>
                <a:gd name="T4" fmla="*/ 152 w 2889"/>
                <a:gd name="T5" fmla="*/ 819 h 2327"/>
                <a:gd name="T6" fmla="*/ 198 w 2889"/>
                <a:gd name="T7" fmla="*/ 992 h 2327"/>
                <a:gd name="T8" fmla="*/ 255 w 2889"/>
                <a:gd name="T9" fmla="*/ 1154 h 2327"/>
                <a:gd name="T10" fmla="*/ 313 w 2889"/>
                <a:gd name="T11" fmla="*/ 1277 h 2327"/>
                <a:gd name="T12" fmla="*/ 359 w 2889"/>
                <a:gd name="T13" fmla="*/ 1362 h 2327"/>
                <a:gd name="T14" fmla="*/ 416 w 2889"/>
                <a:gd name="T15" fmla="*/ 1456 h 2327"/>
                <a:gd name="T16" fmla="*/ 473 w 2889"/>
                <a:gd name="T17" fmla="*/ 1539 h 2327"/>
                <a:gd name="T18" fmla="*/ 530 w 2889"/>
                <a:gd name="T19" fmla="*/ 1612 h 2327"/>
                <a:gd name="T20" fmla="*/ 587 w 2889"/>
                <a:gd name="T21" fmla="*/ 1676 h 2327"/>
                <a:gd name="T22" fmla="*/ 644 w 2889"/>
                <a:gd name="T23" fmla="*/ 1732 h 2327"/>
                <a:gd name="T24" fmla="*/ 701 w 2889"/>
                <a:gd name="T25" fmla="*/ 1781 h 2327"/>
                <a:gd name="T26" fmla="*/ 758 w 2889"/>
                <a:gd name="T27" fmla="*/ 1823 h 2327"/>
                <a:gd name="T28" fmla="*/ 815 w 2889"/>
                <a:gd name="T29" fmla="*/ 1860 h 2327"/>
                <a:gd name="T30" fmla="*/ 872 w 2889"/>
                <a:gd name="T31" fmla="*/ 1893 h 2327"/>
                <a:gd name="T32" fmla="*/ 930 w 2889"/>
                <a:gd name="T33" fmla="*/ 1923 h 2327"/>
                <a:gd name="T34" fmla="*/ 982 w 2889"/>
                <a:gd name="T35" fmla="*/ 1948 h 2327"/>
                <a:gd name="T36" fmla="*/ 1039 w 2889"/>
                <a:gd name="T37" fmla="*/ 1974 h 2327"/>
                <a:gd name="T38" fmla="*/ 1096 w 2889"/>
                <a:gd name="T39" fmla="*/ 1999 h 2327"/>
                <a:gd name="T40" fmla="*/ 1153 w 2889"/>
                <a:gd name="T41" fmla="*/ 2022 h 2327"/>
                <a:gd name="T42" fmla="*/ 1210 w 2889"/>
                <a:gd name="T43" fmla="*/ 2043 h 2327"/>
                <a:gd name="T44" fmla="*/ 1267 w 2889"/>
                <a:gd name="T45" fmla="*/ 2063 h 2327"/>
                <a:gd name="T46" fmla="*/ 1322 w 2889"/>
                <a:gd name="T47" fmla="*/ 2080 h 2327"/>
                <a:gd name="T48" fmla="*/ 1379 w 2889"/>
                <a:gd name="T49" fmla="*/ 2097 h 2327"/>
                <a:gd name="T50" fmla="*/ 1436 w 2889"/>
                <a:gd name="T51" fmla="*/ 2113 h 2327"/>
                <a:gd name="T52" fmla="*/ 1493 w 2889"/>
                <a:gd name="T53" fmla="*/ 2127 h 2327"/>
                <a:gd name="T54" fmla="*/ 1550 w 2889"/>
                <a:gd name="T55" fmla="*/ 2141 h 2327"/>
                <a:gd name="T56" fmla="*/ 1605 w 2889"/>
                <a:gd name="T57" fmla="*/ 2154 h 2327"/>
                <a:gd name="T58" fmla="*/ 1662 w 2889"/>
                <a:gd name="T59" fmla="*/ 2166 h 2327"/>
                <a:gd name="T60" fmla="*/ 1719 w 2889"/>
                <a:gd name="T61" fmla="*/ 2179 h 2327"/>
                <a:gd name="T62" fmla="*/ 1776 w 2889"/>
                <a:gd name="T63" fmla="*/ 2190 h 2327"/>
                <a:gd name="T64" fmla="*/ 1834 w 2889"/>
                <a:gd name="T65" fmla="*/ 2202 h 2327"/>
                <a:gd name="T66" fmla="*/ 1891 w 2889"/>
                <a:gd name="T67" fmla="*/ 2212 h 2327"/>
                <a:gd name="T68" fmla="*/ 1945 w 2889"/>
                <a:gd name="T69" fmla="*/ 2221 h 2327"/>
                <a:gd name="T70" fmla="*/ 2002 w 2889"/>
                <a:gd name="T71" fmla="*/ 2230 h 2327"/>
                <a:gd name="T72" fmla="*/ 2059 w 2889"/>
                <a:gd name="T73" fmla="*/ 2238 h 2327"/>
                <a:gd name="T74" fmla="*/ 2116 w 2889"/>
                <a:gd name="T75" fmla="*/ 2246 h 2327"/>
                <a:gd name="T76" fmla="*/ 2173 w 2889"/>
                <a:gd name="T77" fmla="*/ 2253 h 2327"/>
                <a:gd name="T78" fmla="*/ 2230 w 2889"/>
                <a:gd name="T79" fmla="*/ 2260 h 2327"/>
                <a:gd name="T80" fmla="*/ 2285 w 2889"/>
                <a:gd name="T81" fmla="*/ 2266 h 2327"/>
                <a:gd name="T82" fmla="*/ 2342 w 2889"/>
                <a:gd name="T83" fmla="*/ 2274 h 2327"/>
                <a:gd name="T84" fmla="*/ 2399 w 2889"/>
                <a:gd name="T85" fmla="*/ 2280 h 2327"/>
                <a:gd name="T86" fmla="*/ 2456 w 2889"/>
                <a:gd name="T87" fmla="*/ 2287 h 2327"/>
                <a:gd name="T88" fmla="*/ 2514 w 2889"/>
                <a:gd name="T89" fmla="*/ 2293 h 2327"/>
                <a:gd name="T90" fmla="*/ 2568 w 2889"/>
                <a:gd name="T91" fmla="*/ 2299 h 2327"/>
                <a:gd name="T92" fmla="*/ 2625 w 2889"/>
                <a:gd name="T93" fmla="*/ 2304 h 2327"/>
                <a:gd name="T94" fmla="*/ 2682 w 2889"/>
                <a:gd name="T95" fmla="*/ 2310 h 2327"/>
                <a:gd name="T96" fmla="*/ 2739 w 2889"/>
                <a:gd name="T97" fmla="*/ 2315 h 2327"/>
                <a:gd name="T98" fmla="*/ 2796 w 2889"/>
                <a:gd name="T99" fmla="*/ 2319 h 2327"/>
                <a:gd name="T100" fmla="*/ 2853 w 2889"/>
                <a:gd name="T101" fmla="*/ 2324 h 23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89" h="2327">
                  <a:moveTo>
                    <a:pt x="0" y="0"/>
                  </a:moveTo>
                  <a:lnTo>
                    <a:pt x="19" y="112"/>
                  </a:lnTo>
                  <a:lnTo>
                    <a:pt x="38" y="224"/>
                  </a:lnTo>
                  <a:lnTo>
                    <a:pt x="57" y="335"/>
                  </a:lnTo>
                  <a:lnTo>
                    <a:pt x="76" y="441"/>
                  </a:lnTo>
                  <a:lnTo>
                    <a:pt x="95" y="544"/>
                  </a:lnTo>
                  <a:lnTo>
                    <a:pt x="114" y="642"/>
                  </a:lnTo>
                  <a:lnTo>
                    <a:pt x="133" y="734"/>
                  </a:lnTo>
                  <a:lnTo>
                    <a:pt x="152" y="819"/>
                  </a:lnTo>
                  <a:lnTo>
                    <a:pt x="160" y="853"/>
                  </a:lnTo>
                  <a:lnTo>
                    <a:pt x="179" y="927"/>
                  </a:lnTo>
                  <a:lnTo>
                    <a:pt x="198" y="992"/>
                  </a:lnTo>
                  <a:lnTo>
                    <a:pt x="217" y="1052"/>
                  </a:lnTo>
                  <a:lnTo>
                    <a:pt x="236" y="1106"/>
                  </a:lnTo>
                  <a:lnTo>
                    <a:pt x="255" y="1154"/>
                  </a:lnTo>
                  <a:lnTo>
                    <a:pt x="274" y="1198"/>
                  </a:lnTo>
                  <a:lnTo>
                    <a:pt x="293" y="1239"/>
                  </a:lnTo>
                  <a:lnTo>
                    <a:pt x="313" y="1277"/>
                  </a:lnTo>
                  <a:lnTo>
                    <a:pt x="321" y="1292"/>
                  </a:lnTo>
                  <a:lnTo>
                    <a:pt x="340" y="1328"/>
                  </a:lnTo>
                  <a:lnTo>
                    <a:pt x="359" y="1362"/>
                  </a:lnTo>
                  <a:lnTo>
                    <a:pt x="378" y="1394"/>
                  </a:lnTo>
                  <a:lnTo>
                    <a:pt x="397" y="1426"/>
                  </a:lnTo>
                  <a:lnTo>
                    <a:pt x="416" y="1456"/>
                  </a:lnTo>
                  <a:lnTo>
                    <a:pt x="435" y="1485"/>
                  </a:lnTo>
                  <a:lnTo>
                    <a:pt x="454" y="1513"/>
                  </a:lnTo>
                  <a:lnTo>
                    <a:pt x="473" y="1539"/>
                  </a:lnTo>
                  <a:lnTo>
                    <a:pt x="492" y="1565"/>
                  </a:lnTo>
                  <a:lnTo>
                    <a:pt x="511" y="1589"/>
                  </a:lnTo>
                  <a:lnTo>
                    <a:pt x="530" y="1612"/>
                  </a:lnTo>
                  <a:lnTo>
                    <a:pt x="549" y="1634"/>
                  </a:lnTo>
                  <a:lnTo>
                    <a:pt x="568" y="1655"/>
                  </a:lnTo>
                  <a:lnTo>
                    <a:pt x="587" y="1676"/>
                  </a:lnTo>
                  <a:lnTo>
                    <a:pt x="606" y="1696"/>
                  </a:lnTo>
                  <a:lnTo>
                    <a:pt x="625" y="1714"/>
                  </a:lnTo>
                  <a:lnTo>
                    <a:pt x="644" y="1732"/>
                  </a:lnTo>
                  <a:lnTo>
                    <a:pt x="663" y="1748"/>
                  </a:lnTo>
                  <a:lnTo>
                    <a:pt x="682" y="1764"/>
                  </a:lnTo>
                  <a:lnTo>
                    <a:pt x="701" y="1781"/>
                  </a:lnTo>
                  <a:lnTo>
                    <a:pt x="720" y="1795"/>
                  </a:lnTo>
                  <a:lnTo>
                    <a:pt x="739" y="1809"/>
                  </a:lnTo>
                  <a:lnTo>
                    <a:pt x="758" y="1823"/>
                  </a:lnTo>
                  <a:lnTo>
                    <a:pt x="777" y="1835"/>
                  </a:lnTo>
                  <a:lnTo>
                    <a:pt x="796" y="1848"/>
                  </a:lnTo>
                  <a:lnTo>
                    <a:pt x="815" y="1860"/>
                  </a:lnTo>
                  <a:lnTo>
                    <a:pt x="834" y="1871"/>
                  </a:lnTo>
                  <a:lnTo>
                    <a:pt x="853" y="1882"/>
                  </a:lnTo>
                  <a:lnTo>
                    <a:pt x="872" y="1893"/>
                  </a:lnTo>
                  <a:lnTo>
                    <a:pt x="891" y="1903"/>
                  </a:lnTo>
                  <a:lnTo>
                    <a:pt x="911" y="1914"/>
                  </a:lnTo>
                  <a:lnTo>
                    <a:pt x="930" y="1923"/>
                  </a:lnTo>
                  <a:lnTo>
                    <a:pt x="949" y="1933"/>
                  </a:lnTo>
                  <a:lnTo>
                    <a:pt x="963" y="1939"/>
                  </a:lnTo>
                  <a:lnTo>
                    <a:pt x="982" y="1948"/>
                  </a:lnTo>
                  <a:lnTo>
                    <a:pt x="1001" y="1957"/>
                  </a:lnTo>
                  <a:lnTo>
                    <a:pt x="1020" y="1966"/>
                  </a:lnTo>
                  <a:lnTo>
                    <a:pt x="1039" y="1974"/>
                  </a:lnTo>
                  <a:lnTo>
                    <a:pt x="1058" y="1983"/>
                  </a:lnTo>
                  <a:lnTo>
                    <a:pt x="1077" y="1991"/>
                  </a:lnTo>
                  <a:lnTo>
                    <a:pt x="1096" y="1999"/>
                  </a:lnTo>
                  <a:lnTo>
                    <a:pt x="1115" y="2007"/>
                  </a:lnTo>
                  <a:lnTo>
                    <a:pt x="1134" y="2014"/>
                  </a:lnTo>
                  <a:lnTo>
                    <a:pt x="1153" y="2022"/>
                  </a:lnTo>
                  <a:lnTo>
                    <a:pt x="1172" y="2029"/>
                  </a:lnTo>
                  <a:lnTo>
                    <a:pt x="1191" y="2036"/>
                  </a:lnTo>
                  <a:lnTo>
                    <a:pt x="1210" y="2043"/>
                  </a:lnTo>
                  <a:lnTo>
                    <a:pt x="1229" y="2050"/>
                  </a:lnTo>
                  <a:lnTo>
                    <a:pt x="1248" y="2056"/>
                  </a:lnTo>
                  <a:lnTo>
                    <a:pt x="1267" y="2063"/>
                  </a:lnTo>
                  <a:lnTo>
                    <a:pt x="1284" y="2068"/>
                  </a:lnTo>
                  <a:lnTo>
                    <a:pt x="1303" y="2074"/>
                  </a:lnTo>
                  <a:lnTo>
                    <a:pt x="1322" y="2080"/>
                  </a:lnTo>
                  <a:lnTo>
                    <a:pt x="1341" y="2086"/>
                  </a:lnTo>
                  <a:lnTo>
                    <a:pt x="1360" y="2092"/>
                  </a:lnTo>
                  <a:lnTo>
                    <a:pt x="1379" y="2097"/>
                  </a:lnTo>
                  <a:lnTo>
                    <a:pt x="1398" y="2103"/>
                  </a:lnTo>
                  <a:lnTo>
                    <a:pt x="1417" y="2108"/>
                  </a:lnTo>
                  <a:lnTo>
                    <a:pt x="1436" y="2113"/>
                  </a:lnTo>
                  <a:lnTo>
                    <a:pt x="1455" y="2118"/>
                  </a:lnTo>
                  <a:lnTo>
                    <a:pt x="1474" y="2122"/>
                  </a:lnTo>
                  <a:lnTo>
                    <a:pt x="1493" y="2127"/>
                  </a:lnTo>
                  <a:lnTo>
                    <a:pt x="1512" y="2132"/>
                  </a:lnTo>
                  <a:lnTo>
                    <a:pt x="1531" y="2136"/>
                  </a:lnTo>
                  <a:lnTo>
                    <a:pt x="1550" y="2141"/>
                  </a:lnTo>
                  <a:lnTo>
                    <a:pt x="1569" y="2146"/>
                  </a:lnTo>
                  <a:lnTo>
                    <a:pt x="1588" y="2150"/>
                  </a:lnTo>
                  <a:lnTo>
                    <a:pt x="1605" y="2154"/>
                  </a:lnTo>
                  <a:lnTo>
                    <a:pt x="1624" y="2158"/>
                  </a:lnTo>
                  <a:lnTo>
                    <a:pt x="1643" y="2163"/>
                  </a:lnTo>
                  <a:lnTo>
                    <a:pt x="1662" y="2166"/>
                  </a:lnTo>
                  <a:lnTo>
                    <a:pt x="1681" y="2171"/>
                  </a:lnTo>
                  <a:lnTo>
                    <a:pt x="1700" y="2175"/>
                  </a:lnTo>
                  <a:lnTo>
                    <a:pt x="1719" y="2179"/>
                  </a:lnTo>
                  <a:lnTo>
                    <a:pt x="1738" y="2183"/>
                  </a:lnTo>
                  <a:lnTo>
                    <a:pt x="1757" y="2187"/>
                  </a:lnTo>
                  <a:lnTo>
                    <a:pt x="1776" y="2190"/>
                  </a:lnTo>
                  <a:lnTo>
                    <a:pt x="1795" y="2194"/>
                  </a:lnTo>
                  <a:lnTo>
                    <a:pt x="1815" y="2198"/>
                  </a:lnTo>
                  <a:lnTo>
                    <a:pt x="1834" y="2202"/>
                  </a:lnTo>
                  <a:lnTo>
                    <a:pt x="1853" y="2205"/>
                  </a:lnTo>
                  <a:lnTo>
                    <a:pt x="1872" y="2209"/>
                  </a:lnTo>
                  <a:lnTo>
                    <a:pt x="1891" y="2212"/>
                  </a:lnTo>
                  <a:lnTo>
                    <a:pt x="1910" y="2215"/>
                  </a:lnTo>
                  <a:lnTo>
                    <a:pt x="1926" y="2218"/>
                  </a:lnTo>
                  <a:lnTo>
                    <a:pt x="1945" y="2221"/>
                  </a:lnTo>
                  <a:lnTo>
                    <a:pt x="1964" y="2224"/>
                  </a:lnTo>
                  <a:lnTo>
                    <a:pt x="1983" y="2227"/>
                  </a:lnTo>
                  <a:lnTo>
                    <a:pt x="2002" y="2230"/>
                  </a:lnTo>
                  <a:lnTo>
                    <a:pt x="2021" y="2233"/>
                  </a:lnTo>
                  <a:lnTo>
                    <a:pt x="2040" y="2236"/>
                  </a:lnTo>
                  <a:lnTo>
                    <a:pt x="2059" y="2238"/>
                  </a:lnTo>
                  <a:lnTo>
                    <a:pt x="2078" y="2241"/>
                  </a:lnTo>
                  <a:lnTo>
                    <a:pt x="2097" y="2243"/>
                  </a:lnTo>
                  <a:lnTo>
                    <a:pt x="2116" y="2246"/>
                  </a:lnTo>
                  <a:lnTo>
                    <a:pt x="2135" y="2248"/>
                  </a:lnTo>
                  <a:lnTo>
                    <a:pt x="2154" y="2250"/>
                  </a:lnTo>
                  <a:lnTo>
                    <a:pt x="2173" y="2253"/>
                  </a:lnTo>
                  <a:lnTo>
                    <a:pt x="2192" y="2255"/>
                  </a:lnTo>
                  <a:lnTo>
                    <a:pt x="2211" y="2258"/>
                  </a:lnTo>
                  <a:lnTo>
                    <a:pt x="2230" y="2260"/>
                  </a:lnTo>
                  <a:lnTo>
                    <a:pt x="2247" y="2262"/>
                  </a:lnTo>
                  <a:lnTo>
                    <a:pt x="2266" y="2264"/>
                  </a:lnTo>
                  <a:lnTo>
                    <a:pt x="2285" y="2266"/>
                  </a:lnTo>
                  <a:lnTo>
                    <a:pt x="2304" y="2269"/>
                  </a:lnTo>
                  <a:lnTo>
                    <a:pt x="2323" y="2272"/>
                  </a:lnTo>
                  <a:lnTo>
                    <a:pt x="2342" y="2274"/>
                  </a:lnTo>
                  <a:lnTo>
                    <a:pt x="2361" y="2276"/>
                  </a:lnTo>
                  <a:lnTo>
                    <a:pt x="2380" y="2278"/>
                  </a:lnTo>
                  <a:lnTo>
                    <a:pt x="2399" y="2280"/>
                  </a:lnTo>
                  <a:lnTo>
                    <a:pt x="2418" y="2283"/>
                  </a:lnTo>
                  <a:lnTo>
                    <a:pt x="2437" y="2285"/>
                  </a:lnTo>
                  <a:lnTo>
                    <a:pt x="2456" y="2287"/>
                  </a:lnTo>
                  <a:lnTo>
                    <a:pt x="2475" y="2289"/>
                  </a:lnTo>
                  <a:lnTo>
                    <a:pt x="2494" y="2291"/>
                  </a:lnTo>
                  <a:lnTo>
                    <a:pt x="2514" y="2293"/>
                  </a:lnTo>
                  <a:lnTo>
                    <a:pt x="2533" y="2295"/>
                  </a:lnTo>
                  <a:lnTo>
                    <a:pt x="2552" y="2297"/>
                  </a:lnTo>
                  <a:lnTo>
                    <a:pt x="2568" y="2299"/>
                  </a:lnTo>
                  <a:lnTo>
                    <a:pt x="2587" y="2301"/>
                  </a:lnTo>
                  <a:lnTo>
                    <a:pt x="2606" y="2302"/>
                  </a:lnTo>
                  <a:lnTo>
                    <a:pt x="2625" y="2304"/>
                  </a:lnTo>
                  <a:lnTo>
                    <a:pt x="2644" y="2306"/>
                  </a:lnTo>
                  <a:lnTo>
                    <a:pt x="2663" y="2307"/>
                  </a:lnTo>
                  <a:lnTo>
                    <a:pt x="2682" y="2310"/>
                  </a:lnTo>
                  <a:lnTo>
                    <a:pt x="2701" y="2311"/>
                  </a:lnTo>
                  <a:lnTo>
                    <a:pt x="2720" y="2313"/>
                  </a:lnTo>
                  <a:lnTo>
                    <a:pt x="2739" y="2315"/>
                  </a:lnTo>
                  <a:lnTo>
                    <a:pt x="2758" y="2316"/>
                  </a:lnTo>
                  <a:lnTo>
                    <a:pt x="2777" y="2318"/>
                  </a:lnTo>
                  <a:lnTo>
                    <a:pt x="2796" y="2319"/>
                  </a:lnTo>
                  <a:lnTo>
                    <a:pt x="2815" y="2321"/>
                  </a:lnTo>
                  <a:lnTo>
                    <a:pt x="2834" y="2323"/>
                  </a:lnTo>
                  <a:lnTo>
                    <a:pt x="2853" y="2324"/>
                  </a:lnTo>
                  <a:lnTo>
                    <a:pt x="2872" y="2326"/>
                  </a:lnTo>
                  <a:lnTo>
                    <a:pt x="2889" y="2327"/>
                  </a:lnTo>
                </a:path>
              </a:pathLst>
            </a:custGeom>
            <a:noFill/>
            <a:ln w="19050">
              <a:solidFill>
                <a:srgbClr val="009BD7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395" name="Freeform 122">
              <a:extLst>
                <a:ext uri="{FF2B5EF4-FFF2-40B4-BE49-F238E27FC236}">
                  <a16:creationId xmlns:a16="http://schemas.microsoft.com/office/drawing/2014/main" id="{14590D05-7DEB-631D-5591-AAD7A0C450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91888" y="7599363"/>
              <a:ext cx="3822700" cy="3078163"/>
            </a:xfrm>
            <a:custGeom>
              <a:avLst/>
              <a:gdLst>
                <a:gd name="T0" fmla="*/ 38 w 2408"/>
                <a:gd name="T1" fmla="*/ 109 h 1939"/>
                <a:gd name="T2" fmla="*/ 95 w 2408"/>
                <a:gd name="T3" fmla="*/ 267 h 1939"/>
                <a:gd name="T4" fmla="*/ 152 w 2408"/>
                <a:gd name="T5" fmla="*/ 412 h 1939"/>
                <a:gd name="T6" fmla="*/ 198 w 2408"/>
                <a:gd name="T7" fmla="*/ 516 h 1939"/>
                <a:gd name="T8" fmla="*/ 256 w 2408"/>
                <a:gd name="T9" fmla="*/ 627 h 1939"/>
                <a:gd name="T10" fmla="*/ 313 w 2408"/>
                <a:gd name="T11" fmla="*/ 726 h 1939"/>
                <a:gd name="T12" fmla="*/ 359 w 2408"/>
                <a:gd name="T13" fmla="*/ 799 h 1939"/>
                <a:gd name="T14" fmla="*/ 416 w 2408"/>
                <a:gd name="T15" fmla="*/ 883 h 1939"/>
                <a:gd name="T16" fmla="*/ 473 w 2408"/>
                <a:gd name="T17" fmla="*/ 959 h 1939"/>
                <a:gd name="T18" fmla="*/ 519 w 2408"/>
                <a:gd name="T19" fmla="*/ 1016 h 1939"/>
                <a:gd name="T20" fmla="*/ 576 w 2408"/>
                <a:gd name="T21" fmla="*/ 1081 h 1939"/>
                <a:gd name="T22" fmla="*/ 633 w 2408"/>
                <a:gd name="T23" fmla="*/ 1141 h 1939"/>
                <a:gd name="T24" fmla="*/ 690 w 2408"/>
                <a:gd name="T25" fmla="*/ 1196 h 1939"/>
                <a:gd name="T26" fmla="*/ 747 w 2408"/>
                <a:gd name="T27" fmla="*/ 1247 h 1939"/>
                <a:gd name="T28" fmla="*/ 802 w 2408"/>
                <a:gd name="T29" fmla="*/ 1293 h 1939"/>
                <a:gd name="T30" fmla="*/ 859 w 2408"/>
                <a:gd name="T31" fmla="*/ 1337 h 1939"/>
                <a:gd name="T32" fmla="*/ 917 w 2408"/>
                <a:gd name="T33" fmla="*/ 1378 h 1939"/>
                <a:gd name="T34" fmla="*/ 974 w 2408"/>
                <a:gd name="T35" fmla="*/ 1416 h 1939"/>
                <a:gd name="T36" fmla="*/ 1031 w 2408"/>
                <a:gd name="T37" fmla="*/ 1453 h 1939"/>
                <a:gd name="T38" fmla="*/ 1088 w 2408"/>
                <a:gd name="T39" fmla="*/ 1487 h 1939"/>
                <a:gd name="T40" fmla="*/ 1143 w 2408"/>
                <a:gd name="T41" fmla="*/ 1517 h 1939"/>
                <a:gd name="T42" fmla="*/ 1200 w 2408"/>
                <a:gd name="T43" fmla="*/ 1548 h 1939"/>
                <a:gd name="T44" fmla="*/ 1257 w 2408"/>
                <a:gd name="T45" fmla="*/ 1577 h 1939"/>
                <a:gd name="T46" fmla="*/ 1314 w 2408"/>
                <a:gd name="T47" fmla="*/ 1605 h 1939"/>
                <a:gd name="T48" fmla="*/ 1371 w 2408"/>
                <a:gd name="T49" fmla="*/ 1631 h 1939"/>
                <a:gd name="T50" fmla="*/ 1428 w 2408"/>
                <a:gd name="T51" fmla="*/ 1656 h 1939"/>
                <a:gd name="T52" fmla="*/ 1482 w 2408"/>
                <a:gd name="T53" fmla="*/ 1678 h 1939"/>
                <a:gd name="T54" fmla="*/ 1539 w 2408"/>
                <a:gd name="T55" fmla="*/ 1699 h 1939"/>
                <a:gd name="T56" fmla="*/ 1597 w 2408"/>
                <a:gd name="T57" fmla="*/ 1721 h 1939"/>
                <a:gd name="T58" fmla="*/ 1654 w 2408"/>
                <a:gd name="T59" fmla="*/ 1740 h 1939"/>
                <a:gd name="T60" fmla="*/ 1711 w 2408"/>
                <a:gd name="T61" fmla="*/ 1760 h 1939"/>
                <a:gd name="T62" fmla="*/ 1766 w 2408"/>
                <a:gd name="T63" fmla="*/ 1778 h 1939"/>
                <a:gd name="T64" fmla="*/ 1823 w 2408"/>
                <a:gd name="T65" fmla="*/ 1795 h 1939"/>
                <a:gd name="T66" fmla="*/ 1880 w 2408"/>
                <a:gd name="T67" fmla="*/ 1813 h 1939"/>
                <a:gd name="T68" fmla="*/ 1937 w 2408"/>
                <a:gd name="T69" fmla="*/ 1830 h 1939"/>
                <a:gd name="T70" fmla="*/ 1994 w 2408"/>
                <a:gd name="T71" fmla="*/ 1845 h 1939"/>
                <a:gd name="T72" fmla="*/ 2051 w 2408"/>
                <a:gd name="T73" fmla="*/ 1860 h 1939"/>
                <a:gd name="T74" fmla="*/ 2105 w 2408"/>
                <a:gd name="T75" fmla="*/ 1874 h 1939"/>
                <a:gd name="T76" fmla="*/ 2162 w 2408"/>
                <a:gd name="T77" fmla="*/ 1888 h 1939"/>
                <a:gd name="T78" fmla="*/ 2219 w 2408"/>
                <a:gd name="T79" fmla="*/ 1900 h 1939"/>
                <a:gd name="T80" fmla="*/ 2277 w 2408"/>
                <a:gd name="T81" fmla="*/ 1912 h 1939"/>
                <a:gd name="T82" fmla="*/ 2334 w 2408"/>
                <a:gd name="T83" fmla="*/ 1924 h 1939"/>
                <a:gd name="T84" fmla="*/ 2391 w 2408"/>
                <a:gd name="T85" fmla="*/ 1936 h 1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408" h="1939">
                  <a:moveTo>
                    <a:pt x="0" y="0"/>
                  </a:moveTo>
                  <a:lnTo>
                    <a:pt x="19" y="54"/>
                  </a:lnTo>
                  <a:lnTo>
                    <a:pt x="38" y="109"/>
                  </a:lnTo>
                  <a:lnTo>
                    <a:pt x="57" y="162"/>
                  </a:lnTo>
                  <a:lnTo>
                    <a:pt x="76" y="215"/>
                  </a:lnTo>
                  <a:lnTo>
                    <a:pt x="95" y="267"/>
                  </a:lnTo>
                  <a:lnTo>
                    <a:pt x="114" y="317"/>
                  </a:lnTo>
                  <a:lnTo>
                    <a:pt x="133" y="366"/>
                  </a:lnTo>
                  <a:lnTo>
                    <a:pt x="152" y="412"/>
                  </a:lnTo>
                  <a:lnTo>
                    <a:pt x="160" y="431"/>
                  </a:lnTo>
                  <a:lnTo>
                    <a:pt x="179" y="475"/>
                  </a:lnTo>
                  <a:lnTo>
                    <a:pt x="198" y="516"/>
                  </a:lnTo>
                  <a:lnTo>
                    <a:pt x="218" y="555"/>
                  </a:lnTo>
                  <a:lnTo>
                    <a:pt x="237" y="592"/>
                  </a:lnTo>
                  <a:lnTo>
                    <a:pt x="256" y="627"/>
                  </a:lnTo>
                  <a:lnTo>
                    <a:pt x="275" y="662"/>
                  </a:lnTo>
                  <a:lnTo>
                    <a:pt x="294" y="695"/>
                  </a:lnTo>
                  <a:lnTo>
                    <a:pt x="313" y="726"/>
                  </a:lnTo>
                  <a:lnTo>
                    <a:pt x="321" y="739"/>
                  </a:lnTo>
                  <a:lnTo>
                    <a:pt x="340" y="769"/>
                  </a:lnTo>
                  <a:lnTo>
                    <a:pt x="359" y="799"/>
                  </a:lnTo>
                  <a:lnTo>
                    <a:pt x="378" y="828"/>
                  </a:lnTo>
                  <a:lnTo>
                    <a:pt x="397" y="856"/>
                  </a:lnTo>
                  <a:lnTo>
                    <a:pt x="416" y="883"/>
                  </a:lnTo>
                  <a:lnTo>
                    <a:pt x="435" y="908"/>
                  </a:lnTo>
                  <a:lnTo>
                    <a:pt x="454" y="934"/>
                  </a:lnTo>
                  <a:lnTo>
                    <a:pt x="473" y="959"/>
                  </a:lnTo>
                  <a:lnTo>
                    <a:pt x="481" y="969"/>
                  </a:lnTo>
                  <a:lnTo>
                    <a:pt x="500" y="993"/>
                  </a:lnTo>
                  <a:lnTo>
                    <a:pt x="519" y="1016"/>
                  </a:lnTo>
                  <a:lnTo>
                    <a:pt x="538" y="1039"/>
                  </a:lnTo>
                  <a:lnTo>
                    <a:pt x="557" y="1060"/>
                  </a:lnTo>
                  <a:lnTo>
                    <a:pt x="576" y="1081"/>
                  </a:lnTo>
                  <a:lnTo>
                    <a:pt x="595" y="1102"/>
                  </a:lnTo>
                  <a:lnTo>
                    <a:pt x="614" y="1122"/>
                  </a:lnTo>
                  <a:lnTo>
                    <a:pt x="633" y="1141"/>
                  </a:lnTo>
                  <a:lnTo>
                    <a:pt x="652" y="1160"/>
                  </a:lnTo>
                  <a:lnTo>
                    <a:pt x="671" y="1178"/>
                  </a:lnTo>
                  <a:lnTo>
                    <a:pt x="690" y="1196"/>
                  </a:lnTo>
                  <a:lnTo>
                    <a:pt x="709" y="1214"/>
                  </a:lnTo>
                  <a:lnTo>
                    <a:pt x="728" y="1230"/>
                  </a:lnTo>
                  <a:lnTo>
                    <a:pt x="747" y="1247"/>
                  </a:lnTo>
                  <a:lnTo>
                    <a:pt x="767" y="1263"/>
                  </a:lnTo>
                  <a:lnTo>
                    <a:pt x="786" y="1279"/>
                  </a:lnTo>
                  <a:lnTo>
                    <a:pt x="802" y="1293"/>
                  </a:lnTo>
                  <a:lnTo>
                    <a:pt x="821" y="1308"/>
                  </a:lnTo>
                  <a:lnTo>
                    <a:pt x="840" y="1323"/>
                  </a:lnTo>
                  <a:lnTo>
                    <a:pt x="859" y="1337"/>
                  </a:lnTo>
                  <a:lnTo>
                    <a:pt x="878" y="1350"/>
                  </a:lnTo>
                  <a:lnTo>
                    <a:pt x="898" y="1364"/>
                  </a:lnTo>
                  <a:lnTo>
                    <a:pt x="917" y="1378"/>
                  </a:lnTo>
                  <a:lnTo>
                    <a:pt x="936" y="1391"/>
                  </a:lnTo>
                  <a:lnTo>
                    <a:pt x="955" y="1404"/>
                  </a:lnTo>
                  <a:lnTo>
                    <a:pt x="974" y="1416"/>
                  </a:lnTo>
                  <a:lnTo>
                    <a:pt x="993" y="1429"/>
                  </a:lnTo>
                  <a:lnTo>
                    <a:pt x="1012" y="1440"/>
                  </a:lnTo>
                  <a:lnTo>
                    <a:pt x="1031" y="1453"/>
                  </a:lnTo>
                  <a:lnTo>
                    <a:pt x="1050" y="1464"/>
                  </a:lnTo>
                  <a:lnTo>
                    <a:pt x="1069" y="1476"/>
                  </a:lnTo>
                  <a:lnTo>
                    <a:pt x="1088" y="1487"/>
                  </a:lnTo>
                  <a:lnTo>
                    <a:pt x="1107" y="1498"/>
                  </a:lnTo>
                  <a:lnTo>
                    <a:pt x="1124" y="1507"/>
                  </a:lnTo>
                  <a:lnTo>
                    <a:pt x="1143" y="1517"/>
                  </a:lnTo>
                  <a:lnTo>
                    <a:pt x="1162" y="1528"/>
                  </a:lnTo>
                  <a:lnTo>
                    <a:pt x="1181" y="1538"/>
                  </a:lnTo>
                  <a:lnTo>
                    <a:pt x="1200" y="1548"/>
                  </a:lnTo>
                  <a:lnTo>
                    <a:pt x="1219" y="1558"/>
                  </a:lnTo>
                  <a:lnTo>
                    <a:pt x="1238" y="1568"/>
                  </a:lnTo>
                  <a:lnTo>
                    <a:pt x="1257" y="1577"/>
                  </a:lnTo>
                  <a:lnTo>
                    <a:pt x="1276" y="1587"/>
                  </a:lnTo>
                  <a:lnTo>
                    <a:pt x="1295" y="1596"/>
                  </a:lnTo>
                  <a:lnTo>
                    <a:pt x="1314" y="1605"/>
                  </a:lnTo>
                  <a:lnTo>
                    <a:pt x="1333" y="1614"/>
                  </a:lnTo>
                  <a:lnTo>
                    <a:pt x="1352" y="1623"/>
                  </a:lnTo>
                  <a:lnTo>
                    <a:pt x="1371" y="1631"/>
                  </a:lnTo>
                  <a:lnTo>
                    <a:pt x="1390" y="1639"/>
                  </a:lnTo>
                  <a:lnTo>
                    <a:pt x="1409" y="1648"/>
                  </a:lnTo>
                  <a:lnTo>
                    <a:pt x="1428" y="1656"/>
                  </a:lnTo>
                  <a:lnTo>
                    <a:pt x="1444" y="1662"/>
                  </a:lnTo>
                  <a:lnTo>
                    <a:pt x="1463" y="1670"/>
                  </a:lnTo>
                  <a:lnTo>
                    <a:pt x="1482" y="1678"/>
                  </a:lnTo>
                  <a:lnTo>
                    <a:pt x="1501" y="1685"/>
                  </a:lnTo>
                  <a:lnTo>
                    <a:pt x="1520" y="1692"/>
                  </a:lnTo>
                  <a:lnTo>
                    <a:pt x="1539" y="1699"/>
                  </a:lnTo>
                  <a:lnTo>
                    <a:pt x="1558" y="1707"/>
                  </a:lnTo>
                  <a:lnTo>
                    <a:pt x="1578" y="1714"/>
                  </a:lnTo>
                  <a:lnTo>
                    <a:pt x="1597" y="1721"/>
                  </a:lnTo>
                  <a:lnTo>
                    <a:pt x="1616" y="1727"/>
                  </a:lnTo>
                  <a:lnTo>
                    <a:pt x="1635" y="1734"/>
                  </a:lnTo>
                  <a:lnTo>
                    <a:pt x="1654" y="1740"/>
                  </a:lnTo>
                  <a:lnTo>
                    <a:pt x="1673" y="1747"/>
                  </a:lnTo>
                  <a:lnTo>
                    <a:pt x="1692" y="1754"/>
                  </a:lnTo>
                  <a:lnTo>
                    <a:pt x="1711" y="1760"/>
                  </a:lnTo>
                  <a:lnTo>
                    <a:pt x="1730" y="1766"/>
                  </a:lnTo>
                  <a:lnTo>
                    <a:pt x="1749" y="1773"/>
                  </a:lnTo>
                  <a:lnTo>
                    <a:pt x="1766" y="1778"/>
                  </a:lnTo>
                  <a:lnTo>
                    <a:pt x="1785" y="1784"/>
                  </a:lnTo>
                  <a:lnTo>
                    <a:pt x="1804" y="1789"/>
                  </a:lnTo>
                  <a:lnTo>
                    <a:pt x="1823" y="1795"/>
                  </a:lnTo>
                  <a:lnTo>
                    <a:pt x="1842" y="1801"/>
                  </a:lnTo>
                  <a:lnTo>
                    <a:pt x="1861" y="1807"/>
                  </a:lnTo>
                  <a:lnTo>
                    <a:pt x="1880" y="1813"/>
                  </a:lnTo>
                  <a:lnTo>
                    <a:pt x="1899" y="1819"/>
                  </a:lnTo>
                  <a:lnTo>
                    <a:pt x="1918" y="1824"/>
                  </a:lnTo>
                  <a:lnTo>
                    <a:pt x="1937" y="1830"/>
                  </a:lnTo>
                  <a:lnTo>
                    <a:pt x="1956" y="1835"/>
                  </a:lnTo>
                  <a:lnTo>
                    <a:pt x="1975" y="1840"/>
                  </a:lnTo>
                  <a:lnTo>
                    <a:pt x="1994" y="1845"/>
                  </a:lnTo>
                  <a:lnTo>
                    <a:pt x="2013" y="1850"/>
                  </a:lnTo>
                  <a:lnTo>
                    <a:pt x="2032" y="1855"/>
                  </a:lnTo>
                  <a:lnTo>
                    <a:pt x="2051" y="1860"/>
                  </a:lnTo>
                  <a:lnTo>
                    <a:pt x="2070" y="1866"/>
                  </a:lnTo>
                  <a:lnTo>
                    <a:pt x="2086" y="1869"/>
                  </a:lnTo>
                  <a:lnTo>
                    <a:pt x="2105" y="1874"/>
                  </a:lnTo>
                  <a:lnTo>
                    <a:pt x="2124" y="1879"/>
                  </a:lnTo>
                  <a:lnTo>
                    <a:pt x="2143" y="1883"/>
                  </a:lnTo>
                  <a:lnTo>
                    <a:pt x="2162" y="1888"/>
                  </a:lnTo>
                  <a:lnTo>
                    <a:pt x="2181" y="1892"/>
                  </a:lnTo>
                  <a:lnTo>
                    <a:pt x="2200" y="1896"/>
                  </a:lnTo>
                  <a:lnTo>
                    <a:pt x="2219" y="1900"/>
                  </a:lnTo>
                  <a:lnTo>
                    <a:pt x="2238" y="1904"/>
                  </a:lnTo>
                  <a:lnTo>
                    <a:pt x="2258" y="1909"/>
                  </a:lnTo>
                  <a:lnTo>
                    <a:pt x="2277" y="1912"/>
                  </a:lnTo>
                  <a:lnTo>
                    <a:pt x="2296" y="1917"/>
                  </a:lnTo>
                  <a:lnTo>
                    <a:pt x="2315" y="1920"/>
                  </a:lnTo>
                  <a:lnTo>
                    <a:pt x="2334" y="1924"/>
                  </a:lnTo>
                  <a:lnTo>
                    <a:pt x="2353" y="1929"/>
                  </a:lnTo>
                  <a:lnTo>
                    <a:pt x="2372" y="1932"/>
                  </a:lnTo>
                  <a:lnTo>
                    <a:pt x="2391" y="1936"/>
                  </a:lnTo>
                  <a:lnTo>
                    <a:pt x="2408" y="1939"/>
                  </a:lnTo>
                </a:path>
              </a:pathLst>
            </a:custGeom>
            <a:noFill/>
            <a:ln w="19050">
              <a:solidFill>
                <a:srgbClr val="E4325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396" name="Rectangle 123">
              <a:extLst>
                <a:ext uri="{FF2B5EF4-FFF2-40B4-BE49-F238E27FC236}">
                  <a16:creationId xmlns:a16="http://schemas.microsoft.com/office/drawing/2014/main" id="{1B1041BA-56C6-42A3-16B6-28D222813B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73188" y="8178801"/>
              <a:ext cx="889000" cy="215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altLang="de-DE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</a:rPr>
                <a:t>DuPont arc</a:t>
              </a:r>
              <a:endParaRPr kumimoji="0" lang="de-DE" altLang="de-DE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397" name="Rectangle 124">
              <a:extLst>
                <a:ext uri="{FF2B5EF4-FFF2-40B4-BE49-F238E27FC236}">
                  <a16:creationId xmlns:a16="http://schemas.microsoft.com/office/drawing/2014/main" id="{AD7A7FDC-3864-85D9-736F-679B88F0DF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20700" y="8429626"/>
              <a:ext cx="662041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328"/>
              <a:r>
                <a:rPr lang="de-DE" altLang="de-DE" sz="1400" dirty="0">
                  <a:solidFill>
                    <a:srgbClr val="00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Hüls </a:t>
              </a:r>
              <a:r>
                <a:rPr lang="de-DE" altLang="de-DE" sz="1400" dirty="0" err="1">
                  <a:solidFill>
                    <a:srgbClr val="00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arc</a:t>
              </a:r>
              <a:endParaRPr lang="de-DE" altLang="de-DE" sz="1400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522" name="Rectangle 131">
              <a:extLst>
                <a:ext uri="{FF2B5EF4-FFF2-40B4-BE49-F238E27FC236}">
                  <a16:creationId xmlns:a16="http://schemas.microsoft.com/office/drawing/2014/main" id="{7EA2C4D9-10D9-45D3-CA78-9C3C2CA4709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8805863" y="9474200"/>
              <a:ext cx="1273175" cy="246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altLang="de-DE" sz="16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</a:rPr>
                <a:t>Selectivity</a:t>
              </a:r>
              <a:r>
                <a:rPr kumimoji="0" lang="de-DE" altLang="de-DE" sz="16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</a:rPr>
                <a:t> (%)</a:t>
              </a:r>
              <a:endParaRPr kumimoji="0" lang="de-DE" altLang="de-D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523" name="Rectangle 132">
              <a:extLst>
                <a:ext uri="{FF2B5EF4-FFF2-40B4-BE49-F238E27FC236}">
                  <a16:creationId xmlns:a16="http://schemas.microsoft.com/office/drawing/2014/main" id="{FEE82549-9867-F98A-D4B4-1B576D5022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04980" y="12038013"/>
              <a:ext cx="1371600" cy="246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altLang="de-DE" sz="16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</a:rPr>
                <a:t>Conversion</a:t>
              </a:r>
              <a:r>
                <a:rPr kumimoji="0" lang="de-DE" altLang="de-DE" sz="16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</a:rPr>
                <a:t> (%)</a:t>
              </a:r>
              <a:endParaRPr kumimoji="0" lang="de-DE" altLang="de-D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524" name="Rectangle 133">
              <a:extLst>
                <a:ext uri="{FF2B5EF4-FFF2-40B4-BE49-F238E27FC236}">
                  <a16:creationId xmlns:a16="http://schemas.microsoft.com/office/drawing/2014/main" id="{AE76C305-8822-C6DC-ECC9-429E10199E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12738" y="7740651"/>
              <a:ext cx="1196975" cy="215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altLang="de-DE" sz="14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</a:rPr>
                <a:t>low-current arc</a:t>
              </a:r>
              <a:endPara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525" name="Rectangle 134">
              <a:extLst>
                <a:ext uri="{FF2B5EF4-FFF2-40B4-BE49-F238E27FC236}">
                  <a16:creationId xmlns:a16="http://schemas.microsoft.com/office/drawing/2014/main" id="{61BD017E-B80E-7009-2179-5FFFC45598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25563" y="10123488"/>
              <a:ext cx="746125" cy="215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altLang="de-DE" sz="1400" b="0" i="0" u="none" strike="noStrike" cap="none" normalizeH="0" baseline="0">
                  <a:ln>
                    <a:noFill/>
                  </a:ln>
                  <a:solidFill>
                    <a:srgbClr val="E4325C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</a:rPr>
                <a:t>25% yield</a:t>
              </a:r>
              <a:endParaRPr kumimoji="0" lang="de-DE" altLang="de-DE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526" name="Rectangle 135">
              <a:extLst>
                <a:ext uri="{FF2B5EF4-FFF2-40B4-BE49-F238E27FC236}">
                  <a16:creationId xmlns:a16="http://schemas.microsoft.com/office/drawing/2014/main" id="{5B14FA91-E6B4-4B05-610B-AACABF7BA0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33500" y="10853738"/>
              <a:ext cx="746125" cy="215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altLang="de-DE" sz="1400" b="0" i="0" u="none" strike="noStrike" cap="none" normalizeH="0" baseline="0">
                  <a:ln>
                    <a:noFill/>
                  </a:ln>
                  <a:solidFill>
                    <a:srgbClr val="009BD7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</a:rPr>
                <a:t>10% yield</a:t>
              </a:r>
              <a:endParaRPr kumimoji="0" lang="de-DE" altLang="de-DE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8A55400-C23B-C3EF-A248-3D112558E5BF}"/>
              </a:ext>
            </a:extLst>
          </p:cNvPr>
          <p:cNvGrpSpPr/>
          <p:nvPr/>
        </p:nvGrpSpPr>
        <p:grpSpPr>
          <a:xfrm>
            <a:off x="2128409" y="12660868"/>
            <a:ext cx="6184308" cy="4970822"/>
            <a:chOff x="2128409" y="12660868"/>
            <a:chExt cx="6184308" cy="4970822"/>
          </a:xfrm>
        </p:grpSpPr>
        <p:sp>
          <p:nvSpPr>
            <p:cNvPr id="2692" name="Rectangle 1293">
              <a:extLst>
                <a:ext uri="{FF2B5EF4-FFF2-40B4-BE49-F238E27FC236}">
                  <a16:creationId xmlns:a16="http://schemas.microsoft.com/office/drawing/2014/main" id="{B4C159D7-80F2-F955-2CF8-56242FABAC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37974" y="16484874"/>
              <a:ext cx="1147750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328"/>
              <a:r>
                <a:rPr lang="de-DE" altLang="de-DE" sz="1400" dirty="0">
                  <a:solidFill>
                    <a:srgbClr val="00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kWh kg</a:t>
              </a:r>
              <a:r>
                <a:rPr lang="de-DE" altLang="de-DE" sz="1400" baseline="30000" dirty="0">
                  <a:solidFill>
                    <a:srgbClr val="00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−1</a:t>
              </a:r>
              <a:r>
                <a:rPr lang="de-DE" altLang="de-DE" sz="1400" dirty="0">
                  <a:solidFill>
                    <a:srgbClr val="00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C</a:t>
              </a:r>
              <a:r>
                <a:rPr lang="de-DE" altLang="de-DE" sz="1400" baseline="-25000" dirty="0">
                  <a:solidFill>
                    <a:srgbClr val="00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2</a:t>
              </a:r>
              <a:r>
                <a:rPr lang="de-DE" altLang="de-DE" sz="1400" dirty="0">
                  <a:solidFill>
                    <a:srgbClr val="00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H</a:t>
              </a:r>
              <a:r>
                <a:rPr lang="de-DE" altLang="de-DE" sz="1400" baseline="-25000" dirty="0">
                  <a:solidFill>
                    <a:srgbClr val="00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2</a:t>
              </a:r>
              <a:endParaRPr lang="de-DE" altLang="de-DE" sz="1400" baseline="-25000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" name="Rectangle 913">
              <a:extLst>
                <a:ext uri="{FF2B5EF4-FFF2-40B4-BE49-F238E27FC236}">
                  <a16:creationId xmlns:a16="http://schemas.microsoft.com/office/drawing/2014/main" id="{0DD7BEF3-FD24-8883-ECF6-B829B80070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98314" y="13438560"/>
              <a:ext cx="662041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328"/>
              <a:r>
                <a:rPr lang="de-DE" altLang="de-DE" sz="1400" dirty="0">
                  <a:solidFill>
                    <a:srgbClr val="00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Hüls </a:t>
              </a:r>
              <a:r>
                <a:rPr lang="de-DE" altLang="de-DE" sz="1400" dirty="0" err="1">
                  <a:solidFill>
                    <a:srgbClr val="00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arc</a:t>
              </a:r>
              <a:endParaRPr lang="de-DE" altLang="de-DE" sz="1400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5" name="Rectangle 1325">
              <a:extLst>
                <a:ext uri="{FF2B5EF4-FFF2-40B4-BE49-F238E27FC236}">
                  <a16:creationId xmlns:a16="http://schemas.microsoft.com/office/drawing/2014/main" id="{164486BF-C09F-C992-D8DA-C558092CCC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7983" y="13181455"/>
              <a:ext cx="322204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328"/>
              <a:r>
                <a:rPr lang="de-DE" altLang="de-DE" sz="1300" dirty="0">
                  <a:solidFill>
                    <a:srgbClr val="00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12.6</a:t>
              </a:r>
              <a:endParaRPr lang="de-DE" altLang="de-DE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8" name="Rectangle 1325">
              <a:extLst>
                <a:ext uri="{FF2B5EF4-FFF2-40B4-BE49-F238E27FC236}">
                  <a16:creationId xmlns:a16="http://schemas.microsoft.com/office/drawing/2014/main" id="{EAF48D73-EC51-5FC6-6D6E-99A58CF679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8447" y="12855948"/>
              <a:ext cx="1021113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328"/>
              <a:r>
                <a:rPr lang="de-DE" altLang="de-DE" sz="1400" dirty="0" err="1">
                  <a:solidFill>
                    <a:srgbClr val="00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pulsed</a:t>
              </a:r>
              <a:r>
                <a:rPr lang="de-DE" altLang="de-DE" sz="1400" dirty="0">
                  <a:solidFill>
                    <a:srgbClr val="00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  <a:r>
                <a:rPr lang="de-DE" altLang="de-DE" sz="1400" dirty="0" err="1">
                  <a:solidFill>
                    <a:srgbClr val="00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spark</a:t>
              </a:r>
              <a:endParaRPr lang="de-DE" altLang="de-DE" sz="1400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671" name="Rectangle 1322">
              <a:extLst>
                <a:ext uri="{FF2B5EF4-FFF2-40B4-BE49-F238E27FC236}">
                  <a16:creationId xmlns:a16="http://schemas.microsoft.com/office/drawing/2014/main" id="{7C3FA0DC-1130-50B5-E173-F34E18F523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60197" y="14074365"/>
              <a:ext cx="322204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328"/>
              <a:r>
                <a:rPr lang="de-DE" altLang="de-DE" sz="1300" dirty="0">
                  <a:solidFill>
                    <a:srgbClr val="00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28.1</a:t>
              </a:r>
              <a:endParaRPr lang="de-DE" altLang="de-DE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grpSp>
          <p:nvGrpSpPr>
            <p:cNvPr id="3752" name="Group 3751">
              <a:extLst>
                <a:ext uri="{FF2B5EF4-FFF2-40B4-BE49-F238E27FC236}">
                  <a16:creationId xmlns:a16="http://schemas.microsoft.com/office/drawing/2014/main" id="{149E4F75-03F5-FB88-DB13-FAB515163D5D}"/>
                </a:ext>
              </a:extLst>
            </p:cNvPr>
            <p:cNvGrpSpPr/>
            <p:nvPr/>
          </p:nvGrpSpPr>
          <p:grpSpPr>
            <a:xfrm>
              <a:off x="2128409" y="12660868"/>
              <a:ext cx="6184308" cy="4970822"/>
              <a:chOff x="-3423476" y="12668966"/>
              <a:chExt cx="6184308" cy="4970822"/>
            </a:xfrm>
          </p:grpSpPr>
          <p:sp>
            <p:nvSpPr>
              <p:cNvPr id="3530" name="Line 139">
                <a:extLst>
                  <a:ext uri="{FF2B5EF4-FFF2-40B4-BE49-F238E27FC236}">
                    <a16:creationId xmlns:a16="http://schemas.microsoft.com/office/drawing/2014/main" id="{2C2A57C3-C54A-E7D5-3827-F103A836E9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-2627121" y="16985660"/>
                <a:ext cx="5233496" cy="0"/>
              </a:xfrm>
              <a:prstGeom prst="line">
                <a:avLst/>
              </a:prstGeom>
              <a:noFill/>
              <a:ln w="12700" cap="sq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535" name="Line 140">
                <a:extLst>
                  <a:ext uri="{FF2B5EF4-FFF2-40B4-BE49-F238E27FC236}">
                    <a16:creationId xmlns:a16="http://schemas.microsoft.com/office/drawing/2014/main" id="{DDB75A23-2030-1953-CE80-749975257C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-2104365" y="16985659"/>
                <a:ext cx="0" cy="64008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536" name="Line 141">
                <a:extLst>
                  <a:ext uri="{FF2B5EF4-FFF2-40B4-BE49-F238E27FC236}">
                    <a16:creationId xmlns:a16="http://schemas.microsoft.com/office/drawing/2014/main" id="{B4E1F0E8-6616-663C-854A-E3EE5B0CE4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-1056874" y="16985659"/>
                <a:ext cx="0" cy="64008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537" name="Line 142">
                <a:extLst>
                  <a:ext uri="{FF2B5EF4-FFF2-40B4-BE49-F238E27FC236}">
                    <a16:creationId xmlns:a16="http://schemas.microsoft.com/office/drawing/2014/main" id="{238D742B-232E-BE30-E899-F7B95EA347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-9383" y="16985659"/>
                <a:ext cx="0" cy="64008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538" name="Line 143">
                <a:extLst>
                  <a:ext uri="{FF2B5EF4-FFF2-40B4-BE49-F238E27FC236}">
                    <a16:creationId xmlns:a16="http://schemas.microsoft.com/office/drawing/2014/main" id="{09966AAA-0712-B78F-B177-713E6519FD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36128" y="16985659"/>
                <a:ext cx="0" cy="64008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539" name="Line 144">
                <a:extLst>
                  <a:ext uri="{FF2B5EF4-FFF2-40B4-BE49-F238E27FC236}">
                    <a16:creationId xmlns:a16="http://schemas.microsoft.com/office/drawing/2014/main" id="{7D8BC775-E0C9-3F46-8C8C-9879D3C555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81639" y="16985659"/>
                <a:ext cx="0" cy="64008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540" name="Line 145">
                <a:extLst>
                  <a:ext uri="{FF2B5EF4-FFF2-40B4-BE49-F238E27FC236}">
                    <a16:creationId xmlns:a16="http://schemas.microsoft.com/office/drawing/2014/main" id="{73185BCF-9515-F4B4-FA04-863BEF6AAC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-2627121" y="16985660"/>
                <a:ext cx="0" cy="91440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541" name="Line 146">
                <a:extLst>
                  <a:ext uri="{FF2B5EF4-FFF2-40B4-BE49-F238E27FC236}">
                    <a16:creationId xmlns:a16="http://schemas.microsoft.com/office/drawing/2014/main" id="{9D4E5265-8AF9-A533-B320-49C00469C2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-1579629" y="16985660"/>
                <a:ext cx="0" cy="91440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542" name="Line 147">
                <a:extLst>
                  <a:ext uri="{FF2B5EF4-FFF2-40B4-BE49-F238E27FC236}">
                    <a16:creationId xmlns:a16="http://schemas.microsoft.com/office/drawing/2014/main" id="{3D8F71DB-5E7A-AF1A-0DCD-04F2A0639F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-534118" y="16985660"/>
                <a:ext cx="0" cy="91440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543" name="Line 148">
                <a:extLst>
                  <a:ext uri="{FF2B5EF4-FFF2-40B4-BE49-F238E27FC236}">
                    <a16:creationId xmlns:a16="http://schemas.microsoft.com/office/drawing/2014/main" id="{619E2857-4B49-0BC7-4F6A-6DC0CA19DE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1393" y="16985660"/>
                <a:ext cx="0" cy="91440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CH" dirty="0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544" name="Line 149">
                <a:extLst>
                  <a:ext uri="{FF2B5EF4-FFF2-40B4-BE49-F238E27FC236}">
                    <a16:creationId xmlns:a16="http://schemas.microsoft.com/office/drawing/2014/main" id="{BD912EAD-1966-79B2-1862-5350CB2A19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58883" y="16985660"/>
                <a:ext cx="0" cy="91440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545" name="Line 150">
                <a:extLst>
                  <a:ext uri="{FF2B5EF4-FFF2-40B4-BE49-F238E27FC236}">
                    <a16:creationId xmlns:a16="http://schemas.microsoft.com/office/drawing/2014/main" id="{9A28D795-64D2-3FA1-26D8-7535C63DF5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06375" y="16985660"/>
                <a:ext cx="0" cy="91440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546" name="Line 151">
                <a:extLst>
                  <a:ext uri="{FF2B5EF4-FFF2-40B4-BE49-F238E27FC236}">
                    <a16:creationId xmlns:a16="http://schemas.microsoft.com/office/drawing/2014/main" id="{8C2657A1-05C2-7AFC-E7A2-FDFB09F2E1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-2627121" y="12773914"/>
                <a:ext cx="5233496" cy="0"/>
              </a:xfrm>
              <a:prstGeom prst="line">
                <a:avLst/>
              </a:prstGeom>
              <a:noFill/>
              <a:ln w="12700" cap="sq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548" name="Line 153">
                <a:extLst>
                  <a:ext uri="{FF2B5EF4-FFF2-40B4-BE49-F238E27FC236}">
                    <a16:creationId xmlns:a16="http://schemas.microsoft.com/office/drawing/2014/main" id="{5835EE06-66F3-72F5-9E11-8EB7D6F98E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-2687754" y="16565871"/>
                <a:ext cx="64008" cy="0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549" name="Line 154">
                <a:extLst>
                  <a:ext uri="{FF2B5EF4-FFF2-40B4-BE49-F238E27FC236}">
                    <a16:creationId xmlns:a16="http://schemas.microsoft.com/office/drawing/2014/main" id="{A70CDFEF-F502-34C8-D014-731A5B2BF3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-2687754" y="15722334"/>
                <a:ext cx="64008" cy="0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550" name="Line 155">
                <a:extLst>
                  <a:ext uri="{FF2B5EF4-FFF2-40B4-BE49-F238E27FC236}">
                    <a16:creationId xmlns:a16="http://schemas.microsoft.com/office/drawing/2014/main" id="{CCCF1FE3-A7B4-042C-F64A-DF228C2A3D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-2687754" y="14880777"/>
                <a:ext cx="64008" cy="0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551" name="Line 156">
                <a:extLst>
                  <a:ext uri="{FF2B5EF4-FFF2-40B4-BE49-F238E27FC236}">
                    <a16:creationId xmlns:a16="http://schemas.microsoft.com/office/drawing/2014/main" id="{7A4B2D9A-D569-BB21-7C54-16FA8F9435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-2687754" y="14037240"/>
                <a:ext cx="64008" cy="0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552" name="Line 157">
                <a:extLst>
                  <a:ext uri="{FF2B5EF4-FFF2-40B4-BE49-F238E27FC236}">
                    <a16:creationId xmlns:a16="http://schemas.microsoft.com/office/drawing/2014/main" id="{0C69EB77-FB1C-9171-567D-76DED5DAF4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-2687754" y="13195682"/>
                <a:ext cx="64008" cy="0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553" name="Line 158">
                <a:extLst>
                  <a:ext uri="{FF2B5EF4-FFF2-40B4-BE49-F238E27FC236}">
                    <a16:creationId xmlns:a16="http://schemas.microsoft.com/office/drawing/2014/main" id="{A7E3677B-276C-AD0D-ECE2-58D68C5F42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-2722987" y="16985660"/>
                <a:ext cx="91440" cy="0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554" name="Line 159">
                <a:extLst>
                  <a:ext uri="{FF2B5EF4-FFF2-40B4-BE49-F238E27FC236}">
                    <a16:creationId xmlns:a16="http://schemas.microsoft.com/office/drawing/2014/main" id="{92DF256B-E20F-41FC-3E8C-5567269711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-2722987" y="16142122"/>
                <a:ext cx="91440" cy="0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555" name="Line 160">
                <a:extLst>
                  <a:ext uri="{FF2B5EF4-FFF2-40B4-BE49-F238E27FC236}">
                    <a16:creationId xmlns:a16="http://schemas.microsoft.com/office/drawing/2014/main" id="{D53DF8B7-6162-E73D-B896-C452FEE0CC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-2722987" y="15300566"/>
                <a:ext cx="91440" cy="0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556" name="Line 161">
                <a:extLst>
                  <a:ext uri="{FF2B5EF4-FFF2-40B4-BE49-F238E27FC236}">
                    <a16:creationId xmlns:a16="http://schemas.microsoft.com/office/drawing/2014/main" id="{FBDB708D-11BA-22CE-B67A-872DBAE71B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-2722987" y="14459008"/>
                <a:ext cx="91440" cy="0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557" name="Line 162">
                <a:extLst>
                  <a:ext uri="{FF2B5EF4-FFF2-40B4-BE49-F238E27FC236}">
                    <a16:creationId xmlns:a16="http://schemas.microsoft.com/office/drawing/2014/main" id="{9F465ADB-8069-5A99-DE69-510303575E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-2722987" y="13617451"/>
                <a:ext cx="91440" cy="0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558" name="Line 163">
                <a:extLst>
                  <a:ext uri="{FF2B5EF4-FFF2-40B4-BE49-F238E27FC236}">
                    <a16:creationId xmlns:a16="http://schemas.microsoft.com/office/drawing/2014/main" id="{2F3F9B78-A45B-5271-B86C-8F45305E64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-2722987" y="12773914"/>
                <a:ext cx="91440" cy="0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559" name="Line 164">
                <a:extLst>
                  <a:ext uri="{FF2B5EF4-FFF2-40B4-BE49-F238E27FC236}">
                    <a16:creationId xmlns:a16="http://schemas.microsoft.com/office/drawing/2014/main" id="{A02FCC5A-3E94-BE82-47F7-770E6532F1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606375" y="12773914"/>
                <a:ext cx="0" cy="4211747"/>
              </a:xfrm>
              <a:prstGeom prst="line">
                <a:avLst/>
              </a:prstGeom>
              <a:noFill/>
              <a:ln w="12700" cap="sq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560" name="Rectangle 165">
                <a:extLst>
                  <a:ext uri="{FF2B5EF4-FFF2-40B4-BE49-F238E27FC236}">
                    <a16:creationId xmlns:a16="http://schemas.microsoft.com/office/drawing/2014/main" id="{55090EE8-E67E-F248-615B-84E299D7C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2676624" y="17106448"/>
                <a:ext cx="100990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e-DE" altLang="de-DE" sz="14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</a:rPr>
                  <a:t>0</a:t>
                </a:r>
                <a:endParaRPr kumimoji="0" lang="de-DE" altLang="de-DE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561" name="Rectangle 166">
                <a:extLst>
                  <a:ext uri="{FF2B5EF4-FFF2-40B4-BE49-F238E27FC236}">
                    <a16:creationId xmlns:a16="http://schemas.microsoft.com/office/drawing/2014/main" id="{12E0515A-364B-AD0A-C987-9840E5B3D0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1678636" y="17106448"/>
                <a:ext cx="201978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e-DE" altLang="de-DE" sz="14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</a:rPr>
                  <a:t>20</a:t>
                </a:r>
                <a:endParaRPr kumimoji="0" lang="de-DE" altLang="de-DE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562" name="Rectangle 167">
                <a:extLst>
                  <a:ext uri="{FF2B5EF4-FFF2-40B4-BE49-F238E27FC236}">
                    <a16:creationId xmlns:a16="http://schemas.microsoft.com/office/drawing/2014/main" id="{D5543AB7-F43B-2DED-C653-C9FBF36076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633125" y="17106448"/>
                <a:ext cx="201978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e-DE" altLang="de-DE" sz="14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</a:rPr>
                  <a:t>40</a:t>
                </a:r>
                <a:endParaRPr kumimoji="0" lang="de-DE" altLang="de-DE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563" name="Rectangle 168">
                <a:extLst>
                  <a:ext uri="{FF2B5EF4-FFF2-40B4-BE49-F238E27FC236}">
                    <a16:creationId xmlns:a16="http://schemas.microsoft.com/office/drawing/2014/main" id="{E0F950BB-F853-10E8-4CD0-78FBD637EE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2386" y="17106448"/>
                <a:ext cx="201978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e-DE" altLang="de-DE" sz="14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</a:rPr>
                  <a:t>60</a:t>
                </a:r>
                <a:endParaRPr kumimoji="0" lang="de-DE" altLang="de-DE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564" name="Rectangle 169">
                <a:extLst>
                  <a:ext uri="{FF2B5EF4-FFF2-40B4-BE49-F238E27FC236}">
                    <a16:creationId xmlns:a16="http://schemas.microsoft.com/office/drawing/2014/main" id="{8A8D8CAA-0B04-1D1A-AB7B-0281A77989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9877" y="17106448"/>
                <a:ext cx="201978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e-DE" altLang="de-DE" sz="14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</a:rPr>
                  <a:t>80</a:t>
                </a:r>
                <a:endParaRPr kumimoji="0" lang="de-DE" altLang="de-DE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565" name="Rectangle 170">
                <a:extLst>
                  <a:ext uri="{FF2B5EF4-FFF2-40B4-BE49-F238E27FC236}">
                    <a16:creationId xmlns:a16="http://schemas.microsoft.com/office/drawing/2014/main" id="{9ABB5C29-1033-120B-EFB0-B5B596DBEC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57864" y="17106448"/>
                <a:ext cx="302968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e-DE" altLang="de-DE" sz="14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</a:rPr>
                  <a:t>100</a:t>
                </a:r>
                <a:endParaRPr kumimoji="0" lang="de-DE" altLang="de-DE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566" name="Rectangle 171">
                <a:extLst>
                  <a:ext uri="{FF2B5EF4-FFF2-40B4-BE49-F238E27FC236}">
                    <a16:creationId xmlns:a16="http://schemas.microsoft.com/office/drawing/2014/main" id="{C8FA4E43-BEEA-C7C6-F803-A42FDA21FB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2866717" y="16880713"/>
                <a:ext cx="100990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e-DE" altLang="de-DE" sz="14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</a:rPr>
                  <a:t>0</a:t>
                </a:r>
                <a:endParaRPr kumimoji="0" lang="de-DE" altLang="de-DE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567" name="Rectangle 172">
                <a:extLst>
                  <a:ext uri="{FF2B5EF4-FFF2-40B4-BE49-F238E27FC236}">
                    <a16:creationId xmlns:a16="http://schemas.microsoft.com/office/drawing/2014/main" id="{1F8053B8-B933-F505-2DB6-B39150D3BD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2965723" y="16039155"/>
                <a:ext cx="201978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e-DE" altLang="de-DE" sz="14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</a:rPr>
                  <a:t>20</a:t>
                </a:r>
                <a:endParaRPr kumimoji="0" lang="de-DE" altLang="de-DE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568" name="Rectangle 173">
                <a:extLst>
                  <a:ext uri="{FF2B5EF4-FFF2-40B4-BE49-F238E27FC236}">
                    <a16:creationId xmlns:a16="http://schemas.microsoft.com/office/drawing/2014/main" id="{154B96A2-26C0-412D-8ED0-6EA826B441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2965723" y="15197598"/>
                <a:ext cx="201978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e-DE" altLang="de-DE" sz="14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</a:rPr>
                  <a:t>40</a:t>
                </a:r>
                <a:endParaRPr kumimoji="0" lang="de-DE" altLang="de-DE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569" name="Rectangle 174">
                <a:extLst>
                  <a:ext uri="{FF2B5EF4-FFF2-40B4-BE49-F238E27FC236}">
                    <a16:creationId xmlns:a16="http://schemas.microsoft.com/office/drawing/2014/main" id="{241B27D4-30D1-626D-282E-EC531EA3D8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2965723" y="14354061"/>
                <a:ext cx="201978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e-DE" altLang="de-DE" sz="14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</a:rPr>
                  <a:t>60</a:t>
                </a:r>
                <a:endParaRPr kumimoji="0" lang="de-DE" altLang="de-DE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571" name="Rectangle 175">
                <a:extLst>
                  <a:ext uri="{FF2B5EF4-FFF2-40B4-BE49-F238E27FC236}">
                    <a16:creationId xmlns:a16="http://schemas.microsoft.com/office/drawing/2014/main" id="{5E1C4831-53AE-02DB-8E46-B02658EF61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2965723" y="13512503"/>
                <a:ext cx="201978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e-DE" altLang="de-DE" sz="14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</a:rPr>
                  <a:t>80</a:t>
                </a:r>
                <a:endParaRPr kumimoji="0" lang="de-DE" altLang="de-DE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572" name="Rectangle 176">
                <a:extLst>
                  <a:ext uri="{FF2B5EF4-FFF2-40B4-BE49-F238E27FC236}">
                    <a16:creationId xmlns:a16="http://schemas.microsoft.com/office/drawing/2014/main" id="{9CE9422A-AC1F-E746-544C-9534322B96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3064730" y="12668966"/>
                <a:ext cx="302968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e-DE" altLang="de-DE" sz="14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</a:rPr>
                  <a:t>100</a:t>
                </a:r>
                <a:endParaRPr kumimoji="0" lang="de-DE" altLang="de-DE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722" name="Rectangle 235">
                <a:extLst>
                  <a:ext uri="{FF2B5EF4-FFF2-40B4-BE49-F238E27FC236}">
                    <a16:creationId xmlns:a16="http://schemas.microsoft.com/office/drawing/2014/main" id="{405DDB84-975E-8E98-3543-89945C16F0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5625" y="16589633"/>
                <a:ext cx="65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altLang="de-DE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723" name="Rectangle 236">
                <a:extLst>
                  <a:ext uri="{FF2B5EF4-FFF2-40B4-BE49-F238E27FC236}">
                    <a16:creationId xmlns:a16="http://schemas.microsoft.com/office/drawing/2014/main" id="{8AA34C64-50C0-63EF-93CD-4690FC328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0870" y="16478745"/>
                <a:ext cx="65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altLang="de-DE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735" name="Rectangle 248">
                <a:extLst>
                  <a:ext uri="{FF2B5EF4-FFF2-40B4-BE49-F238E27FC236}">
                    <a16:creationId xmlns:a16="http://schemas.microsoft.com/office/drawing/2014/main" id="{F55F7B7E-87FA-7E6F-7F8E-6ACB450A7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-3936757" y="14701232"/>
                <a:ext cx="1272784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e-DE" altLang="de-DE" sz="1600" b="0" i="0" u="none" strike="noStrike" cap="none" normalizeH="0" baseline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</a:rPr>
                  <a:t>Selectivity</a:t>
                </a:r>
                <a:r>
                  <a:rPr kumimoji="0" lang="de-DE" altLang="de-DE" sz="16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</a:rPr>
                  <a:t> (%)</a:t>
                </a:r>
                <a:endParaRPr kumimoji="0" lang="de-DE" altLang="de-DE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736" name="Rectangle 249">
                <a:extLst>
                  <a:ext uri="{FF2B5EF4-FFF2-40B4-BE49-F238E27FC236}">
                    <a16:creationId xmlns:a16="http://schemas.microsoft.com/office/drawing/2014/main" id="{62F4976C-5A95-DBDA-0347-8E03B187F5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765795" y="17393567"/>
                <a:ext cx="1372171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e-DE" altLang="de-DE" sz="1600" b="0" i="0" u="none" strike="noStrike" cap="none" normalizeH="0" baseline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</a:rPr>
                  <a:t>Conversion</a:t>
                </a:r>
                <a:r>
                  <a:rPr kumimoji="0" lang="de-DE" altLang="de-DE" sz="16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</a:rPr>
                  <a:t> (%)</a:t>
                </a:r>
                <a:endParaRPr kumimoji="0" lang="de-DE" altLang="de-DE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547" name="Line 152">
                <a:extLst>
                  <a:ext uri="{FF2B5EF4-FFF2-40B4-BE49-F238E27FC236}">
                    <a16:creationId xmlns:a16="http://schemas.microsoft.com/office/drawing/2014/main" id="{B5BE3C2B-C5B1-9066-F6BC-9FC3B598C5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-2627121" y="12773914"/>
                <a:ext cx="0" cy="4211747"/>
              </a:xfrm>
              <a:prstGeom prst="line">
                <a:avLst/>
              </a:prstGeom>
              <a:noFill/>
              <a:ln w="12700" cap="sq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</p:grpSp>
        <p:sp>
          <p:nvSpPr>
            <p:cNvPr id="3759" name="Rectangle 1322">
              <a:extLst>
                <a:ext uri="{FF2B5EF4-FFF2-40B4-BE49-F238E27FC236}">
                  <a16:creationId xmlns:a16="http://schemas.microsoft.com/office/drawing/2014/main" id="{50EB8D3A-8DD9-CE7B-79C6-4426E96C28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0935" y="13674334"/>
              <a:ext cx="322204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328"/>
              <a:r>
                <a:rPr lang="de-DE" altLang="de-DE" sz="1300" dirty="0">
                  <a:solidFill>
                    <a:srgbClr val="00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12.1</a:t>
              </a:r>
              <a:endParaRPr lang="de-DE" altLang="de-DE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760" name="Rectangle 1322">
              <a:extLst>
                <a:ext uri="{FF2B5EF4-FFF2-40B4-BE49-F238E27FC236}">
                  <a16:creationId xmlns:a16="http://schemas.microsoft.com/office/drawing/2014/main" id="{76CE90CA-96FD-8F16-1A0D-D804591ED2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2852" y="13131666"/>
              <a:ext cx="322204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328"/>
              <a:r>
                <a:rPr lang="de-DE" altLang="de-DE" sz="1300" dirty="0">
                  <a:solidFill>
                    <a:srgbClr val="00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9.18</a:t>
              </a:r>
              <a:endParaRPr lang="de-DE" altLang="de-DE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761" name="Rectangle 1322">
              <a:extLst>
                <a:ext uri="{FF2B5EF4-FFF2-40B4-BE49-F238E27FC236}">
                  <a16:creationId xmlns:a16="http://schemas.microsoft.com/office/drawing/2014/main" id="{D4B69617-3F73-F96A-6C72-426FD521AE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2181" y="15169699"/>
              <a:ext cx="322204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328"/>
              <a:r>
                <a:rPr lang="de-DE" altLang="de-DE" sz="1300" dirty="0">
                  <a:solidFill>
                    <a:srgbClr val="00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71.8</a:t>
              </a:r>
              <a:endParaRPr lang="de-DE" altLang="de-DE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762" name="Rectangle 1322">
              <a:extLst>
                <a:ext uri="{FF2B5EF4-FFF2-40B4-BE49-F238E27FC236}">
                  <a16:creationId xmlns:a16="http://schemas.microsoft.com/office/drawing/2014/main" id="{E14E255E-A194-617D-11A2-2A2753C39D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38153" y="15339355"/>
              <a:ext cx="185948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328"/>
              <a:r>
                <a:rPr lang="de-DE" altLang="de-DE" sz="1300" dirty="0">
                  <a:solidFill>
                    <a:srgbClr val="00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70</a:t>
              </a:r>
              <a:endParaRPr lang="de-DE" altLang="de-DE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763" name="Rectangle 1322">
              <a:extLst>
                <a:ext uri="{FF2B5EF4-FFF2-40B4-BE49-F238E27FC236}">
                  <a16:creationId xmlns:a16="http://schemas.microsoft.com/office/drawing/2014/main" id="{173F7ABD-502A-0AA6-DDAE-EC61438A68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93256" y="15447881"/>
              <a:ext cx="185948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328"/>
              <a:r>
                <a:rPr lang="de-DE" altLang="de-DE" sz="1300" dirty="0">
                  <a:solidFill>
                    <a:srgbClr val="00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50</a:t>
              </a:r>
              <a:endParaRPr lang="de-DE" altLang="de-DE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764" name="Rectangle 1322">
              <a:extLst>
                <a:ext uri="{FF2B5EF4-FFF2-40B4-BE49-F238E27FC236}">
                  <a16:creationId xmlns:a16="http://schemas.microsoft.com/office/drawing/2014/main" id="{0653E270-B33C-FC98-2931-8E4DBB0BBD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95343" y="15686060"/>
              <a:ext cx="185948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328"/>
              <a:r>
                <a:rPr lang="de-DE" altLang="de-DE" sz="1300" dirty="0">
                  <a:solidFill>
                    <a:srgbClr val="00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30</a:t>
              </a:r>
              <a:endParaRPr lang="de-DE" altLang="de-DE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765" name="Rectangle 1322">
              <a:extLst>
                <a:ext uri="{FF2B5EF4-FFF2-40B4-BE49-F238E27FC236}">
                  <a16:creationId xmlns:a16="http://schemas.microsoft.com/office/drawing/2014/main" id="{7659A722-6ECE-C38E-29F4-A5D4B1DC5E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27258" y="15947589"/>
              <a:ext cx="185948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328"/>
              <a:r>
                <a:rPr lang="de-DE" altLang="de-DE" sz="1300" dirty="0">
                  <a:solidFill>
                    <a:srgbClr val="00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10</a:t>
              </a:r>
              <a:endParaRPr lang="de-DE" altLang="de-DE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3767" name="Straight Connector 3766">
              <a:extLst>
                <a:ext uri="{FF2B5EF4-FFF2-40B4-BE49-F238E27FC236}">
                  <a16:creationId xmlns:a16="http://schemas.microsoft.com/office/drawing/2014/main" id="{338BB656-256C-77C7-B461-757C30982542}"/>
                </a:ext>
              </a:extLst>
            </p:cNvPr>
            <p:cNvCxnSpPr>
              <a:cxnSpLocks/>
            </p:cNvCxnSpPr>
            <p:nvPr/>
          </p:nvCxnSpPr>
          <p:spPr>
            <a:xfrm>
              <a:off x="6370274" y="16055548"/>
              <a:ext cx="435477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8" name="Straight Connector 3767">
              <a:extLst>
                <a:ext uri="{FF2B5EF4-FFF2-40B4-BE49-F238E27FC236}">
                  <a16:creationId xmlns:a16="http://schemas.microsoft.com/office/drawing/2014/main" id="{A49F104D-1A0E-B47E-676D-BEF4A155A3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69878" y="15823764"/>
              <a:ext cx="293261" cy="159911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0" name="Straight Connector 3769">
              <a:extLst>
                <a:ext uri="{FF2B5EF4-FFF2-40B4-BE49-F238E27FC236}">
                  <a16:creationId xmlns:a16="http://schemas.microsoft.com/office/drawing/2014/main" id="{847723BC-7A51-988C-FAC3-8116AE29D8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94386" y="15637699"/>
              <a:ext cx="162363" cy="194352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4" name="Straight Connector 3773">
              <a:extLst>
                <a:ext uri="{FF2B5EF4-FFF2-40B4-BE49-F238E27FC236}">
                  <a16:creationId xmlns:a16="http://schemas.microsoft.com/office/drawing/2014/main" id="{6AE87825-DD20-8A88-1CFA-D005CF96B010}"/>
                </a:ext>
              </a:extLst>
            </p:cNvPr>
            <p:cNvCxnSpPr>
              <a:cxnSpLocks/>
              <a:endCxn id="3762" idx="2"/>
            </p:cNvCxnSpPr>
            <p:nvPr/>
          </p:nvCxnSpPr>
          <p:spPr>
            <a:xfrm flipV="1">
              <a:off x="6392571" y="15539410"/>
              <a:ext cx="38556" cy="112664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76" name="Rectangle 1322">
              <a:extLst>
                <a:ext uri="{FF2B5EF4-FFF2-40B4-BE49-F238E27FC236}">
                  <a16:creationId xmlns:a16="http://schemas.microsoft.com/office/drawing/2014/main" id="{57819554-1969-1386-C133-435F05364F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3592" y="13666654"/>
              <a:ext cx="185948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328"/>
              <a:r>
                <a:rPr lang="de-DE" altLang="de-DE" sz="1300" dirty="0">
                  <a:solidFill>
                    <a:srgbClr val="00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20</a:t>
              </a:r>
              <a:endParaRPr lang="de-DE" altLang="de-DE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</p:grpSp>
      <p:sp>
        <p:nvSpPr>
          <p:cNvPr id="3599" name="Line 519">
            <a:extLst>
              <a:ext uri="{FF2B5EF4-FFF2-40B4-BE49-F238E27FC236}">
                <a16:creationId xmlns:a16="http://schemas.microsoft.com/office/drawing/2014/main" id="{A8466BC2-6782-9B18-C5C1-2C632E53413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919950" y="12605910"/>
            <a:ext cx="0" cy="42513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CH" sz="140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00" name="Line 520">
            <a:extLst>
              <a:ext uri="{FF2B5EF4-FFF2-40B4-BE49-F238E27FC236}">
                <a16:creationId xmlns:a16="http://schemas.microsoft.com/office/drawing/2014/main" id="{1BA87F42-BED6-E5A8-EB92-89EC64E60A5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239163" y="12605910"/>
            <a:ext cx="0" cy="42513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CH" sz="140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01" name="Line 521">
            <a:extLst>
              <a:ext uri="{FF2B5EF4-FFF2-40B4-BE49-F238E27FC236}">
                <a16:creationId xmlns:a16="http://schemas.microsoft.com/office/drawing/2014/main" id="{70DBC830-0D46-1597-15CE-EE7CB15E26A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155028" y="16325414"/>
            <a:ext cx="82296" cy="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CH" sz="140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02" name="Line 522">
            <a:extLst>
              <a:ext uri="{FF2B5EF4-FFF2-40B4-BE49-F238E27FC236}">
                <a16:creationId xmlns:a16="http://schemas.microsoft.com/office/drawing/2014/main" id="{6652BFBC-7E7C-494D-A7A9-39DA59D1B06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155028" y="15263377"/>
            <a:ext cx="82296" cy="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CH" sz="140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03" name="Line 523">
            <a:extLst>
              <a:ext uri="{FF2B5EF4-FFF2-40B4-BE49-F238E27FC236}">
                <a16:creationId xmlns:a16="http://schemas.microsoft.com/office/drawing/2014/main" id="{8E7548DA-C843-83DF-53C7-3C0A7311413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155028" y="14199752"/>
            <a:ext cx="82296" cy="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CH" sz="140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04" name="Line 524">
            <a:extLst>
              <a:ext uri="{FF2B5EF4-FFF2-40B4-BE49-F238E27FC236}">
                <a16:creationId xmlns:a16="http://schemas.microsoft.com/office/drawing/2014/main" id="{D2715C66-B84A-9728-4699-B811604D1D4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155028" y="13137714"/>
            <a:ext cx="82296" cy="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CH" sz="140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05" name="Line 525">
            <a:extLst>
              <a:ext uri="{FF2B5EF4-FFF2-40B4-BE49-F238E27FC236}">
                <a16:creationId xmlns:a16="http://schemas.microsoft.com/office/drawing/2014/main" id="{389CD474-CACF-15FB-B468-3C4A064FCB8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156613" y="15793602"/>
            <a:ext cx="82550" cy="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CH" sz="14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06" name="Line 526">
            <a:extLst>
              <a:ext uri="{FF2B5EF4-FFF2-40B4-BE49-F238E27FC236}">
                <a16:creationId xmlns:a16="http://schemas.microsoft.com/office/drawing/2014/main" id="{61E0FBB8-29E8-5E5E-9DC5-5AE95138C71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156613" y="14731564"/>
            <a:ext cx="82550" cy="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CH" sz="140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07" name="Line 527">
            <a:extLst>
              <a:ext uri="{FF2B5EF4-FFF2-40B4-BE49-F238E27FC236}">
                <a16:creationId xmlns:a16="http://schemas.microsoft.com/office/drawing/2014/main" id="{042FF425-09C8-5E7A-95E8-3696A0D52D7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156613" y="13669527"/>
            <a:ext cx="82550" cy="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CH" sz="140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08" name="Line 528">
            <a:extLst>
              <a:ext uri="{FF2B5EF4-FFF2-40B4-BE49-F238E27FC236}">
                <a16:creationId xmlns:a16="http://schemas.microsoft.com/office/drawing/2014/main" id="{E2FFD4B2-672E-171D-632E-AD81D2A6C25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156613" y="16857227"/>
            <a:ext cx="82550" cy="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CH" sz="140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09" name="Line 529">
            <a:extLst>
              <a:ext uri="{FF2B5EF4-FFF2-40B4-BE49-F238E27FC236}">
                <a16:creationId xmlns:a16="http://schemas.microsoft.com/office/drawing/2014/main" id="{4651A542-3C0C-DF31-E963-F500056A492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156613" y="12605902"/>
            <a:ext cx="82550" cy="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CH" sz="140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10" name="Line 530">
            <a:extLst>
              <a:ext uri="{FF2B5EF4-FFF2-40B4-BE49-F238E27FC236}">
                <a16:creationId xmlns:a16="http://schemas.microsoft.com/office/drawing/2014/main" id="{527E55C3-7253-43FD-FAE5-6CCCF0E1AA5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558376" y="12605910"/>
            <a:ext cx="0" cy="42513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CH" sz="14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11" name="Line 531">
            <a:extLst>
              <a:ext uri="{FF2B5EF4-FFF2-40B4-BE49-F238E27FC236}">
                <a16:creationId xmlns:a16="http://schemas.microsoft.com/office/drawing/2014/main" id="{898DA728-B447-5E0A-0974-94C3F0CF47E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467888" y="15947589"/>
            <a:ext cx="82296" cy="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CH" sz="140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12" name="Line 532">
            <a:extLst>
              <a:ext uri="{FF2B5EF4-FFF2-40B4-BE49-F238E27FC236}">
                <a16:creationId xmlns:a16="http://schemas.microsoft.com/office/drawing/2014/main" id="{E8F2FB1E-BAFC-CFE7-38B6-BFEF66B7E1E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467888" y="14125139"/>
            <a:ext cx="82296" cy="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CH" sz="140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13" name="Line 533">
            <a:extLst>
              <a:ext uri="{FF2B5EF4-FFF2-40B4-BE49-F238E27FC236}">
                <a16:creationId xmlns:a16="http://schemas.microsoft.com/office/drawing/2014/main" id="{F28659A2-0ABF-7180-EE71-9C536B0CD69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475826" y="15034777"/>
            <a:ext cx="82550" cy="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CH" sz="140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14" name="Line 534">
            <a:extLst>
              <a:ext uri="{FF2B5EF4-FFF2-40B4-BE49-F238E27FC236}">
                <a16:creationId xmlns:a16="http://schemas.microsoft.com/office/drawing/2014/main" id="{3DDD6BDA-4A23-7B4E-8F60-210955CF0F0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475826" y="13213914"/>
            <a:ext cx="82550" cy="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CH" sz="140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15" name="Line 535">
            <a:extLst>
              <a:ext uri="{FF2B5EF4-FFF2-40B4-BE49-F238E27FC236}">
                <a16:creationId xmlns:a16="http://schemas.microsoft.com/office/drawing/2014/main" id="{8875D7D5-B96C-F9EE-8A95-0633C3D823A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475826" y="16857227"/>
            <a:ext cx="82550" cy="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CH" sz="140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16" name="Line 536">
            <a:extLst>
              <a:ext uri="{FF2B5EF4-FFF2-40B4-BE49-F238E27FC236}">
                <a16:creationId xmlns:a16="http://schemas.microsoft.com/office/drawing/2014/main" id="{A4FA8059-DEA7-8110-36D0-8AD9FEDDFFD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475826" y="12605902"/>
            <a:ext cx="82550" cy="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CH" sz="140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17" name="Line 537">
            <a:extLst>
              <a:ext uri="{FF2B5EF4-FFF2-40B4-BE49-F238E27FC236}">
                <a16:creationId xmlns:a16="http://schemas.microsoft.com/office/drawing/2014/main" id="{FF415A37-1233-DA7E-9DF7-9FF3A8EAA6A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3877589" y="12605910"/>
            <a:ext cx="0" cy="42513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CH" sz="140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18" name="Line 538">
            <a:extLst>
              <a:ext uri="{FF2B5EF4-FFF2-40B4-BE49-F238E27FC236}">
                <a16:creationId xmlns:a16="http://schemas.microsoft.com/office/drawing/2014/main" id="{97C03B36-EDD5-9370-5BC6-AFF330B864F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793454" y="16006327"/>
            <a:ext cx="82296" cy="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CH" sz="140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19" name="Line 539">
            <a:extLst>
              <a:ext uri="{FF2B5EF4-FFF2-40B4-BE49-F238E27FC236}">
                <a16:creationId xmlns:a16="http://schemas.microsoft.com/office/drawing/2014/main" id="{0BFBF530-F0E2-C61D-1957-EACA66F0BB6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793454" y="14307702"/>
            <a:ext cx="82296" cy="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CH" sz="140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20" name="Line 540">
            <a:extLst>
              <a:ext uri="{FF2B5EF4-FFF2-40B4-BE49-F238E27FC236}">
                <a16:creationId xmlns:a16="http://schemas.microsoft.com/office/drawing/2014/main" id="{5BEA6733-D24C-C501-D42F-26C50B76753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795039" y="15157014"/>
            <a:ext cx="82550" cy="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CH" sz="140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21" name="Line 541">
            <a:extLst>
              <a:ext uri="{FF2B5EF4-FFF2-40B4-BE49-F238E27FC236}">
                <a16:creationId xmlns:a16="http://schemas.microsoft.com/office/drawing/2014/main" id="{F9A93276-EDC2-E634-588A-BFED3489DA3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795039" y="13456802"/>
            <a:ext cx="82550" cy="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CH" sz="140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22" name="Line 542">
            <a:extLst>
              <a:ext uri="{FF2B5EF4-FFF2-40B4-BE49-F238E27FC236}">
                <a16:creationId xmlns:a16="http://schemas.microsoft.com/office/drawing/2014/main" id="{2101DB92-BCAA-FBA3-0ED5-0F8B3165B3D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795039" y="16857227"/>
            <a:ext cx="82550" cy="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CH" sz="140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23" name="Line 543">
            <a:extLst>
              <a:ext uri="{FF2B5EF4-FFF2-40B4-BE49-F238E27FC236}">
                <a16:creationId xmlns:a16="http://schemas.microsoft.com/office/drawing/2014/main" id="{756DF8CE-B0A1-13BC-1600-A1B94B678A0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795039" y="12605902"/>
            <a:ext cx="82550" cy="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CH" sz="140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24" name="Line 544">
            <a:extLst>
              <a:ext uri="{FF2B5EF4-FFF2-40B4-BE49-F238E27FC236}">
                <a16:creationId xmlns:a16="http://schemas.microsoft.com/office/drawing/2014/main" id="{7ECBBF10-B195-634B-CA14-172B65974E7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196801" y="12605910"/>
            <a:ext cx="0" cy="4251325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CH" sz="140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25" name="Line 545">
            <a:extLst>
              <a:ext uri="{FF2B5EF4-FFF2-40B4-BE49-F238E27FC236}">
                <a16:creationId xmlns:a16="http://schemas.microsoft.com/office/drawing/2014/main" id="{1D81EB65-39B8-7CAA-D575-6429B679EC8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112666" y="16006327"/>
            <a:ext cx="82296" cy="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CH" sz="140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26" name="Line 546">
            <a:extLst>
              <a:ext uri="{FF2B5EF4-FFF2-40B4-BE49-F238E27FC236}">
                <a16:creationId xmlns:a16="http://schemas.microsoft.com/office/drawing/2014/main" id="{67937697-3120-CA91-AF02-E041D6D2B0F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112666" y="14307702"/>
            <a:ext cx="82296" cy="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CH" sz="140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27" name="Line 547">
            <a:extLst>
              <a:ext uri="{FF2B5EF4-FFF2-40B4-BE49-F238E27FC236}">
                <a16:creationId xmlns:a16="http://schemas.microsoft.com/office/drawing/2014/main" id="{0C6320E7-9B31-D314-22D2-8F856EF1189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114251" y="15157014"/>
            <a:ext cx="82550" cy="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CH" sz="140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28" name="Line 548">
            <a:extLst>
              <a:ext uri="{FF2B5EF4-FFF2-40B4-BE49-F238E27FC236}">
                <a16:creationId xmlns:a16="http://schemas.microsoft.com/office/drawing/2014/main" id="{5206AE04-E686-6E49-3179-31656B1B5A7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114251" y="13456802"/>
            <a:ext cx="82550" cy="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CH" sz="140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29" name="Line 549">
            <a:extLst>
              <a:ext uri="{FF2B5EF4-FFF2-40B4-BE49-F238E27FC236}">
                <a16:creationId xmlns:a16="http://schemas.microsoft.com/office/drawing/2014/main" id="{FDF50F9B-686C-0AA4-08E9-FCBA5349F45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114251" y="16857227"/>
            <a:ext cx="82550" cy="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CH" sz="140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30" name="Line 550">
            <a:extLst>
              <a:ext uri="{FF2B5EF4-FFF2-40B4-BE49-F238E27FC236}">
                <a16:creationId xmlns:a16="http://schemas.microsoft.com/office/drawing/2014/main" id="{EF64442E-8390-FA68-8BAA-102915B37BA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114251" y="12605902"/>
            <a:ext cx="82550" cy="0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CH" sz="140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31" name="Rectangle 551">
            <a:extLst>
              <a:ext uri="{FF2B5EF4-FFF2-40B4-BE49-F238E27FC236}">
                <a16:creationId xmlns:a16="http://schemas.microsoft.com/office/drawing/2014/main" id="{3DBEF277-3A1F-3A1B-4738-C2193B58AB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59519" y="16585764"/>
            <a:ext cx="85407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328"/>
            <a:r>
              <a:rPr lang="de-DE" altLang="de-DE" sz="14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Mo/ZSM-5</a:t>
            </a:r>
            <a:endParaRPr lang="de-DE" altLang="de-DE" sz="14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32" name="Rectangle 552">
            <a:extLst>
              <a:ext uri="{FF2B5EF4-FFF2-40B4-BE49-F238E27FC236}">
                <a16:creationId xmlns:a16="http://schemas.microsoft.com/office/drawing/2014/main" id="{ED62474B-6A11-2FAE-097E-A1A230EC7C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11956" y="16150789"/>
            <a:ext cx="401638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328"/>
            <a:r>
              <a:rPr lang="de-DE" altLang="de-DE" sz="14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CeO</a:t>
            </a:r>
            <a:r>
              <a:rPr lang="de-DE" altLang="de-DE" sz="1400" baseline="-25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2</a:t>
            </a:r>
            <a:endParaRPr lang="de-DE" altLang="de-DE" sz="1400" baseline="-25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33" name="Rectangle 553">
            <a:extLst>
              <a:ext uri="{FF2B5EF4-FFF2-40B4-BE49-F238E27FC236}">
                <a16:creationId xmlns:a16="http://schemas.microsoft.com/office/drawing/2014/main" id="{F3957B22-E659-4E41-2B47-CAFA8AA537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99219" y="15715814"/>
            <a:ext cx="71437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328"/>
            <a:r>
              <a:rPr lang="de-DE" altLang="de-DE" sz="14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Pt</a:t>
            </a:r>
            <a:r>
              <a:rPr lang="de-DE" altLang="de-DE" sz="1400" baseline="-250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n</a:t>
            </a:r>
            <a:r>
              <a:rPr lang="de-DE" altLang="de-DE" sz="14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/CeO</a:t>
            </a:r>
            <a:r>
              <a:rPr lang="de-DE" altLang="de-DE" sz="1400" baseline="-25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2</a:t>
            </a:r>
            <a:endParaRPr lang="de-DE" altLang="de-DE" sz="1400" baseline="-25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34" name="Rectangle 554">
            <a:extLst>
              <a:ext uri="{FF2B5EF4-FFF2-40B4-BE49-F238E27FC236}">
                <a16:creationId xmlns:a16="http://schemas.microsoft.com/office/drawing/2014/main" id="{6F98E21E-CDD2-BA29-897B-D44B719E1A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97631" y="15282427"/>
            <a:ext cx="715963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328"/>
            <a:r>
              <a:rPr lang="de-DE" altLang="de-DE" sz="14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Pt</a:t>
            </a:r>
            <a:r>
              <a:rPr lang="de-DE" altLang="de-DE" sz="1400" baseline="-25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1</a:t>
            </a:r>
            <a:r>
              <a:rPr lang="de-DE" altLang="de-DE" sz="14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/CeO</a:t>
            </a:r>
            <a:r>
              <a:rPr lang="de-DE" altLang="de-DE" sz="1400" baseline="-25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2</a:t>
            </a:r>
            <a:endParaRPr lang="de-DE" altLang="de-DE" sz="1400" baseline="-25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35" name="Rectangle 555">
            <a:extLst>
              <a:ext uri="{FF2B5EF4-FFF2-40B4-BE49-F238E27FC236}">
                <a16:creationId xmlns:a16="http://schemas.microsoft.com/office/drawing/2014/main" id="{1164A55C-45D0-7AF8-13F7-5EE4244EDA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5581" y="14847452"/>
            <a:ext cx="608013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328"/>
            <a:r>
              <a:rPr lang="de-DE" altLang="de-DE" sz="14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Fe</a:t>
            </a:r>
            <a:r>
              <a:rPr lang="de-DE" altLang="de-DE" sz="14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/SiO</a:t>
            </a:r>
            <a:r>
              <a:rPr lang="de-DE" altLang="de-DE" sz="1400" baseline="-25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2</a:t>
            </a:r>
            <a:endParaRPr lang="de-DE" altLang="de-DE" sz="1400" baseline="-25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36" name="Rectangle 556">
            <a:extLst>
              <a:ext uri="{FF2B5EF4-FFF2-40B4-BE49-F238E27FC236}">
                <a16:creationId xmlns:a16="http://schemas.microsoft.com/office/drawing/2014/main" id="{1F81E74E-FD31-692D-7BF0-83FFA2B470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11931" y="14412477"/>
            <a:ext cx="601663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328"/>
            <a:r>
              <a:rPr lang="de-DE" altLang="de-DE" sz="14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Fe</a:t>
            </a:r>
            <a:r>
              <a:rPr lang="de-DE" altLang="de-DE" sz="14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/CRS</a:t>
            </a:r>
            <a:endParaRPr lang="de-DE" altLang="de-DE" sz="14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37" name="Rectangle 557">
            <a:extLst>
              <a:ext uri="{FF2B5EF4-FFF2-40B4-BE49-F238E27FC236}">
                <a16:creationId xmlns:a16="http://schemas.microsoft.com/office/drawing/2014/main" id="{72A162FA-6DD5-8ADB-376A-3FD04BFBC3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15081" y="13977502"/>
            <a:ext cx="798513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328"/>
            <a:r>
              <a:rPr lang="de-DE" altLang="de-DE" sz="14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PdFe-SiO</a:t>
            </a:r>
            <a:r>
              <a:rPr lang="de-DE" altLang="de-DE" sz="1400" baseline="-25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2</a:t>
            </a:r>
            <a:endParaRPr lang="de-DE" altLang="de-DE" sz="1400" baseline="-25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38" name="Rectangle 558">
            <a:extLst>
              <a:ext uri="{FF2B5EF4-FFF2-40B4-BE49-F238E27FC236}">
                <a16:creationId xmlns:a16="http://schemas.microsoft.com/office/drawing/2014/main" id="{20989235-546D-A87C-4744-11280D6CC8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3969" y="13544114"/>
            <a:ext cx="80962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328"/>
            <a:r>
              <a:rPr lang="de-DE" altLang="de-DE" sz="14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Fe</a:t>
            </a:r>
            <a:r>
              <a:rPr lang="de-DE" altLang="de-DE" sz="14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altLang="de-DE" sz="14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reactor</a:t>
            </a:r>
            <a:endParaRPr lang="de-DE" altLang="de-DE" sz="14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39" name="Rectangle 559">
            <a:extLst>
              <a:ext uri="{FF2B5EF4-FFF2-40B4-BE49-F238E27FC236}">
                <a16:creationId xmlns:a16="http://schemas.microsoft.com/office/drawing/2014/main" id="{9634EE73-5E25-D146-943E-6446D83849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69094" y="13109139"/>
            <a:ext cx="44450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328"/>
            <a:r>
              <a:rPr lang="de-DE" altLang="de-DE" sz="14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Mo</a:t>
            </a:r>
            <a:r>
              <a:rPr lang="de-DE" altLang="de-DE" sz="1400" baseline="-25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2</a:t>
            </a:r>
            <a:r>
              <a:rPr lang="de-DE" altLang="de-DE" sz="14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</a:t>
            </a:r>
            <a:endParaRPr lang="de-DE" altLang="de-DE" sz="14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40" name="Rectangle 560">
            <a:extLst>
              <a:ext uri="{FF2B5EF4-FFF2-40B4-BE49-F238E27FC236}">
                <a16:creationId xmlns:a16="http://schemas.microsoft.com/office/drawing/2014/main" id="{2DDFA818-8A38-F2E2-060D-B567F69478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37369" y="12674164"/>
            <a:ext cx="27622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328"/>
            <a:r>
              <a:rPr lang="de-DE" altLang="de-DE" sz="14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WC</a:t>
            </a:r>
            <a:endParaRPr lang="de-DE" altLang="de-DE" sz="14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41" name="Rectangle 561">
            <a:extLst>
              <a:ext uri="{FF2B5EF4-FFF2-40B4-BE49-F238E27FC236}">
                <a16:creationId xmlns:a16="http://schemas.microsoft.com/office/drawing/2014/main" id="{3BB78F2E-A1F9-45E8-F336-AA0664E346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35407" y="15687239"/>
            <a:ext cx="303213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328"/>
            <a:r>
              <a:rPr lang="de-DE" altLang="de-DE" sz="140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800</a:t>
            </a:r>
            <a:endParaRPr lang="de-DE" altLang="de-DE" sz="140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42" name="Rectangle 562">
            <a:extLst>
              <a:ext uri="{FF2B5EF4-FFF2-40B4-BE49-F238E27FC236}">
                <a16:creationId xmlns:a16="http://schemas.microsoft.com/office/drawing/2014/main" id="{F70BBDEE-031D-E09C-6A1B-FCCA806D04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35407" y="14625202"/>
            <a:ext cx="303213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328"/>
            <a:r>
              <a:rPr lang="de-DE" altLang="de-DE" sz="14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900</a:t>
            </a:r>
            <a:endParaRPr lang="de-DE" altLang="de-DE" sz="14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44" name="Rectangle 564">
            <a:extLst>
              <a:ext uri="{FF2B5EF4-FFF2-40B4-BE49-F238E27FC236}">
                <a16:creationId xmlns:a16="http://schemas.microsoft.com/office/drawing/2014/main" id="{65E2DA5B-8C47-2266-462C-D303E35329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35407" y="16749277"/>
            <a:ext cx="303213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328"/>
            <a:r>
              <a:rPr lang="de-DE" altLang="de-DE" sz="14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700</a:t>
            </a:r>
            <a:endParaRPr lang="de-DE" altLang="de-DE" sz="14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45" name="Rectangle 565">
            <a:extLst>
              <a:ext uri="{FF2B5EF4-FFF2-40B4-BE49-F238E27FC236}">
                <a16:creationId xmlns:a16="http://schemas.microsoft.com/office/drawing/2014/main" id="{EF954CCD-8C51-1090-8570-2B4ABE6E23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35395" y="12499539"/>
            <a:ext cx="40322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328"/>
            <a:r>
              <a:rPr lang="de-DE" altLang="de-DE" sz="14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1100</a:t>
            </a:r>
            <a:endParaRPr lang="de-DE" altLang="de-DE" sz="14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46" name="Rectangle 566">
            <a:extLst>
              <a:ext uri="{FF2B5EF4-FFF2-40B4-BE49-F238E27FC236}">
                <a16:creationId xmlns:a16="http://schemas.microsoft.com/office/drawing/2014/main" id="{D44B7CF9-C1EA-2B74-E784-2A247B91F6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30454" y="14926827"/>
            <a:ext cx="201613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328"/>
            <a:r>
              <a:rPr lang="de-DE" altLang="de-DE" sz="14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12</a:t>
            </a:r>
            <a:endParaRPr lang="de-DE" altLang="de-DE" sz="14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47" name="Rectangle 567">
            <a:extLst>
              <a:ext uri="{FF2B5EF4-FFF2-40B4-BE49-F238E27FC236}">
                <a16:creationId xmlns:a16="http://schemas.microsoft.com/office/drawing/2014/main" id="{84B0CB39-24DC-76BF-8968-5EFAEDC59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30454" y="13105964"/>
            <a:ext cx="201613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328"/>
            <a:r>
              <a:rPr lang="de-DE" altLang="de-DE" sz="14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24</a:t>
            </a:r>
            <a:endParaRPr lang="de-DE" altLang="de-DE" sz="14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48" name="Rectangle 568">
            <a:extLst>
              <a:ext uri="{FF2B5EF4-FFF2-40B4-BE49-F238E27FC236}">
                <a16:creationId xmlns:a16="http://schemas.microsoft.com/office/drawing/2014/main" id="{5FC79BE5-4E98-D1EF-EF84-73C3E53863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30467" y="16749277"/>
            <a:ext cx="10160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328"/>
            <a:r>
              <a:rPr lang="de-DE" altLang="de-DE" sz="140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</a:t>
            </a:r>
            <a:endParaRPr lang="de-DE" altLang="de-DE" sz="140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50" name="Rectangle 570">
            <a:extLst>
              <a:ext uri="{FF2B5EF4-FFF2-40B4-BE49-F238E27FC236}">
                <a16:creationId xmlns:a16="http://schemas.microsoft.com/office/drawing/2014/main" id="{0E9BA34A-CC99-7F92-EF0E-919ACFC340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62637" y="15049064"/>
            <a:ext cx="201613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328"/>
            <a:r>
              <a:rPr lang="de-DE" altLang="de-DE" sz="140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40</a:t>
            </a:r>
            <a:endParaRPr lang="de-DE" altLang="de-DE" sz="140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51" name="Rectangle 571">
            <a:extLst>
              <a:ext uri="{FF2B5EF4-FFF2-40B4-BE49-F238E27FC236}">
                <a16:creationId xmlns:a16="http://schemas.microsoft.com/office/drawing/2014/main" id="{35D211C9-E2B6-777B-CFDB-C5708D12D2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62637" y="13348852"/>
            <a:ext cx="201613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328"/>
            <a:r>
              <a:rPr lang="de-DE" altLang="de-DE" sz="140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80</a:t>
            </a:r>
            <a:endParaRPr lang="de-DE" altLang="de-DE" sz="140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52" name="Rectangle 572">
            <a:extLst>
              <a:ext uri="{FF2B5EF4-FFF2-40B4-BE49-F238E27FC236}">
                <a16:creationId xmlns:a16="http://schemas.microsoft.com/office/drawing/2014/main" id="{1FF62AAE-A178-A45F-1CF9-08B100B29B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62650" y="16749277"/>
            <a:ext cx="10160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328"/>
            <a:r>
              <a:rPr lang="de-DE" altLang="de-DE" sz="14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</a:t>
            </a:r>
            <a:endParaRPr lang="de-DE" altLang="de-DE" sz="14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53" name="Rectangle 573">
            <a:extLst>
              <a:ext uri="{FF2B5EF4-FFF2-40B4-BE49-F238E27FC236}">
                <a16:creationId xmlns:a16="http://schemas.microsoft.com/office/drawing/2014/main" id="{1E4BEDE6-3D4D-8B9D-AD46-C26E10C780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61037" y="12499539"/>
            <a:ext cx="303213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328"/>
            <a:r>
              <a:rPr lang="de-DE" altLang="de-DE" sz="140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100</a:t>
            </a:r>
            <a:endParaRPr lang="de-DE" altLang="de-DE" sz="140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54" name="Rectangle 574">
            <a:extLst>
              <a:ext uri="{FF2B5EF4-FFF2-40B4-BE49-F238E27FC236}">
                <a16:creationId xmlns:a16="http://schemas.microsoft.com/office/drawing/2014/main" id="{95A0DFD6-739C-BB37-3EB3-D7DDAE7B65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83543" y="15049064"/>
            <a:ext cx="201613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328"/>
            <a:r>
              <a:rPr lang="de-DE" altLang="de-DE" sz="140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40</a:t>
            </a:r>
            <a:endParaRPr lang="de-DE" altLang="de-DE" sz="140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55" name="Rectangle 575">
            <a:extLst>
              <a:ext uri="{FF2B5EF4-FFF2-40B4-BE49-F238E27FC236}">
                <a16:creationId xmlns:a16="http://schemas.microsoft.com/office/drawing/2014/main" id="{234A3A52-54E6-CDBE-7099-1D114AF2ED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83543" y="13348852"/>
            <a:ext cx="201613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328"/>
            <a:r>
              <a:rPr lang="de-DE" altLang="de-DE" sz="140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80</a:t>
            </a:r>
            <a:endParaRPr lang="de-DE" altLang="de-DE" sz="140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56" name="Rectangle 576">
            <a:extLst>
              <a:ext uri="{FF2B5EF4-FFF2-40B4-BE49-F238E27FC236}">
                <a16:creationId xmlns:a16="http://schemas.microsoft.com/office/drawing/2014/main" id="{5AEE6858-B4C6-6720-EA4B-B377AE57F8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83556" y="16749277"/>
            <a:ext cx="10160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328"/>
            <a:r>
              <a:rPr lang="de-DE" altLang="de-DE" sz="14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</a:t>
            </a:r>
            <a:endParaRPr lang="de-DE" altLang="de-DE" sz="14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57" name="Rectangle 577">
            <a:extLst>
              <a:ext uri="{FF2B5EF4-FFF2-40B4-BE49-F238E27FC236}">
                <a16:creationId xmlns:a16="http://schemas.microsoft.com/office/drawing/2014/main" id="{8D6078BC-69A4-29A8-D9B4-755A1A22D3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81943" y="12499539"/>
            <a:ext cx="303213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328"/>
            <a:r>
              <a:rPr lang="de-DE" altLang="de-DE" sz="140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100</a:t>
            </a:r>
            <a:endParaRPr lang="de-DE" altLang="de-DE" sz="140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58" name="Rectangle 578">
            <a:extLst>
              <a:ext uri="{FF2B5EF4-FFF2-40B4-BE49-F238E27FC236}">
                <a16:creationId xmlns:a16="http://schemas.microsoft.com/office/drawing/2014/main" id="{2D693E25-86AC-3E1C-5E02-A65659451E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47196" y="17038858"/>
            <a:ext cx="46006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328"/>
            <a:r>
              <a:rPr lang="de-DE" altLang="de-DE" sz="14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 (°C)</a:t>
            </a:r>
            <a:endParaRPr lang="de-DE" altLang="de-DE" sz="14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59" name="Rectangle 579">
            <a:extLst>
              <a:ext uri="{FF2B5EF4-FFF2-40B4-BE49-F238E27FC236}">
                <a16:creationId xmlns:a16="http://schemas.microsoft.com/office/drawing/2014/main" id="{CE1E1010-B059-9CB9-1A30-F8F80AF379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16216" y="17038858"/>
            <a:ext cx="652423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328"/>
            <a:r>
              <a:rPr lang="de-DE" altLang="de-DE" sz="14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Catalyst</a:t>
            </a:r>
            <a:endParaRPr lang="de-DE" altLang="de-DE" sz="14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60" name="Rectangle 580">
            <a:extLst>
              <a:ext uri="{FF2B5EF4-FFF2-40B4-BE49-F238E27FC236}">
                <a16:creationId xmlns:a16="http://schemas.microsoft.com/office/drawing/2014/main" id="{3F69FF3B-B0B7-EF93-4D77-F84A0F881A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10005" y="17038858"/>
            <a:ext cx="1199046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328"/>
            <a:r>
              <a:rPr lang="de-DE" altLang="de-DE" sz="14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</a:t>
            </a:r>
            <a:r>
              <a:rPr lang="de-DE" altLang="zh-CN" sz="14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version</a:t>
            </a:r>
            <a:r>
              <a:rPr lang="de-DE" altLang="de-DE" sz="14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(%)</a:t>
            </a:r>
            <a:endParaRPr lang="de-DE" altLang="de-DE" sz="14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61" name="Rectangle 581">
            <a:extLst>
              <a:ext uri="{FF2B5EF4-FFF2-40B4-BE49-F238E27FC236}">
                <a16:creationId xmlns:a16="http://schemas.microsoft.com/office/drawing/2014/main" id="{2AA87667-0889-9EC3-01B7-BF3DE1EF58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38469" y="16931137"/>
            <a:ext cx="872034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328"/>
            <a:r>
              <a:rPr lang="de-DE" altLang="de-DE" sz="14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Selectivity </a:t>
            </a:r>
          </a:p>
          <a:p>
            <a:pPr algn="ctr" defTabSz="914328"/>
            <a:r>
              <a:rPr lang="de-DE" altLang="de-DE" sz="14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to C</a:t>
            </a:r>
            <a:r>
              <a:rPr lang="de-DE" altLang="de-DE" sz="1400" baseline="-25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2</a:t>
            </a:r>
            <a:r>
              <a:rPr lang="de-DE" altLang="de-DE" sz="14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H</a:t>
            </a:r>
            <a:r>
              <a:rPr lang="de-DE" altLang="de-DE" sz="1400" baseline="-25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2 </a:t>
            </a:r>
            <a:r>
              <a:rPr lang="de-DE" altLang="de-DE" sz="14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(%)</a:t>
            </a:r>
            <a:endParaRPr lang="de-DE" altLang="de-DE" sz="14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69" name="Rectangle 581">
            <a:extLst>
              <a:ext uri="{FF2B5EF4-FFF2-40B4-BE49-F238E27FC236}">
                <a16:creationId xmlns:a16="http://schemas.microsoft.com/office/drawing/2014/main" id="{19ACE973-A40B-5DF9-67F0-D99AB534FB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5394" y="16931137"/>
            <a:ext cx="856004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328"/>
            <a:r>
              <a:rPr lang="de-DE" altLang="de-DE" sz="14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Selectivity </a:t>
            </a:r>
          </a:p>
          <a:p>
            <a:pPr algn="ctr" defTabSz="914328"/>
            <a:r>
              <a:rPr lang="de-DE" altLang="de-DE" sz="14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to C</a:t>
            </a:r>
            <a:r>
              <a:rPr lang="de-DE" altLang="de-DE" sz="1400" baseline="-25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2 </a:t>
            </a:r>
            <a:r>
              <a:rPr lang="de-DE" altLang="de-DE" sz="14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(%)</a:t>
            </a:r>
            <a:endParaRPr lang="de-DE" altLang="de-DE" sz="14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777" name="Oval 3776">
            <a:extLst>
              <a:ext uri="{FF2B5EF4-FFF2-40B4-BE49-F238E27FC236}">
                <a16:creationId xmlns:a16="http://schemas.microsoft.com/office/drawing/2014/main" id="{271AFEEB-C3F9-5823-869C-740B9D9B45D7}"/>
              </a:ext>
            </a:extLst>
          </p:cNvPr>
          <p:cNvSpPr/>
          <p:nvPr/>
        </p:nvSpPr>
        <p:spPr>
          <a:xfrm>
            <a:off x="9869463" y="12725601"/>
            <a:ext cx="113027" cy="113027"/>
          </a:xfrm>
          <a:prstGeom prst="ellipse">
            <a:avLst/>
          </a:prstGeom>
          <a:solidFill>
            <a:srgbClr val="0098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3778" name="Oval 3777">
            <a:extLst>
              <a:ext uri="{FF2B5EF4-FFF2-40B4-BE49-F238E27FC236}">
                <a16:creationId xmlns:a16="http://schemas.microsoft.com/office/drawing/2014/main" id="{93B62B07-574A-D0A9-D905-889E44B40EDC}"/>
              </a:ext>
            </a:extLst>
          </p:cNvPr>
          <p:cNvSpPr/>
          <p:nvPr/>
        </p:nvSpPr>
        <p:spPr>
          <a:xfrm>
            <a:off x="11181683" y="12559711"/>
            <a:ext cx="113027" cy="113027"/>
          </a:xfrm>
          <a:prstGeom prst="ellipse">
            <a:avLst/>
          </a:prstGeom>
          <a:solidFill>
            <a:srgbClr val="0098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3779" name="Oval 3778">
            <a:extLst>
              <a:ext uri="{FF2B5EF4-FFF2-40B4-BE49-F238E27FC236}">
                <a16:creationId xmlns:a16="http://schemas.microsoft.com/office/drawing/2014/main" id="{5FCD7CCB-31B6-6180-7224-054F30A70258}"/>
              </a:ext>
            </a:extLst>
          </p:cNvPr>
          <p:cNvSpPr/>
          <p:nvPr/>
        </p:nvSpPr>
        <p:spPr>
          <a:xfrm>
            <a:off x="12503926" y="15283714"/>
            <a:ext cx="113027" cy="113027"/>
          </a:xfrm>
          <a:prstGeom prst="ellipse">
            <a:avLst/>
          </a:prstGeom>
          <a:solidFill>
            <a:srgbClr val="0098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3780" name="Oval 3779">
            <a:extLst>
              <a:ext uri="{FF2B5EF4-FFF2-40B4-BE49-F238E27FC236}">
                <a16:creationId xmlns:a16="http://schemas.microsoft.com/office/drawing/2014/main" id="{06225CEE-6635-D510-B0C1-741CE1FD66AB}"/>
              </a:ext>
            </a:extLst>
          </p:cNvPr>
          <p:cNvSpPr/>
          <p:nvPr/>
        </p:nvSpPr>
        <p:spPr>
          <a:xfrm>
            <a:off x="13822888" y="16541007"/>
            <a:ext cx="113027" cy="113027"/>
          </a:xfrm>
          <a:prstGeom prst="ellipse">
            <a:avLst/>
          </a:prstGeom>
          <a:solidFill>
            <a:srgbClr val="0098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3781" name="Oval 3780">
            <a:extLst>
              <a:ext uri="{FF2B5EF4-FFF2-40B4-BE49-F238E27FC236}">
                <a16:creationId xmlns:a16="http://schemas.microsoft.com/office/drawing/2014/main" id="{ADABAB62-C61F-20EE-75CB-5EE106E6E477}"/>
              </a:ext>
            </a:extLst>
          </p:cNvPr>
          <p:cNvSpPr/>
          <p:nvPr/>
        </p:nvSpPr>
        <p:spPr>
          <a:xfrm>
            <a:off x="15141479" y="15410229"/>
            <a:ext cx="113027" cy="113027"/>
          </a:xfrm>
          <a:prstGeom prst="ellipse">
            <a:avLst/>
          </a:prstGeom>
          <a:solidFill>
            <a:srgbClr val="0098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3787" name="Oval 3786">
            <a:extLst>
              <a:ext uri="{FF2B5EF4-FFF2-40B4-BE49-F238E27FC236}">
                <a16:creationId xmlns:a16="http://schemas.microsoft.com/office/drawing/2014/main" id="{B8BF7B32-92C2-4C8C-7FE1-7A9DEA59FAF8}"/>
              </a:ext>
            </a:extLst>
          </p:cNvPr>
          <p:cNvSpPr/>
          <p:nvPr/>
        </p:nvSpPr>
        <p:spPr>
          <a:xfrm>
            <a:off x="9869463" y="13595551"/>
            <a:ext cx="113027" cy="113027"/>
          </a:xfrm>
          <a:prstGeom prst="ellipse">
            <a:avLst/>
          </a:prstGeom>
          <a:solidFill>
            <a:srgbClr val="009B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3788" name="Oval 3787">
            <a:extLst>
              <a:ext uri="{FF2B5EF4-FFF2-40B4-BE49-F238E27FC236}">
                <a16:creationId xmlns:a16="http://schemas.microsoft.com/office/drawing/2014/main" id="{02E90A0A-FF5E-D51E-6B2E-05417A0525CF}"/>
              </a:ext>
            </a:extLst>
          </p:cNvPr>
          <p:cNvSpPr/>
          <p:nvPr/>
        </p:nvSpPr>
        <p:spPr>
          <a:xfrm>
            <a:off x="11181683" y="13071392"/>
            <a:ext cx="113027" cy="113027"/>
          </a:xfrm>
          <a:prstGeom prst="ellipse">
            <a:avLst/>
          </a:prstGeom>
          <a:solidFill>
            <a:srgbClr val="009B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3789" name="Oval 3788">
            <a:extLst>
              <a:ext uri="{FF2B5EF4-FFF2-40B4-BE49-F238E27FC236}">
                <a16:creationId xmlns:a16="http://schemas.microsoft.com/office/drawing/2014/main" id="{F56BC228-A50B-CF9E-3904-3EEC090747BD}"/>
              </a:ext>
            </a:extLst>
          </p:cNvPr>
          <p:cNvSpPr/>
          <p:nvPr/>
        </p:nvSpPr>
        <p:spPr>
          <a:xfrm>
            <a:off x="12503926" y="12933388"/>
            <a:ext cx="113027" cy="113027"/>
          </a:xfrm>
          <a:prstGeom prst="ellipse">
            <a:avLst/>
          </a:prstGeom>
          <a:solidFill>
            <a:srgbClr val="009B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3790" name="Oval 3789">
            <a:extLst>
              <a:ext uri="{FF2B5EF4-FFF2-40B4-BE49-F238E27FC236}">
                <a16:creationId xmlns:a16="http://schemas.microsoft.com/office/drawing/2014/main" id="{33AB195D-0186-E23E-C8F8-38EDE2F52DAE}"/>
              </a:ext>
            </a:extLst>
          </p:cNvPr>
          <p:cNvSpPr/>
          <p:nvPr/>
        </p:nvSpPr>
        <p:spPr>
          <a:xfrm>
            <a:off x="13822888" y="16390982"/>
            <a:ext cx="113027" cy="113027"/>
          </a:xfrm>
          <a:prstGeom prst="ellipse">
            <a:avLst/>
          </a:prstGeom>
          <a:solidFill>
            <a:srgbClr val="009B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3791" name="Oval 3790">
            <a:extLst>
              <a:ext uri="{FF2B5EF4-FFF2-40B4-BE49-F238E27FC236}">
                <a16:creationId xmlns:a16="http://schemas.microsoft.com/office/drawing/2014/main" id="{695DCB35-82A5-1A94-912A-4E8B4F48F63C}"/>
              </a:ext>
            </a:extLst>
          </p:cNvPr>
          <p:cNvSpPr/>
          <p:nvPr/>
        </p:nvSpPr>
        <p:spPr>
          <a:xfrm>
            <a:off x="15141479" y="15667012"/>
            <a:ext cx="113027" cy="113027"/>
          </a:xfrm>
          <a:prstGeom prst="ellipse">
            <a:avLst/>
          </a:prstGeom>
          <a:solidFill>
            <a:srgbClr val="009B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3792" name="Oval 3791">
            <a:extLst>
              <a:ext uri="{FF2B5EF4-FFF2-40B4-BE49-F238E27FC236}">
                <a16:creationId xmlns:a16="http://schemas.microsoft.com/office/drawing/2014/main" id="{040D7AB5-3644-33B8-C422-38FE2D0AF1B3}"/>
              </a:ext>
            </a:extLst>
          </p:cNvPr>
          <p:cNvSpPr/>
          <p:nvPr/>
        </p:nvSpPr>
        <p:spPr>
          <a:xfrm>
            <a:off x="9869463" y="14028939"/>
            <a:ext cx="113027" cy="113027"/>
          </a:xfrm>
          <a:prstGeom prst="ellipse">
            <a:avLst/>
          </a:prstGeom>
          <a:solidFill>
            <a:srgbClr val="E432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3793" name="Oval 3792">
            <a:extLst>
              <a:ext uri="{FF2B5EF4-FFF2-40B4-BE49-F238E27FC236}">
                <a16:creationId xmlns:a16="http://schemas.microsoft.com/office/drawing/2014/main" id="{CD743581-42E9-8FC0-0FD1-8871096D7FEA}"/>
              </a:ext>
            </a:extLst>
          </p:cNvPr>
          <p:cNvSpPr/>
          <p:nvPr/>
        </p:nvSpPr>
        <p:spPr>
          <a:xfrm>
            <a:off x="11181683" y="13403956"/>
            <a:ext cx="113027" cy="113027"/>
          </a:xfrm>
          <a:prstGeom prst="ellipse">
            <a:avLst/>
          </a:prstGeom>
          <a:solidFill>
            <a:srgbClr val="E432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3794" name="Oval 3793">
            <a:extLst>
              <a:ext uri="{FF2B5EF4-FFF2-40B4-BE49-F238E27FC236}">
                <a16:creationId xmlns:a16="http://schemas.microsoft.com/office/drawing/2014/main" id="{193F4193-D59E-9C5A-574E-FD4F608C5BFD}"/>
              </a:ext>
            </a:extLst>
          </p:cNvPr>
          <p:cNvSpPr/>
          <p:nvPr/>
        </p:nvSpPr>
        <p:spPr>
          <a:xfrm>
            <a:off x="12503926" y="15591255"/>
            <a:ext cx="113027" cy="113027"/>
          </a:xfrm>
          <a:prstGeom prst="ellipse">
            <a:avLst/>
          </a:prstGeom>
          <a:solidFill>
            <a:srgbClr val="E432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3795" name="Oval 3794">
            <a:extLst>
              <a:ext uri="{FF2B5EF4-FFF2-40B4-BE49-F238E27FC236}">
                <a16:creationId xmlns:a16="http://schemas.microsoft.com/office/drawing/2014/main" id="{E0F261D4-59AA-17A3-DD53-820BA19DF8E6}"/>
              </a:ext>
            </a:extLst>
          </p:cNvPr>
          <p:cNvSpPr/>
          <p:nvPr/>
        </p:nvSpPr>
        <p:spPr>
          <a:xfrm>
            <a:off x="13822888" y="16191751"/>
            <a:ext cx="113027" cy="113027"/>
          </a:xfrm>
          <a:prstGeom prst="ellipse">
            <a:avLst/>
          </a:prstGeom>
          <a:solidFill>
            <a:srgbClr val="E432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3802" name="Oval 3801">
            <a:extLst>
              <a:ext uri="{FF2B5EF4-FFF2-40B4-BE49-F238E27FC236}">
                <a16:creationId xmlns:a16="http://schemas.microsoft.com/office/drawing/2014/main" id="{B4EE087D-2A4F-6149-3639-F309CB297A6B}"/>
              </a:ext>
            </a:extLst>
          </p:cNvPr>
          <p:cNvSpPr/>
          <p:nvPr/>
        </p:nvSpPr>
        <p:spPr>
          <a:xfrm>
            <a:off x="9869463" y="14898889"/>
            <a:ext cx="113027" cy="113027"/>
          </a:xfrm>
          <a:prstGeom prst="ellipse">
            <a:avLst/>
          </a:prstGeom>
          <a:solidFill>
            <a:srgbClr val="6161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3803" name="Oval 3802">
            <a:extLst>
              <a:ext uri="{FF2B5EF4-FFF2-40B4-BE49-F238E27FC236}">
                <a16:creationId xmlns:a16="http://schemas.microsoft.com/office/drawing/2014/main" id="{89FE1935-DFB9-EFD9-570B-BB2435664157}"/>
              </a:ext>
            </a:extLst>
          </p:cNvPr>
          <p:cNvSpPr/>
          <p:nvPr/>
        </p:nvSpPr>
        <p:spPr>
          <a:xfrm>
            <a:off x="11181683" y="13613012"/>
            <a:ext cx="113027" cy="113027"/>
          </a:xfrm>
          <a:prstGeom prst="ellipse">
            <a:avLst/>
          </a:prstGeom>
          <a:solidFill>
            <a:srgbClr val="6161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3804" name="Oval 3803">
            <a:extLst>
              <a:ext uri="{FF2B5EF4-FFF2-40B4-BE49-F238E27FC236}">
                <a16:creationId xmlns:a16="http://schemas.microsoft.com/office/drawing/2014/main" id="{D011F54C-A9FF-0555-5672-3DEC6055BD5C}"/>
              </a:ext>
            </a:extLst>
          </p:cNvPr>
          <p:cNvSpPr/>
          <p:nvPr/>
        </p:nvSpPr>
        <p:spPr>
          <a:xfrm>
            <a:off x="12503926" y="14817918"/>
            <a:ext cx="113027" cy="113027"/>
          </a:xfrm>
          <a:prstGeom prst="ellipse">
            <a:avLst/>
          </a:prstGeom>
          <a:solidFill>
            <a:srgbClr val="6161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3805" name="Oval 3804">
            <a:extLst>
              <a:ext uri="{FF2B5EF4-FFF2-40B4-BE49-F238E27FC236}">
                <a16:creationId xmlns:a16="http://schemas.microsoft.com/office/drawing/2014/main" id="{ED94623A-DCEF-5E1F-0ACA-B2D82E25871F}"/>
              </a:ext>
            </a:extLst>
          </p:cNvPr>
          <p:cNvSpPr/>
          <p:nvPr/>
        </p:nvSpPr>
        <p:spPr>
          <a:xfrm>
            <a:off x="13822888" y="16137332"/>
            <a:ext cx="113027" cy="113027"/>
          </a:xfrm>
          <a:prstGeom prst="ellipse">
            <a:avLst/>
          </a:prstGeom>
          <a:solidFill>
            <a:srgbClr val="6161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3806" name="Oval 3805">
            <a:extLst>
              <a:ext uri="{FF2B5EF4-FFF2-40B4-BE49-F238E27FC236}">
                <a16:creationId xmlns:a16="http://schemas.microsoft.com/office/drawing/2014/main" id="{0D59B0DF-F96E-2341-C10B-57FE9273536F}"/>
              </a:ext>
            </a:extLst>
          </p:cNvPr>
          <p:cNvSpPr/>
          <p:nvPr/>
        </p:nvSpPr>
        <p:spPr>
          <a:xfrm>
            <a:off x="15141479" y="14098710"/>
            <a:ext cx="113027" cy="113027"/>
          </a:xfrm>
          <a:prstGeom prst="ellipse">
            <a:avLst/>
          </a:prstGeom>
          <a:solidFill>
            <a:srgbClr val="6161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3807" name="Oval 3806">
            <a:extLst>
              <a:ext uri="{FF2B5EF4-FFF2-40B4-BE49-F238E27FC236}">
                <a16:creationId xmlns:a16="http://schemas.microsoft.com/office/drawing/2014/main" id="{C6A6A25E-DAE3-D482-3697-EFE333D931A5}"/>
              </a:ext>
            </a:extLst>
          </p:cNvPr>
          <p:cNvSpPr/>
          <p:nvPr/>
        </p:nvSpPr>
        <p:spPr>
          <a:xfrm>
            <a:off x="9869463" y="15333864"/>
            <a:ext cx="113027" cy="113027"/>
          </a:xfrm>
          <a:prstGeom prst="ellipse">
            <a:avLst/>
          </a:prstGeom>
          <a:solidFill>
            <a:srgbClr val="00C86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3822" name="Oval 3821">
            <a:extLst>
              <a:ext uri="{FF2B5EF4-FFF2-40B4-BE49-F238E27FC236}">
                <a16:creationId xmlns:a16="http://schemas.microsoft.com/office/drawing/2014/main" id="{956900F2-F5BE-C817-33A5-4FE888B9E67B}"/>
              </a:ext>
            </a:extLst>
          </p:cNvPr>
          <p:cNvSpPr/>
          <p:nvPr/>
        </p:nvSpPr>
        <p:spPr>
          <a:xfrm>
            <a:off x="9869463" y="16637201"/>
            <a:ext cx="113027" cy="113027"/>
          </a:xfrm>
          <a:prstGeom prst="ellipse">
            <a:avLst/>
          </a:prstGeom>
          <a:solidFill>
            <a:srgbClr val="FA9B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3824" name="Oval 3823">
            <a:extLst>
              <a:ext uri="{FF2B5EF4-FFF2-40B4-BE49-F238E27FC236}">
                <a16:creationId xmlns:a16="http://schemas.microsoft.com/office/drawing/2014/main" id="{8EF68D11-129E-4EC1-390E-A0C8E05EC4DD}"/>
              </a:ext>
            </a:extLst>
          </p:cNvPr>
          <p:cNvSpPr/>
          <p:nvPr/>
        </p:nvSpPr>
        <p:spPr>
          <a:xfrm>
            <a:off x="11181683" y="16801019"/>
            <a:ext cx="113027" cy="113027"/>
          </a:xfrm>
          <a:prstGeom prst="ellipse">
            <a:avLst/>
          </a:prstGeom>
          <a:solidFill>
            <a:srgbClr val="FA9B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3825" name="Oval 3824">
            <a:extLst>
              <a:ext uri="{FF2B5EF4-FFF2-40B4-BE49-F238E27FC236}">
                <a16:creationId xmlns:a16="http://schemas.microsoft.com/office/drawing/2014/main" id="{D8AEE059-5297-C525-7D40-DEDCFEE54C3F}"/>
              </a:ext>
            </a:extLst>
          </p:cNvPr>
          <p:cNvSpPr/>
          <p:nvPr/>
        </p:nvSpPr>
        <p:spPr>
          <a:xfrm>
            <a:off x="12503926" y="16801019"/>
            <a:ext cx="113027" cy="113027"/>
          </a:xfrm>
          <a:prstGeom prst="ellipse">
            <a:avLst/>
          </a:prstGeom>
          <a:solidFill>
            <a:srgbClr val="FA9B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3826" name="Oval 3825">
            <a:extLst>
              <a:ext uri="{FF2B5EF4-FFF2-40B4-BE49-F238E27FC236}">
                <a16:creationId xmlns:a16="http://schemas.microsoft.com/office/drawing/2014/main" id="{5DD784BF-15A9-4977-0F0C-E91934AEEC5A}"/>
              </a:ext>
            </a:extLst>
          </p:cNvPr>
          <p:cNvSpPr/>
          <p:nvPr/>
        </p:nvSpPr>
        <p:spPr>
          <a:xfrm>
            <a:off x="13822888" y="15943153"/>
            <a:ext cx="113027" cy="113027"/>
          </a:xfrm>
          <a:prstGeom prst="ellipse">
            <a:avLst/>
          </a:prstGeom>
          <a:solidFill>
            <a:srgbClr val="FA9B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3827" name="Oval 3826">
            <a:extLst>
              <a:ext uri="{FF2B5EF4-FFF2-40B4-BE49-F238E27FC236}">
                <a16:creationId xmlns:a16="http://schemas.microsoft.com/office/drawing/2014/main" id="{3E833F15-4DDF-70C0-95E3-FF3955A63197}"/>
              </a:ext>
            </a:extLst>
          </p:cNvPr>
          <p:cNvSpPr/>
          <p:nvPr/>
        </p:nvSpPr>
        <p:spPr>
          <a:xfrm>
            <a:off x="15148069" y="12978570"/>
            <a:ext cx="113027" cy="113027"/>
          </a:xfrm>
          <a:prstGeom prst="ellipse">
            <a:avLst/>
          </a:prstGeom>
          <a:solidFill>
            <a:srgbClr val="FA9B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3832" name="Oval 3831">
            <a:extLst>
              <a:ext uri="{FF2B5EF4-FFF2-40B4-BE49-F238E27FC236}">
                <a16:creationId xmlns:a16="http://schemas.microsoft.com/office/drawing/2014/main" id="{13A57F8E-E122-BA01-5745-7487CFCD2010}"/>
              </a:ext>
            </a:extLst>
          </p:cNvPr>
          <p:cNvSpPr/>
          <p:nvPr/>
        </p:nvSpPr>
        <p:spPr>
          <a:xfrm>
            <a:off x="11181683" y="13878176"/>
            <a:ext cx="113027" cy="113027"/>
          </a:xfrm>
          <a:prstGeom prst="ellipse">
            <a:avLst/>
          </a:prstGeom>
          <a:solidFill>
            <a:srgbClr val="00C86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3838" name="Oval 3837">
            <a:extLst>
              <a:ext uri="{FF2B5EF4-FFF2-40B4-BE49-F238E27FC236}">
                <a16:creationId xmlns:a16="http://schemas.microsoft.com/office/drawing/2014/main" id="{971772A9-4A5A-50E7-9510-CDEF013F1C4B}"/>
              </a:ext>
            </a:extLst>
          </p:cNvPr>
          <p:cNvSpPr/>
          <p:nvPr/>
        </p:nvSpPr>
        <p:spPr>
          <a:xfrm>
            <a:off x="12503926" y="14615981"/>
            <a:ext cx="113027" cy="113027"/>
          </a:xfrm>
          <a:prstGeom prst="ellipse">
            <a:avLst/>
          </a:prstGeom>
          <a:solidFill>
            <a:srgbClr val="00C86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3839" name="Oval 3838">
            <a:extLst>
              <a:ext uri="{FF2B5EF4-FFF2-40B4-BE49-F238E27FC236}">
                <a16:creationId xmlns:a16="http://schemas.microsoft.com/office/drawing/2014/main" id="{997714AB-6A6B-9CD6-69A8-4F93D74C05C0}"/>
              </a:ext>
            </a:extLst>
          </p:cNvPr>
          <p:cNvSpPr/>
          <p:nvPr/>
        </p:nvSpPr>
        <p:spPr>
          <a:xfrm>
            <a:off x="13822888" y="15320759"/>
            <a:ext cx="113027" cy="113027"/>
          </a:xfrm>
          <a:prstGeom prst="ellipse">
            <a:avLst/>
          </a:prstGeom>
          <a:solidFill>
            <a:srgbClr val="00C86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3840" name="Oval 3839">
            <a:extLst>
              <a:ext uri="{FF2B5EF4-FFF2-40B4-BE49-F238E27FC236}">
                <a16:creationId xmlns:a16="http://schemas.microsoft.com/office/drawing/2014/main" id="{374A5EE4-AA57-77B1-D79A-64562E7F312C}"/>
              </a:ext>
            </a:extLst>
          </p:cNvPr>
          <p:cNvSpPr/>
          <p:nvPr/>
        </p:nvSpPr>
        <p:spPr>
          <a:xfrm>
            <a:off x="15141479" y="13631948"/>
            <a:ext cx="113027" cy="113027"/>
          </a:xfrm>
          <a:prstGeom prst="ellipse">
            <a:avLst/>
          </a:prstGeom>
          <a:solidFill>
            <a:srgbClr val="00C86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3848" name="Hexagon 3847">
            <a:extLst>
              <a:ext uri="{FF2B5EF4-FFF2-40B4-BE49-F238E27FC236}">
                <a16:creationId xmlns:a16="http://schemas.microsoft.com/office/drawing/2014/main" id="{A42404B4-6CCC-CEB2-D23D-3D815A7ED28F}"/>
              </a:ext>
            </a:extLst>
          </p:cNvPr>
          <p:cNvSpPr/>
          <p:nvPr/>
        </p:nvSpPr>
        <p:spPr>
          <a:xfrm>
            <a:off x="9855567" y="16198042"/>
            <a:ext cx="140818" cy="121395"/>
          </a:xfrm>
          <a:prstGeom prst="hexagon">
            <a:avLst/>
          </a:prstGeom>
          <a:solidFill>
            <a:srgbClr val="00C86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849" name="Hexagon 3848">
            <a:extLst>
              <a:ext uri="{FF2B5EF4-FFF2-40B4-BE49-F238E27FC236}">
                <a16:creationId xmlns:a16="http://schemas.microsoft.com/office/drawing/2014/main" id="{7744B981-7105-515E-F417-FF24006B3F0A}"/>
              </a:ext>
            </a:extLst>
          </p:cNvPr>
          <p:cNvSpPr/>
          <p:nvPr/>
        </p:nvSpPr>
        <p:spPr>
          <a:xfrm>
            <a:off x="11484320" y="13873992"/>
            <a:ext cx="140818" cy="121395"/>
          </a:xfrm>
          <a:prstGeom prst="hexagon">
            <a:avLst/>
          </a:prstGeom>
          <a:solidFill>
            <a:srgbClr val="00C86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850" name="Hexagon 3849">
            <a:extLst>
              <a:ext uri="{FF2B5EF4-FFF2-40B4-BE49-F238E27FC236}">
                <a16:creationId xmlns:a16="http://schemas.microsoft.com/office/drawing/2014/main" id="{85FCE6E7-DB1D-4273-971F-4736FF160048}"/>
              </a:ext>
            </a:extLst>
          </p:cNvPr>
          <p:cNvSpPr/>
          <p:nvPr/>
        </p:nvSpPr>
        <p:spPr>
          <a:xfrm>
            <a:off x="12490030" y="15741263"/>
            <a:ext cx="140818" cy="121395"/>
          </a:xfrm>
          <a:prstGeom prst="hexagon">
            <a:avLst/>
          </a:prstGeom>
          <a:solidFill>
            <a:srgbClr val="00C86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851" name="Hexagon 3850">
            <a:extLst>
              <a:ext uri="{FF2B5EF4-FFF2-40B4-BE49-F238E27FC236}">
                <a16:creationId xmlns:a16="http://schemas.microsoft.com/office/drawing/2014/main" id="{5B507CDB-E326-CEF7-0CB0-1C18729F7BFE}"/>
              </a:ext>
            </a:extLst>
          </p:cNvPr>
          <p:cNvSpPr/>
          <p:nvPr/>
        </p:nvSpPr>
        <p:spPr>
          <a:xfrm>
            <a:off x="13808992" y="16694193"/>
            <a:ext cx="140818" cy="121395"/>
          </a:xfrm>
          <a:prstGeom prst="hexagon">
            <a:avLst/>
          </a:prstGeom>
          <a:solidFill>
            <a:srgbClr val="00C86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852" name="Hexagon 3851">
            <a:extLst>
              <a:ext uri="{FF2B5EF4-FFF2-40B4-BE49-F238E27FC236}">
                <a16:creationId xmlns:a16="http://schemas.microsoft.com/office/drawing/2014/main" id="{754CA405-5DC3-006E-2595-4521F55682FC}"/>
              </a:ext>
            </a:extLst>
          </p:cNvPr>
          <p:cNvSpPr/>
          <p:nvPr/>
        </p:nvSpPr>
        <p:spPr>
          <a:xfrm>
            <a:off x="15127583" y="16302760"/>
            <a:ext cx="140818" cy="121395"/>
          </a:xfrm>
          <a:prstGeom prst="hexagon">
            <a:avLst/>
          </a:prstGeom>
          <a:solidFill>
            <a:srgbClr val="00C86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853" name="Rectangle 562">
            <a:extLst>
              <a:ext uri="{FF2B5EF4-FFF2-40B4-BE49-F238E27FC236}">
                <a16:creationId xmlns:a16="http://schemas.microsoft.com/office/drawing/2014/main" id="{919104AF-BE68-9098-82C0-45820242CA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34663" y="13562370"/>
            <a:ext cx="403957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328"/>
            <a:r>
              <a:rPr lang="de-DE" altLang="de-DE" sz="14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1000</a:t>
            </a:r>
            <a:endParaRPr lang="de-DE" altLang="de-DE" sz="14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854" name="Rectangle 566">
            <a:extLst>
              <a:ext uri="{FF2B5EF4-FFF2-40B4-BE49-F238E27FC236}">
                <a16:creationId xmlns:a16="http://schemas.microsoft.com/office/drawing/2014/main" id="{7A3D721E-72F8-C8E7-E3AA-B0D6422F08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31077" y="15853568"/>
            <a:ext cx="100990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328"/>
            <a:r>
              <a:rPr lang="de-DE" altLang="de-DE" sz="14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6</a:t>
            </a:r>
            <a:endParaRPr lang="de-DE" altLang="de-DE" sz="14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856" name="Rectangle 566">
            <a:extLst>
              <a:ext uri="{FF2B5EF4-FFF2-40B4-BE49-F238E27FC236}">
                <a16:creationId xmlns:a16="http://schemas.microsoft.com/office/drawing/2014/main" id="{569F4829-EF69-861C-5112-6B1E4CA066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30089" y="14011620"/>
            <a:ext cx="20197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328"/>
            <a:r>
              <a:rPr lang="de-DE" altLang="de-DE" sz="14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18</a:t>
            </a:r>
            <a:endParaRPr lang="de-DE" altLang="de-DE" sz="14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858" name="Isosceles Triangle 3857">
            <a:extLst>
              <a:ext uri="{FF2B5EF4-FFF2-40B4-BE49-F238E27FC236}">
                <a16:creationId xmlns:a16="http://schemas.microsoft.com/office/drawing/2014/main" id="{1287D3A1-E220-3107-CEB0-3AA0BD299A73}"/>
              </a:ext>
            </a:extLst>
          </p:cNvPr>
          <p:cNvSpPr/>
          <p:nvPr/>
        </p:nvSpPr>
        <p:spPr>
          <a:xfrm>
            <a:off x="9855335" y="13161179"/>
            <a:ext cx="141282" cy="121795"/>
          </a:xfrm>
          <a:prstGeom prst="triangle">
            <a:avLst/>
          </a:prstGeom>
          <a:solidFill>
            <a:srgbClr val="0098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3859" name="Isosceles Triangle 3858">
            <a:extLst>
              <a:ext uri="{FF2B5EF4-FFF2-40B4-BE49-F238E27FC236}">
                <a16:creationId xmlns:a16="http://schemas.microsoft.com/office/drawing/2014/main" id="{C89CCA08-3056-D3CB-8DDA-56328F683F9D}"/>
              </a:ext>
            </a:extLst>
          </p:cNvPr>
          <p:cNvSpPr/>
          <p:nvPr/>
        </p:nvSpPr>
        <p:spPr>
          <a:xfrm>
            <a:off x="11316159" y="12557091"/>
            <a:ext cx="141282" cy="121795"/>
          </a:xfrm>
          <a:prstGeom prst="triangle">
            <a:avLst/>
          </a:prstGeom>
          <a:solidFill>
            <a:srgbClr val="0098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3860" name="Isosceles Triangle 3859">
            <a:extLst>
              <a:ext uri="{FF2B5EF4-FFF2-40B4-BE49-F238E27FC236}">
                <a16:creationId xmlns:a16="http://schemas.microsoft.com/office/drawing/2014/main" id="{DB3337F4-141D-ED73-6FC3-A1B070531C75}"/>
              </a:ext>
            </a:extLst>
          </p:cNvPr>
          <p:cNvSpPr/>
          <p:nvPr/>
        </p:nvSpPr>
        <p:spPr>
          <a:xfrm>
            <a:off x="12489566" y="13298409"/>
            <a:ext cx="141282" cy="121795"/>
          </a:xfrm>
          <a:prstGeom prst="triangle">
            <a:avLst/>
          </a:prstGeom>
          <a:solidFill>
            <a:srgbClr val="0098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3861" name="Isosceles Triangle 3860">
            <a:extLst>
              <a:ext uri="{FF2B5EF4-FFF2-40B4-BE49-F238E27FC236}">
                <a16:creationId xmlns:a16="http://schemas.microsoft.com/office/drawing/2014/main" id="{511DF5DD-7AED-6CEF-D931-F98A29889E3E}"/>
              </a:ext>
            </a:extLst>
          </p:cNvPr>
          <p:cNvSpPr/>
          <p:nvPr/>
        </p:nvSpPr>
        <p:spPr>
          <a:xfrm>
            <a:off x="13959234" y="16571696"/>
            <a:ext cx="141282" cy="121795"/>
          </a:xfrm>
          <a:prstGeom prst="triangle">
            <a:avLst/>
          </a:prstGeom>
          <a:solidFill>
            <a:srgbClr val="0098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3862" name="Isosceles Triangle 3861">
            <a:extLst>
              <a:ext uri="{FF2B5EF4-FFF2-40B4-BE49-F238E27FC236}">
                <a16:creationId xmlns:a16="http://schemas.microsoft.com/office/drawing/2014/main" id="{0C71070E-994F-3865-55B1-E154480CF61C}"/>
              </a:ext>
            </a:extLst>
          </p:cNvPr>
          <p:cNvSpPr/>
          <p:nvPr/>
        </p:nvSpPr>
        <p:spPr>
          <a:xfrm>
            <a:off x="15129102" y="15905906"/>
            <a:ext cx="141282" cy="121795"/>
          </a:xfrm>
          <a:prstGeom prst="triangle">
            <a:avLst/>
          </a:prstGeom>
          <a:solidFill>
            <a:srgbClr val="0098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3863" name="Isosceles Triangle 3862">
            <a:extLst>
              <a:ext uri="{FF2B5EF4-FFF2-40B4-BE49-F238E27FC236}">
                <a16:creationId xmlns:a16="http://schemas.microsoft.com/office/drawing/2014/main" id="{5548B040-ECFE-4607-D366-3779112782A9}"/>
              </a:ext>
            </a:extLst>
          </p:cNvPr>
          <p:cNvSpPr/>
          <p:nvPr/>
        </p:nvSpPr>
        <p:spPr>
          <a:xfrm>
            <a:off x="15127119" y="16077881"/>
            <a:ext cx="141282" cy="121795"/>
          </a:xfrm>
          <a:prstGeom prst="triangle">
            <a:avLst/>
          </a:prstGeom>
          <a:solidFill>
            <a:srgbClr val="00C86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3864" name="Isosceles Triangle 3863">
            <a:extLst>
              <a:ext uri="{FF2B5EF4-FFF2-40B4-BE49-F238E27FC236}">
                <a16:creationId xmlns:a16="http://schemas.microsoft.com/office/drawing/2014/main" id="{3123F22C-5AB6-93E2-259A-258C9249A301}"/>
              </a:ext>
            </a:extLst>
          </p:cNvPr>
          <p:cNvSpPr/>
          <p:nvPr/>
        </p:nvSpPr>
        <p:spPr>
          <a:xfrm>
            <a:off x="14091235" y="16529784"/>
            <a:ext cx="141282" cy="121795"/>
          </a:xfrm>
          <a:prstGeom prst="triangle">
            <a:avLst/>
          </a:prstGeom>
          <a:solidFill>
            <a:srgbClr val="00C86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3865" name="Isosceles Triangle 3864">
            <a:extLst>
              <a:ext uri="{FF2B5EF4-FFF2-40B4-BE49-F238E27FC236}">
                <a16:creationId xmlns:a16="http://schemas.microsoft.com/office/drawing/2014/main" id="{DDE195A3-9AF0-1EC0-4278-9B520D92AD59}"/>
              </a:ext>
            </a:extLst>
          </p:cNvPr>
          <p:cNvSpPr/>
          <p:nvPr/>
        </p:nvSpPr>
        <p:spPr>
          <a:xfrm>
            <a:off x="12642237" y="15316620"/>
            <a:ext cx="141282" cy="121795"/>
          </a:xfrm>
          <a:prstGeom prst="triangle">
            <a:avLst/>
          </a:prstGeom>
          <a:solidFill>
            <a:srgbClr val="00C86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3866" name="Isosceles Triangle 3865">
            <a:extLst>
              <a:ext uri="{FF2B5EF4-FFF2-40B4-BE49-F238E27FC236}">
                <a16:creationId xmlns:a16="http://schemas.microsoft.com/office/drawing/2014/main" id="{4A717F81-A308-DF16-0D96-37BBBF3FB217}"/>
              </a:ext>
            </a:extLst>
          </p:cNvPr>
          <p:cNvSpPr/>
          <p:nvPr/>
        </p:nvSpPr>
        <p:spPr>
          <a:xfrm>
            <a:off x="11319753" y="13869142"/>
            <a:ext cx="141282" cy="121795"/>
          </a:xfrm>
          <a:prstGeom prst="triangle">
            <a:avLst/>
          </a:prstGeom>
          <a:solidFill>
            <a:srgbClr val="00C86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3867" name="Isosceles Triangle 3866">
            <a:extLst>
              <a:ext uri="{FF2B5EF4-FFF2-40B4-BE49-F238E27FC236}">
                <a16:creationId xmlns:a16="http://schemas.microsoft.com/office/drawing/2014/main" id="{18FF413A-71CE-DCE2-2AEA-65F0CFA873DF}"/>
              </a:ext>
            </a:extLst>
          </p:cNvPr>
          <p:cNvSpPr/>
          <p:nvPr/>
        </p:nvSpPr>
        <p:spPr>
          <a:xfrm>
            <a:off x="9855335" y="15770009"/>
            <a:ext cx="141282" cy="121795"/>
          </a:xfrm>
          <a:prstGeom prst="triangle">
            <a:avLst/>
          </a:prstGeom>
          <a:solidFill>
            <a:srgbClr val="00C86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3868" name="Isosceles Triangle 3867">
            <a:extLst>
              <a:ext uri="{FF2B5EF4-FFF2-40B4-BE49-F238E27FC236}">
                <a16:creationId xmlns:a16="http://schemas.microsoft.com/office/drawing/2014/main" id="{DA502FB9-1237-C89F-B3B5-5C25617065F8}"/>
              </a:ext>
            </a:extLst>
          </p:cNvPr>
          <p:cNvSpPr/>
          <p:nvPr/>
        </p:nvSpPr>
        <p:spPr>
          <a:xfrm>
            <a:off x="9855335" y="14452949"/>
            <a:ext cx="141282" cy="121795"/>
          </a:xfrm>
          <a:prstGeom prst="triangle">
            <a:avLst/>
          </a:prstGeom>
          <a:solidFill>
            <a:srgbClr val="E432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3869" name="Isosceles Triangle 3868">
            <a:extLst>
              <a:ext uri="{FF2B5EF4-FFF2-40B4-BE49-F238E27FC236}">
                <a16:creationId xmlns:a16="http://schemas.microsoft.com/office/drawing/2014/main" id="{A3A17094-E8D3-9315-D2A8-1B9EB6FDF43F}"/>
              </a:ext>
            </a:extLst>
          </p:cNvPr>
          <p:cNvSpPr/>
          <p:nvPr/>
        </p:nvSpPr>
        <p:spPr>
          <a:xfrm>
            <a:off x="11319753" y="13394635"/>
            <a:ext cx="141282" cy="121795"/>
          </a:xfrm>
          <a:prstGeom prst="triangle">
            <a:avLst/>
          </a:prstGeom>
          <a:solidFill>
            <a:srgbClr val="E432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3870" name="Isosceles Triangle 3869">
            <a:extLst>
              <a:ext uri="{FF2B5EF4-FFF2-40B4-BE49-F238E27FC236}">
                <a16:creationId xmlns:a16="http://schemas.microsoft.com/office/drawing/2014/main" id="{1B990C0B-F052-E603-EC09-A58AE600FC61}"/>
              </a:ext>
            </a:extLst>
          </p:cNvPr>
          <p:cNvSpPr/>
          <p:nvPr/>
        </p:nvSpPr>
        <p:spPr>
          <a:xfrm>
            <a:off x="12642307" y="15561030"/>
            <a:ext cx="141282" cy="121795"/>
          </a:xfrm>
          <a:prstGeom prst="triangle">
            <a:avLst/>
          </a:prstGeom>
          <a:solidFill>
            <a:srgbClr val="E432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3871" name="Isosceles Triangle 3870">
            <a:extLst>
              <a:ext uri="{FF2B5EF4-FFF2-40B4-BE49-F238E27FC236}">
                <a16:creationId xmlns:a16="http://schemas.microsoft.com/office/drawing/2014/main" id="{14DABDE6-FAF4-0EEC-E352-AB383A307CFF}"/>
              </a:ext>
            </a:extLst>
          </p:cNvPr>
          <p:cNvSpPr/>
          <p:nvPr/>
        </p:nvSpPr>
        <p:spPr>
          <a:xfrm>
            <a:off x="13959234" y="15979578"/>
            <a:ext cx="141282" cy="121795"/>
          </a:xfrm>
          <a:prstGeom prst="triangle">
            <a:avLst/>
          </a:prstGeom>
          <a:solidFill>
            <a:srgbClr val="E432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3872" name="Isosceles Triangle 3871">
            <a:extLst>
              <a:ext uri="{FF2B5EF4-FFF2-40B4-BE49-F238E27FC236}">
                <a16:creationId xmlns:a16="http://schemas.microsoft.com/office/drawing/2014/main" id="{A4D90C0F-1FE6-357A-4219-974CC9E8B74F}"/>
              </a:ext>
            </a:extLst>
          </p:cNvPr>
          <p:cNvSpPr/>
          <p:nvPr/>
        </p:nvSpPr>
        <p:spPr>
          <a:xfrm>
            <a:off x="15127119" y="14740145"/>
            <a:ext cx="141282" cy="121795"/>
          </a:xfrm>
          <a:prstGeom prst="triangle">
            <a:avLst/>
          </a:prstGeom>
          <a:solidFill>
            <a:srgbClr val="E432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3796" name="Oval 3795">
            <a:extLst>
              <a:ext uri="{FF2B5EF4-FFF2-40B4-BE49-F238E27FC236}">
                <a16:creationId xmlns:a16="http://schemas.microsoft.com/office/drawing/2014/main" id="{2E4EB768-15A2-99F7-9319-D0F45B62658A}"/>
              </a:ext>
            </a:extLst>
          </p:cNvPr>
          <p:cNvSpPr/>
          <p:nvPr/>
        </p:nvSpPr>
        <p:spPr>
          <a:xfrm>
            <a:off x="15141479" y="14843229"/>
            <a:ext cx="113027" cy="113027"/>
          </a:xfrm>
          <a:prstGeom prst="ellipse">
            <a:avLst/>
          </a:prstGeom>
          <a:solidFill>
            <a:srgbClr val="E432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8655815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5D8D02FCBFE4A45BE4A6066F3F20788" ma:contentTypeVersion="6" ma:contentTypeDescription="Ein neues Dokument erstellen." ma:contentTypeScope="" ma:versionID="69dc4bf7c9f0c5dd5390daa3ad860cd5">
  <xsd:schema xmlns:xsd="http://www.w3.org/2001/XMLSchema" xmlns:xs="http://www.w3.org/2001/XMLSchema" xmlns:p="http://schemas.microsoft.com/office/2006/metadata/properties" xmlns:ns3="fb2c3d82-2c28-4afd-a961-ac8563f93fe6" targetNamespace="http://schemas.microsoft.com/office/2006/metadata/properties" ma:root="true" ma:fieldsID="1c8d453700636c18605530afedd7f6cc" ns3:_="">
    <xsd:import namespace="fb2c3d82-2c28-4afd-a961-ac8563f93fe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2c3d82-2c28-4afd-a961-ac8563f93fe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b2c3d82-2c28-4afd-a961-ac8563f93fe6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EB8DA1D-AC09-4518-85FC-5E14E3EF869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b2c3d82-2c28-4afd-a961-ac8563f93fe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B141B9D-D0FE-4207-8721-5E8DDAA8F67C}">
  <ds:schemaRefs>
    <ds:schemaRef ds:uri="http://purl.org/dc/elements/1.1/"/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http://schemas.microsoft.com/office/2006/metadata/properties"/>
    <ds:schemaRef ds:uri="fb2c3d82-2c28-4afd-a961-ac8563f93fe6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9CCB7CA0-AB87-42FF-9508-6695CE11E7D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186</TotalTime>
  <Words>223</Words>
  <Application>Microsoft Office PowerPoint</Application>
  <PresentationFormat>Custom</PresentationFormat>
  <Paragraphs>127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Roboto Meidum</vt:lpstr>
      <vt:lpstr>Aptos</vt:lpstr>
      <vt:lpstr>Aptos Display</vt:lpstr>
      <vt:lpstr>Arial</vt:lpstr>
      <vt:lpstr>Roboto</vt:lpstr>
      <vt:lpstr>Office Theme</vt:lpstr>
      <vt:lpstr>Graph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Zhang  Zihao</dc:creator>
  <cp:lastModifiedBy>Zhang, Zihao</cp:lastModifiedBy>
  <cp:revision>581</cp:revision>
  <dcterms:created xsi:type="dcterms:W3CDTF">2024-06-05T14:30:51Z</dcterms:created>
  <dcterms:modified xsi:type="dcterms:W3CDTF">2025-01-06T23:42:20Z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0x01010055D8D02FCBFE4A45BE4A6066F3F20788</vt:lpwstr>
  </property>
</Properties>
</file>