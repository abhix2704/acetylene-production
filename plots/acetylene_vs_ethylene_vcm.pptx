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15AC-2A41-4E0B-AD5C-FF31E3372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6FA6C-5117-42DB-B352-D72C71F24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ADEC-E5C4-4164-8947-10ED3C2A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57C14-0C84-46D1-A5EC-9172B1AC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D69B6-55CC-4D4A-A2B0-F09B744A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45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4236-7AFF-4055-9CFF-272F5340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321D3-7E26-4264-9A23-ED0BB3587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7B5C8-72F2-417A-80F2-A6CD5C6C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6FA55-3397-4DEE-9076-CAE2B84B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502CD-A256-4A84-906D-62A42927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84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76D9-E9EF-49E2-8007-0D4CEF83D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7E585-8440-4B6A-80CA-5392D6EB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C2469-B022-45A3-9D5D-922CF7B3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AE835-E1D0-4684-B714-4E7FB832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B740-813F-4932-998B-6B5AD7A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08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1121-8D1E-412D-A96B-CDD2F9ED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01D5-7B4B-4FE3-94DE-7BA88AE3A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1D602-282F-489C-BD76-D007E723D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BC1F4-9D59-497F-B508-6D3A6BD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D841A-0B5F-4CF7-B109-DBA13976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959E2-8BFD-4C31-8C24-3FCCFB0C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43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B5C7-6623-404B-95F3-E37F09EC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1F058-25E9-4E1A-B6AB-45ED66FDC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32C9A-00F1-4779-BC9C-8F802D96C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CCEB4-E05A-4791-B4AC-EDE9E03DC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61405-EA68-4EEC-9B88-F1249307E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129D3-95B0-4F6C-B108-27B3CEA7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0D801-9414-4DA1-BE5B-1833F7840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A6F4C-DDF4-48C5-A195-F2FEBAC9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85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A659-CD91-439F-ACC6-3E9F64FF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373C8-DC9E-4929-A462-C4C9EC63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09253-9EDE-4C1F-8C26-3453B9F5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B4831-AEBA-4D8D-A5F9-4605239E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07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8A472-8A45-4274-8461-51CF693D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C2948-DBA7-4DD1-A950-6949A9EF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29C76-BB84-42E5-93BC-EEF71A8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6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2A53-6C05-4491-847B-05C6D5B5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B1632-29FE-4FDB-A5F7-6863E393D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13963-94E8-49B4-A3A3-281CEFF49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E9AA7-8592-4D0D-84D6-863D6771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E432-B0D6-4AC4-A6A3-C6472193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FAD1B-7021-4CEE-BBDA-BAFEBEC8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60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554E-2652-4B6E-A1E0-D5E29102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F1D9EB-3875-496E-953D-2B0A7AE98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81620-2E29-4549-8B69-A1A3047BE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5598F-FE6E-4686-9554-37ED5DD1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D9384-FECE-4AA0-821A-4C863853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AC8FE-5507-4DD9-A3B3-67B9049A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19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C333-1424-452C-828D-35BCF5FB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364BB-2E00-4723-A4D9-624F4F6D7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A1C41-4B7C-41FA-A035-492AA759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8420A-803A-4E49-A246-B505275E9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58ED-4C96-4060-9076-E45B64FD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99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26D70-97EF-4086-8F61-96A8BD676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BF72D-5AB9-490D-B78D-A64077E4D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132AD-7276-4B92-AA52-8041954EB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8EDF2-31B7-40BB-AE15-8BB62BED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BE350-7349-4918-8541-5C31C51C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50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294D15-3487-4D99-8806-2460D04E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CB63A-F061-445C-B0DB-32FBB2395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3BE39-30D3-465E-8E3C-07045D44A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63A21-EC6F-44E8-A34B-623B9E1BA41C}" type="datetimeFigureOut">
              <a:rPr lang="en-GB" smtClean="0"/>
              <a:t>15/08/2024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8B6FD-0BEE-4AD9-B3C8-BFF42DF6B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DDB10-4DE8-4DE8-8F73-0A2BD1BEB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D543-5F1D-4CA8-8941-3999228066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0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B60422-1998-40B0-B690-EC9D9C375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85" y="992042"/>
            <a:ext cx="7723898" cy="48739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F91A61-CA72-4A05-AAD6-8421D601789C}"/>
              </a:ext>
            </a:extLst>
          </p:cNvPr>
          <p:cNvSpPr txBox="1"/>
          <p:nvPr/>
        </p:nvSpPr>
        <p:spPr>
          <a:xfrm>
            <a:off x="361685" y="221112"/>
            <a:ext cx="1136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Fira Sans" panose="020B0503050000020004" pitchFamily="34" charset="0"/>
              </a:rPr>
              <a:t>Production costs and climate change impacts for the production of 1 kg of VCM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83BAC-4C74-4C95-B0A4-B7618C7E6E41}"/>
              </a:ext>
            </a:extLst>
          </p:cNvPr>
          <p:cNvSpPr txBox="1"/>
          <p:nvPr/>
        </p:nvSpPr>
        <p:spPr>
          <a:xfrm>
            <a:off x="8476589" y="1495425"/>
            <a:ext cx="34677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ATV – acetylene to VCM</a:t>
            </a:r>
          </a:p>
          <a:p>
            <a:pPr algn="just"/>
            <a:r>
              <a:rPr lang="en-GB" dirty="0"/>
              <a:t>EBP – ethylene balanced process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In the fossil-based scenario, acetylene is produced from coal, while ethylene is obtained through the cracking of naphtha.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In the green scenario, acetylene is produced from biochar, while ethylene is obtained through the dehydration of bioethanol.</a:t>
            </a:r>
          </a:p>
        </p:txBody>
      </p:sp>
    </p:spTree>
    <p:extLst>
      <p:ext uri="{BB962C8B-B14F-4D97-AF65-F5344CB8AC3E}">
        <p14:creationId xmlns:p14="http://schemas.microsoft.com/office/powerpoint/2010/main" val="314479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Fira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Nabera  Abhinandan</dc:creator>
  <cp:lastModifiedBy>Nabera  Abhinandan</cp:lastModifiedBy>
  <cp:revision>4</cp:revision>
  <dcterms:created xsi:type="dcterms:W3CDTF">2024-08-15T21:08:11Z</dcterms:created>
  <dcterms:modified xsi:type="dcterms:W3CDTF">2024-08-15T21:14:02Z</dcterms:modified>
</cp:coreProperties>
</file>